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1.xml" ContentType="application/vnd.openxmlformats-officedocument.presentationml.tags+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4"/>
  </p:notesMasterIdLst>
  <p:sldIdLst>
    <p:sldId id="256" r:id="rId2"/>
    <p:sldId id="580" r:id="rId3"/>
    <p:sldId id="569" r:id="rId4"/>
    <p:sldId id="257" r:id="rId5"/>
    <p:sldId id="450" r:id="rId6"/>
    <p:sldId id="258" r:id="rId7"/>
    <p:sldId id="445" r:id="rId8"/>
    <p:sldId id="446" r:id="rId9"/>
    <p:sldId id="451" r:id="rId10"/>
    <p:sldId id="447" r:id="rId11"/>
    <p:sldId id="568" r:id="rId12"/>
    <p:sldId id="448" r:id="rId13"/>
    <p:sldId id="449" r:id="rId14"/>
    <p:sldId id="452" r:id="rId15"/>
    <p:sldId id="453" r:id="rId16"/>
    <p:sldId id="454" r:id="rId17"/>
    <p:sldId id="455" r:id="rId18"/>
    <p:sldId id="456" r:id="rId19"/>
    <p:sldId id="469" r:id="rId20"/>
    <p:sldId id="470" r:id="rId21"/>
    <p:sldId id="457" r:id="rId22"/>
    <p:sldId id="458" r:id="rId23"/>
    <p:sldId id="460" r:id="rId24"/>
    <p:sldId id="459" r:id="rId25"/>
    <p:sldId id="461" r:id="rId26"/>
    <p:sldId id="464" r:id="rId27"/>
    <p:sldId id="462" r:id="rId28"/>
    <p:sldId id="465" r:id="rId29"/>
    <p:sldId id="463" r:id="rId30"/>
    <p:sldId id="466" r:id="rId31"/>
    <p:sldId id="467" r:id="rId32"/>
    <p:sldId id="468" r:id="rId33"/>
    <p:sldId id="471" r:id="rId34"/>
    <p:sldId id="472" r:id="rId35"/>
    <p:sldId id="476" r:id="rId36"/>
    <p:sldId id="475" r:id="rId37"/>
    <p:sldId id="473" r:id="rId38"/>
    <p:sldId id="474" r:id="rId39"/>
    <p:sldId id="477" r:id="rId40"/>
    <p:sldId id="478" r:id="rId41"/>
    <p:sldId id="479" r:id="rId42"/>
    <p:sldId id="482" r:id="rId43"/>
    <p:sldId id="483" r:id="rId44"/>
    <p:sldId id="484" r:id="rId45"/>
    <p:sldId id="485" r:id="rId46"/>
    <p:sldId id="480" r:id="rId47"/>
    <p:sldId id="481" r:id="rId48"/>
    <p:sldId id="486" r:id="rId49"/>
    <p:sldId id="487" r:id="rId50"/>
    <p:sldId id="488" r:id="rId51"/>
    <p:sldId id="489" r:id="rId52"/>
    <p:sldId id="490" r:id="rId53"/>
    <p:sldId id="491" r:id="rId54"/>
    <p:sldId id="492" r:id="rId55"/>
    <p:sldId id="493" r:id="rId56"/>
    <p:sldId id="494" r:id="rId57"/>
    <p:sldId id="495" r:id="rId58"/>
    <p:sldId id="496" r:id="rId59"/>
    <p:sldId id="497" r:id="rId60"/>
    <p:sldId id="499" r:id="rId61"/>
    <p:sldId id="498" r:id="rId62"/>
    <p:sldId id="500" r:id="rId63"/>
    <p:sldId id="501" r:id="rId64"/>
    <p:sldId id="502" r:id="rId65"/>
    <p:sldId id="503" r:id="rId66"/>
    <p:sldId id="504" r:id="rId67"/>
    <p:sldId id="505" r:id="rId68"/>
    <p:sldId id="570" r:id="rId69"/>
    <p:sldId id="571" r:id="rId70"/>
    <p:sldId id="506" r:id="rId71"/>
    <p:sldId id="507" r:id="rId72"/>
    <p:sldId id="508" r:id="rId73"/>
    <p:sldId id="509" r:id="rId74"/>
    <p:sldId id="510" r:id="rId75"/>
    <p:sldId id="511" r:id="rId76"/>
    <p:sldId id="514" r:id="rId77"/>
    <p:sldId id="515" r:id="rId78"/>
    <p:sldId id="516" r:id="rId79"/>
    <p:sldId id="517" r:id="rId80"/>
    <p:sldId id="518" r:id="rId81"/>
    <p:sldId id="519" r:id="rId82"/>
    <p:sldId id="520" r:id="rId83"/>
    <p:sldId id="521" r:id="rId84"/>
    <p:sldId id="522" r:id="rId85"/>
    <p:sldId id="523" r:id="rId86"/>
    <p:sldId id="524" r:id="rId87"/>
    <p:sldId id="525" r:id="rId88"/>
    <p:sldId id="526" r:id="rId89"/>
    <p:sldId id="527" r:id="rId90"/>
    <p:sldId id="528" r:id="rId91"/>
    <p:sldId id="529" r:id="rId92"/>
    <p:sldId id="530" r:id="rId93"/>
    <p:sldId id="531" r:id="rId94"/>
    <p:sldId id="532" r:id="rId95"/>
    <p:sldId id="533" r:id="rId96"/>
    <p:sldId id="535" r:id="rId97"/>
    <p:sldId id="536" r:id="rId98"/>
    <p:sldId id="538" r:id="rId99"/>
    <p:sldId id="539" r:id="rId100"/>
    <p:sldId id="540" r:id="rId101"/>
    <p:sldId id="541" r:id="rId102"/>
    <p:sldId id="542" r:id="rId103"/>
    <p:sldId id="543" r:id="rId104"/>
    <p:sldId id="544" r:id="rId105"/>
    <p:sldId id="545" r:id="rId106"/>
    <p:sldId id="546" r:id="rId107"/>
    <p:sldId id="547" r:id="rId108"/>
    <p:sldId id="548" r:id="rId109"/>
    <p:sldId id="549" r:id="rId110"/>
    <p:sldId id="550" r:id="rId111"/>
    <p:sldId id="551" r:id="rId112"/>
    <p:sldId id="572" r:id="rId113"/>
    <p:sldId id="552" r:id="rId114"/>
    <p:sldId id="553" r:id="rId115"/>
    <p:sldId id="554" r:id="rId116"/>
    <p:sldId id="556" r:id="rId117"/>
    <p:sldId id="555" r:id="rId118"/>
    <p:sldId id="557" r:id="rId119"/>
    <p:sldId id="558" r:id="rId120"/>
    <p:sldId id="559" r:id="rId121"/>
    <p:sldId id="560" r:id="rId122"/>
    <p:sldId id="561" r:id="rId123"/>
    <p:sldId id="563" r:id="rId124"/>
    <p:sldId id="562" r:id="rId125"/>
    <p:sldId id="564" r:id="rId126"/>
    <p:sldId id="565" r:id="rId127"/>
    <p:sldId id="566" r:id="rId128"/>
    <p:sldId id="573" r:id="rId129"/>
    <p:sldId id="574" r:id="rId130"/>
    <p:sldId id="575" r:id="rId131"/>
    <p:sldId id="577" r:id="rId132"/>
    <p:sldId id="576" r:id="rId133"/>
    <p:sldId id="578" r:id="rId134"/>
    <p:sldId id="579" r:id="rId135"/>
    <p:sldId id="581" r:id="rId136"/>
    <p:sldId id="585" r:id="rId137"/>
    <p:sldId id="582" r:id="rId138"/>
    <p:sldId id="584" r:id="rId139"/>
    <p:sldId id="583" r:id="rId140"/>
    <p:sldId id="586" r:id="rId141"/>
    <p:sldId id="587" r:id="rId142"/>
    <p:sldId id="588" r:id="rId143"/>
    <p:sldId id="590" r:id="rId144"/>
    <p:sldId id="591" r:id="rId145"/>
    <p:sldId id="593" r:id="rId146"/>
    <p:sldId id="592" r:id="rId147"/>
    <p:sldId id="594" r:id="rId148"/>
    <p:sldId id="595" r:id="rId149"/>
    <p:sldId id="596" r:id="rId150"/>
    <p:sldId id="597" r:id="rId151"/>
    <p:sldId id="598" r:id="rId152"/>
    <p:sldId id="599" r:id="rId153"/>
    <p:sldId id="600" r:id="rId154"/>
    <p:sldId id="601" r:id="rId155"/>
    <p:sldId id="602" r:id="rId156"/>
    <p:sldId id="603" r:id="rId157"/>
    <p:sldId id="604" r:id="rId158"/>
    <p:sldId id="605" r:id="rId159"/>
    <p:sldId id="606" r:id="rId160"/>
    <p:sldId id="607" r:id="rId161"/>
    <p:sldId id="608" r:id="rId162"/>
    <p:sldId id="609" r:id="rId163"/>
    <p:sldId id="612" r:id="rId164"/>
    <p:sldId id="614" r:id="rId165"/>
    <p:sldId id="610" r:id="rId166"/>
    <p:sldId id="611" r:id="rId167"/>
    <p:sldId id="616" r:id="rId168"/>
    <p:sldId id="615" r:id="rId169"/>
    <p:sldId id="617" r:id="rId170"/>
    <p:sldId id="618" r:id="rId171"/>
    <p:sldId id="619" r:id="rId172"/>
    <p:sldId id="620" r:id="rId173"/>
    <p:sldId id="621" r:id="rId174"/>
    <p:sldId id="622" r:id="rId175"/>
    <p:sldId id="623" r:id="rId176"/>
    <p:sldId id="624" r:id="rId177"/>
    <p:sldId id="625" r:id="rId178"/>
    <p:sldId id="626" r:id="rId179"/>
    <p:sldId id="627" r:id="rId180"/>
    <p:sldId id="631" r:id="rId181"/>
    <p:sldId id="633" r:id="rId182"/>
    <p:sldId id="628" r:id="rId183"/>
    <p:sldId id="629" r:id="rId184"/>
    <p:sldId id="630" r:id="rId185"/>
    <p:sldId id="632" r:id="rId186"/>
    <p:sldId id="1127" r:id="rId187"/>
    <p:sldId id="634" r:id="rId188"/>
    <p:sldId id="1128" r:id="rId189"/>
    <p:sldId id="1129" r:id="rId190"/>
    <p:sldId id="1130" r:id="rId191"/>
    <p:sldId id="1131" r:id="rId192"/>
    <p:sldId id="1132" r:id="rId193"/>
    <p:sldId id="1133" r:id="rId194"/>
    <p:sldId id="1134" r:id="rId195"/>
    <p:sldId id="1135" r:id="rId196"/>
    <p:sldId id="1136" r:id="rId197"/>
    <p:sldId id="1137" r:id="rId198"/>
    <p:sldId id="1138" r:id="rId199"/>
    <p:sldId id="1139" r:id="rId200"/>
    <p:sldId id="1140" r:id="rId201"/>
    <p:sldId id="1141" r:id="rId202"/>
    <p:sldId id="1142" r:id="rId203"/>
    <p:sldId id="1145" r:id="rId204"/>
    <p:sldId id="1146" r:id="rId205"/>
    <p:sldId id="1143" r:id="rId206"/>
    <p:sldId id="1144" r:id="rId207"/>
    <p:sldId id="1147" r:id="rId208"/>
    <p:sldId id="1148" r:id="rId209"/>
    <p:sldId id="1149" r:id="rId210"/>
    <p:sldId id="1150" r:id="rId211"/>
    <p:sldId id="1151" r:id="rId212"/>
    <p:sldId id="1152" r:id="rId213"/>
    <p:sldId id="1153" r:id="rId214"/>
    <p:sldId id="1154" r:id="rId215"/>
    <p:sldId id="1155" r:id="rId216"/>
    <p:sldId id="1156" r:id="rId217"/>
    <p:sldId id="1157" r:id="rId218"/>
    <p:sldId id="1158" r:id="rId219"/>
    <p:sldId id="1159" r:id="rId220"/>
    <p:sldId id="1160" r:id="rId221"/>
    <p:sldId id="1161" r:id="rId222"/>
    <p:sldId id="1162" r:id="rId223"/>
    <p:sldId id="1163" r:id="rId224"/>
    <p:sldId id="1164" r:id="rId225"/>
    <p:sldId id="1165" r:id="rId226"/>
    <p:sldId id="1166" r:id="rId227"/>
    <p:sldId id="1167" r:id="rId228"/>
    <p:sldId id="1168" r:id="rId229"/>
    <p:sldId id="1169" r:id="rId230"/>
    <p:sldId id="1181" r:id="rId231"/>
    <p:sldId id="1170" r:id="rId232"/>
    <p:sldId id="1172" r:id="rId233"/>
    <p:sldId id="1173" r:id="rId234"/>
    <p:sldId id="1171" r:id="rId235"/>
    <p:sldId id="1174" r:id="rId236"/>
    <p:sldId id="1175" r:id="rId237"/>
    <p:sldId id="1176" r:id="rId238"/>
    <p:sldId id="1177" r:id="rId239"/>
    <p:sldId id="1178" r:id="rId240"/>
    <p:sldId id="1179" r:id="rId241"/>
    <p:sldId id="1180" r:id="rId242"/>
    <p:sldId id="1182" r:id="rId243"/>
    <p:sldId id="1183" r:id="rId244"/>
    <p:sldId id="1184" r:id="rId245"/>
    <p:sldId id="1185" r:id="rId246"/>
    <p:sldId id="1186" r:id="rId247"/>
    <p:sldId id="1187" r:id="rId248"/>
    <p:sldId id="1188" r:id="rId249"/>
    <p:sldId id="1189" r:id="rId250"/>
    <p:sldId id="1190" r:id="rId251"/>
    <p:sldId id="1191" r:id="rId252"/>
    <p:sldId id="1192" r:id="rId25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2E97E4AF-AFC1-4F28-B08B-6BC052581457}">
          <p14:sldIdLst>
            <p14:sldId id="256"/>
            <p14:sldId id="580"/>
            <p14:sldId id="569"/>
            <p14:sldId id="257"/>
            <p14:sldId id="450"/>
            <p14:sldId id="258"/>
            <p14:sldId id="445"/>
            <p14:sldId id="446"/>
            <p14:sldId id="451"/>
            <p14:sldId id="447"/>
            <p14:sldId id="568"/>
            <p14:sldId id="448"/>
            <p14:sldId id="449"/>
            <p14:sldId id="452"/>
            <p14:sldId id="453"/>
            <p14:sldId id="454"/>
            <p14:sldId id="455"/>
            <p14:sldId id="456"/>
            <p14:sldId id="469"/>
            <p14:sldId id="470"/>
            <p14:sldId id="457"/>
            <p14:sldId id="458"/>
            <p14:sldId id="460"/>
            <p14:sldId id="459"/>
            <p14:sldId id="461"/>
            <p14:sldId id="464"/>
            <p14:sldId id="462"/>
            <p14:sldId id="465"/>
            <p14:sldId id="463"/>
            <p14:sldId id="466"/>
            <p14:sldId id="467"/>
            <p14:sldId id="468"/>
            <p14:sldId id="471"/>
            <p14:sldId id="472"/>
            <p14:sldId id="476"/>
            <p14:sldId id="475"/>
            <p14:sldId id="473"/>
            <p14:sldId id="474"/>
            <p14:sldId id="477"/>
            <p14:sldId id="478"/>
            <p14:sldId id="479"/>
            <p14:sldId id="482"/>
            <p14:sldId id="483"/>
            <p14:sldId id="484"/>
            <p14:sldId id="485"/>
            <p14:sldId id="480"/>
            <p14:sldId id="481"/>
            <p14:sldId id="486"/>
            <p14:sldId id="487"/>
            <p14:sldId id="488"/>
            <p14:sldId id="489"/>
            <p14:sldId id="490"/>
            <p14:sldId id="491"/>
            <p14:sldId id="492"/>
            <p14:sldId id="493"/>
            <p14:sldId id="494"/>
            <p14:sldId id="495"/>
            <p14:sldId id="496"/>
            <p14:sldId id="497"/>
            <p14:sldId id="499"/>
            <p14:sldId id="498"/>
            <p14:sldId id="500"/>
            <p14:sldId id="501"/>
            <p14:sldId id="502"/>
            <p14:sldId id="503"/>
            <p14:sldId id="504"/>
            <p14:sldId id="505"/>
            <p14:sldId id="570"/>
            <p14:sldId id="571"/>
            <p14:sldId id="506"/>
            <p14:sldId id="507"/>
            <p14:sldId id="508"/>
            <p14:sldId id="509"/>
            <p14:sldId id="510"/>
            <p14:sldId id="511"/>
            <p14:sldId id="514"/>
            <p14:sldId id="515"/>
            <p14:sldId id="516"/>
            <p14:sldId id="517"/>
            <p14:sldId id="518"/>
            <p14:sldId id="519"/>
            <p14:sldId id="520"/>
            <p14:sldId id="521"/>
            <p14:sldId id="522"/>
            <p14:sldId id="523"/>
            <p14:sldId id="524"/>
            <p14:sldId id="525"/>
            <p14:sldId id="526"/>
            <p14:sldId id="527"/>
            <p14:sldId id="528"/>
            <p14:sldId id="529"/>
            <p14:sldId id="530"/>
            <p14:sldId id="531"/>
            <p14:sldId id="532"/>
            <p14:sldId id="533"/>
            <p14:sldId id="535"/>
            <p14:sldId id="536"/>
            <p14:sldId id="538"/>
            <p14:sldId id="539"/>
            <p14:sldId id="540"/>
            <p14:sldId id="541"/>
            <p14:sldId id="542"/>
            <p14:sldId id="543"/>
            <p14:sldId id="544"/>
            <p14:sldId id="545"/>
            <p14:sldId id="546"/>
            <p14:sldId id="547"/>
            <p14:sldId id="548"/>
            <p14:sldId id="549"/>
            <p14:sldId id="550"/>
            <p14:sldId id="551"/>
            <p14:sldId id="572"/>
            <p14:sldId id="552"/>
            <p14:sldId id="553"/>
            <p14:sldId id="554"/>
            <p14:sldId id="556"/>
            <p14:sldId id="555"/>
            <p14:sldId id="557"/>
            <p14:sldId id="558"/>
            <p14:sldId id="559"/>
            <p14:sldId id="560"/>
            <p14:sldId id="561"/>
            <p14:sldId id="563"/>
            <p14:sldId id="562"/>
            <p14:sldId id="564"/>
            <p14:sldId id="565"/>
            <p14:sldId id="566"/>
            <p14:sldId id="573"/>
            <p14:sldId id="574"/>
            <p14:sldId id="575"/>
            <p14:sldId id="577"/>
            <p14:sldId id="576"/>
            <p14:sldId id="578"/>
            <p14:sldId id="579"/>
            <p14:sldId id="581"/>
            <p14:sldId id="585"/>
            <p14:sldId id="582"/>
            <p14:sldId id="584"/>
            <p14:sldId id="583"/>
            <p14:sldId id="586"/>
            <p14:sldId id="587"/>
            <p14:sldId id="588"/>
            <p14:sldId id="590"/>
            <p14:sldId id="591"/>
            <p14:sldId id="593"/>
            <p14:sldId id="592"/>
            <p14:sldId id="594"/>
            <p14:sldId id="595"/>
            <p14:sldId id="596"/>
            <p14:sldId id="597"/>
            <p14:sldId id="598"/>
            <p14:sldId id="599"/>
            <p14:sldId id="600"/>
            <p14:sldId id="601"/>
            <p14:sldId id="602"/>
            <p14:sldId id="603"/>
            <p14:sldId id="604"/>
            <p14:sldId id="605"/>
            <p14:sldId id="606"/>
            <p14:sldId id="607"/>
            <p14:sldId id="608"/>
            <p14:sldId id="609"/>
            <p14:sldId id="612"/>
            <p14:sldId id="614"/>
            <p14:sldId id="610"/>
            <p14:sldId id="611"/>
            <p14:sldId id="616"/>
            <p14:sldId id="615"/>
            <p14:sldId id="617"/>
            <p14:sldId id="618"/>
            <p14:sldId id="619"/>
            <p14:sldId id="620"/>
            <p14:sldId id="621"/>
            <p14:sldId id="622"/>
            <p14:sldId id="623"/>
            <p14:sldId id="624"/>
            <p14:sldId id="625"/>
            <p14:sldId id="626"/>
            <p14:sldId id="627"/>
            <p14:sldId id="631"/>
            <p14:sldId id="633"/>
            <p14:sldId id="628"/>
            <p14:sldId id="629"/>
            <p14:sldId id="630"/>
            <p14:sldId id="632"/>
            <p14:sldId id="1127"/>
            <p14:sldId id="634"/>
            <p14:sldId id="1128"/>
            <p14:sldId id="1129"/>
            <p14:sldId id="1130"/>
            <p14:sldId id="1131"/>
            <p14:sldId id="1132"/>
            <p14:sldId id="1133"/>
            <p14:sldId id="1134"/>
            <p14:sldId id="1135"/>
            <p14:sldId id="1136"/>
            <p14:sldId id="1137"/>
            <p14:sldId id="1138"/>
            <p14:sldId id="1139"/>
            <p14:sldId id="1140"/>
            <p14:sldId id="1141"/>
            <p14:sldId id="1142"/>
            <p14:sldId id="1145"/>
            <p14:sldId id="1146"/>
            <p14:sldId id="1143"/>
            <p14:sldId id="1144"/>
            <p14:sldId id="1147"/>
            <p14:sldId id="1148"/>
            <p14:sldId id="1149"/>
            <p14:sldId id="1150"/>
            <p14:sldId id="1151"/>
            <p14:sldId id="1152"/>
            <p14:sldId id="1153"/>
            <p14:sldId id="1154"/>
            <p14:sldId id="1155"/>
            <p14:sldId id="1156"/>
            <p14:sldId id="1157"/>
            <p14:sldId id="1158"/>
            <p14:sldId id="1159"/>
            <p14:sldId id="1160"/>
            <p14:sldId id="1161"/>
            <p14:sldId id="1162"/>
            <p14:sldId id="1163"/>
            <p14:sldId id="1164"/>
            <p14:sldId id="1165"/>
            <p14:sldId id="1166"/>
            <p14:sldId id="1167"/>
            <p14:sldId id="1168"/>
            <p14:sldId id="1169"/>
            <p14:sldId id="1181"/>
            <p14:sldId id="1170"/>
            <p14:sldId id="1172"/>
            <p14:sldId id="1173"/>
            <p14:sldId id="1171"/>
            <p14:sldId id="1174"/>
            <p14:sldId id="1175"/>
            <p14:sldId id="1176"/>
            <p14:sldId id="1177"/>
            <p14:sldId id="1178"/>
            <p14:sldId id="1179"/>
            <p14:sldId id="1180"/>
            <p14:sldId id="1182"/>
          </p14:sldIdLst>
        </p14:section>
        <p14:section name="Mainboards" id="{831D765A-221D-4374-B058-CDF57997B6EB}">
          <p14:sldIdLst>
            <p14:sldId id="1183"/>
            <p14:sldId id="1184"/>
            <p14:sldId id="1185"/>
            <p14:sldId id="1186"/>
            <p14:sldId id="1187"/>
            <p14:sldId id="1188"/>
            <p14:sldId id="1189"/>
            <p14:sldId id="1190"/>
            <p14:sldId id="1191"/>
            <p14:sldId id="119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chulze, Nico" initials="SN" lastIdx="1" clrIdx="0">
    <p:extLst>
      <p:ext uri="{19B8F6BF-5375-455C-9EA6-DF929625EA0E}">
        <p15:presenceInfo xmlns:p15="http://schemas.microsoft.com/office/powerpoint/2012/main" userId="S-1-5-21-584671527-732394808-1098681863-124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6B727"/>
    <a:srgbClr val="E30051"/>
    <a:srgbClr val="F68800"/>
    <a:srgbClr val="009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10" autoAdjust="0"/>
    <p:restoredTop sz="94580" autoAdjust="0"/>
  </p:normalViewPr>
  <p:slideViewPr>
    <p:cSldViewPr snapToGrid="0">
      <p:cViewPr varScale="1">
        <p:scale>
          <a:sx n="102" d="100"/>
          <a:sy n="102" d="100"/>
        </p:scale>
        <p:origin x="132" y="222"/>
      </p:cViewPr>
      <p:guideLst/>
    </p:cSldViewPr>
  </p:slideViewPr>
  <p:outlineViewPr>
    <p:cViewPr>
      <p:scale>
        <a:sx n="33" d="100"/>
        <a:sy n="33" d="100"/>
      </p:scale>
      <p:origin x="0" y="-25524"/>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54" Type="http://schemas.openxmlformats.org/officeDocument/2006/relationships/notesMaster" Target="notesMasters/notesMaster1.xml"/><Relationship Id="rId259" Type="http://schemas.openxmlformats.org/officeDocument/2006/relationships/tableStyles" Target="tableStyles.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commentAuthors" Target="commentAuthors.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viewProps" Target="viewProps.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4-14T09:22:53.323" idx="1">
    <p:pos x="10" y="10"/>
    <p:text>Mainboards</p:text>
    <p:extLst>
      <p:ext uri="{C676402C-5697-4E1C-873F-D02D1690AC5C}">
        <p15:threadingInfo xmlns:p15="http://schemas.microsoft.com/office/powerpoint/2012/main" timeZoneBias="-120"/>
      </p:ext>
    </p:extLst>
  </p:cm>
</p:cmLst>
</file>

<file path=ppt/diagrams/_rels/data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 Id="rId6" Type="http://schemas.openxmlformats.org/officeDocument/2006/relationships/hyperlink" Target="https://pixabay.com/de/freigestellt-geld-euro-bargeld-3118531/" TargetMode="External"/><Relationship Id="rId5" Type="http://schemas.openxmlformats.org/officeDocument/2006/relationships/image" Target="../media/image10.png"/><Relationship Id="rId4" Type="http://schemas.openxmlformats.org/officeDocument/2006/relationships/image" Target="../media/image9.jpeg"/></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 Id="rId6" Type="http://schemas.openxmlformats.org/officeDocument/2006/relationships/hyperlink" Target="https://pixabay.com/de/freigestellt-geld-euro-bargeld-3118531/" TargetMode="External"/><Relationship Id="rId5" Type="http://schemas.openxmlformats.org/officeDocument/2006/relationships/image" Target="../media/image10.png"/><Relationship Id="rId4" Type="http://schemas.openxmlformats.org/officeDocument/2006/relationships/image" Target="../media/image9.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B0A528-5225-4BE2-B856-F0E4F916655D}"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de-DE"/>
        </a:p>
      </dgm:t>
    </dgm:pt>
    <dgm:pt modelId="{9E93DB5B-6A46-4A1E-9FDA-C69448FCA4CA}">
      <dgm:prSet custT="1"/>
      <dgm:spPr/>
      <dgm:t>
        <a:bodyPr/>
        <a:lstStyle/>
        <a:p>
          <a:pPr rtl="0">
            <a:lnSpc>
              <a:spcPct val="150000"/>
            </a:lnSpc>
          </a:pPr>
          <a:r>
            <a:rPr lang="de-DE" sz="1400" b="1" dirty="0"/>
            <a:t>Kunde</a:t>
          </a:r>
        </a:p>
      </dgm:t>
    </dgm:pt>
    <dgm:pt modelId="{4FBA6D29-7422-4785-BD25-A0B02191A7E1}" type="parTrans" cxnId="{C8749B5A-23CF-4606-8CCD-B3EF6C927B75}">
      <dgm:prSet/>
      <dgm:spPr/>
      <dgm:t>
        <a:bodyPr/>
        <a:lstStyle/>
        <a:p>
          <a:endParaRPr lang="de-DE"/>
        </a:p>
      </dgm:t>
    </dgm:pt>
    <dgm:pt modelId="{2340BC21-E4DC-4F7F-83B1-4B88C25B3AF0}" type="sibTrans" cxnId="{C8749B5A-23CF-4606-8CCD-B3EF6C927B75}">
      <dgm:prSet/>
      <dgm:spPr/>
      <dgm:t>
        <a:bodyPr/>
        <a:lstStyle/>
        <a:p>
          <a:endParaRPr lang="de-DE"/>
        </a:p>
      </dgm:t>
    </dgm:pt>
    <dgm:pt modelId="{D2845836-683C-48CE-AF75-1596ECC44AE3}">
      <dgm:prSet custT="1"/>
      <dgm:spPr/>
      <dgm:t>
        <a:bodyPr/>
        <a:lstStyle/>
        <a:p>
          <a:pPr rtl="0">
            <a:lnSpc>
              <a:spcPct val="150000"/>
            </a:lnSpc>
          </a:pPr>
          <a:r>
            <a:rPr lang="de-DE" sz="1400" b="1" dirty="0"/>
            <a:t>Lieferant</a:t>
          </a:r>
        </a:p>
      </dgm:t>
    </dgm:pt>
    <dgm:pt modelId="{41B976C6-1C22-4034-809D-318BB1BD1BE2}" type="parTrans" cxnId="{DC0071CD-AE07-410B-B397-7436364CF03F}">
      <dgm:prSet/>
      <dgm:spPr/>
      <dgm:t>
        <a:bodyPr/>
        <a:lstStyle/>
        <a:p>
          <a:endParaRPr lang="de-DE"/>
        </a:p>
      </dgm:t>
    </dgm:pt>
    <dgm:pt modelId="{418E0CEE-8679-4A27-8416-B4C7E3B1CF13}" type="sibTrans" cxnId="{DC0071CD-AE07-410B-B397-7436364CF03F}">
      <dgm:prSet/>
      <dgm:spPr/>
      <dgm:t>
        <a:bodyPr/>
        <a:lstStyle/>
        <a:p>
          <a:endParaRPr lang="de-DE"/>
        </a:p>
      </dgm:t>
    </dgm:pt>
    <dgm:pt modelId="{8D27051B-A221-47CF-B7D0-131B7529BD86}">
      <dgm:prSet custT="1"/>
      <dgm:spPr/>
      <dgm:t>
        <a:bodyPr/>
        <a:lstStyle/>
        <a:p>
          <a:pPr>
            <a:lnSpc>
              <a:spcPct val="150000"/>
            </a:lnSpc>
          </a:pPr>
          <a:r>
            <a:rPr lang="de-DE" sz="1400"/>
            <a:t>Nummer</a:t>
          </a:r>
          <a:endParaRPr lang="de-DE" sz="1400" dirty="0"/>
        </a:p>
      </dgm:t>
    </dgm:pt>
    <dgm:pt modelId="{EC78A87F-48B7-44B5-A140-BF246821EA1A}" type="parTrans" cxnId="{1D38365B-424C-432D-AEB5-0C615819A9FF}">
      <dgm:prSet/>
      <dgm:spPr/>
      <dgm:t>
        <a:bodyPr/>
        <a:lstStyle/>
        <a:p>
          <a:endParaRPr lang="de-DE"/>
        </a:p>
      </dgm:t>
    </dgm:pt>
    <dgm:pt modelId="{74D34825-349A-4F8D-B1BE-D2291B4DD83D}" type="sibTrans" cxnId="{1D38365B-424C-432D-AEB5-0C615819A9FF}">
      <dgm:prSet/>
      <dgm:spPr/>
      <dgm:t>
        <a:bodyPr/>
        <a:lstStyle/>
        <a:p>
          <a:endParaRPr lang="de-DE"/>
        </a:p>
      </dgm:t>
    </dgm:pt>
    <dgm:pt modelId="{C750E834-80A9-478A-A167-B84149F57472}">
      <dgm:prSet custT="1"/>
      <dgm:spPr/>
      <dgm:t>
        <a:bodyPr/>
        <a:lstStyle/>
        <a:p>
          <a:pPr>
            <a:lnSpc>
              <a:spcPct val="150000"/>
            </a:lnSpc>
          </a:pPr>
          <a:r>
            <a:rPr lang="de-DE" sz="1400" dirty="0"/>
            <a:t>Vorname, Name</a:t>
          </a:r>
        </a:p>
      </dgm:t>
    </dgm:pt>
    <dgm:pt modelId="{9E7BEFA0-6F5C-4761-9E7B-536FC6943965}" type="parTrans" cxnId="{63584FEF-4BB1-49A9-9D1B-8A33FC626F52}">
      <dgm:prSet/>
      <dgm:spPr/>
      <dgm:t>
        <a:bodyPr/>
        <a:lstStyle/>
        <a:p>
          <a:endParaRPr lang="de-DE"/>
        </a:p>
      </dgm:t>
    </dgm:pt>
    <dgm:pt modelId="{A46F5AE8-AC00-4A10-941E-4237B12818C5}" type="sibTrans" cxnId="{63584FEF-4BB1-49A9-9D1B-8A33FC626F52}">
      <dgm:prSet/>
      <dgm:spPr/>
      <dgm:t>
        <a:bodyPr/>
        <a:lstStyle/>
        <a:p>
          <a:endParaRPr lang="de-DE"/>
        </a:p>
      </dgm:t>
    </dgm:pt>
    <dgm:pt modelId="{86CA1D3E-04F3-420B-9A11-24D1FE28C6A6}">
      <dgm:prSet custT="1"/>
      <dgm:spPr/>
      <dgm:t>
        <a:bodyPr/>
        <a:lstStyle/>
        <a:p>
          <a:pPr>
            <a:lnSpc>
              <a:spcPct val="150000"/>
            </a:lnSpc>
          </a:pPr>
          <a:r>
            <a:rPr lang="de-DE" sz="1400"/>
            <a:t>Anschrift…</a:t>
          </a:r>
          <a:endParaRPr lang="de-DE" sz="1400" dirty="0"/>
        </a:p>
      </dgm:t>
    </dgm:pt>
    <dgm:pt modelId="{3777A0CD-568E-4D29-BEFB-112E135BE22A}" type="parTrans" cxnId="{F4FF86C8-8F8B-43D8-9343-97FC2206B03B}">
      <dgm:prSet/>
      <dgm:spPr/>
      <dgm:t>
        <a:bodyPr/>
        <a:lstStyle/>
        <a:p>
          <a:endParaRPr lang="de-DE"/>
        </a:p>
      </dgm:t>
    </dgm:pt>
    <dgm:pt modelId="{98F6AFC3-A363-449B-8922-E91DAB373E1A}" type="sibTrans" cxnId="{F4FF86C8-8F8B-43D8-9343-97FC2206B03B}">
      <dgm:prSet/>
      <dgm:spPr/>
      <dgm:t>
        <a:bodyPr/>
        <a:lstStyle/>
        <a:p>
          <a:endParaRPr lang="de-DE"/>
        </a:p>
      </dgm:t>
    </dgm:pt>
    <dgm:pt modelId="{30ACDA07-24FD-4271-AA96-C316D7124205}">
      <dgm:prSet custT="1"/>
      <dgm:spPr/>
      <dgm:t>
        <a:bodyPr/>
        <a:lstStyle/>
        <a:p>
          <a:pPr>
            <a:lnSpc>
              <a:spcPct val="150000"/>
            </a:lnSpc>
          </a:pPr>
          <a:r>
            <a:rPr lang="de-DE" sz="1400"/>
            <a:t>Nummer</a:t>
          </a:r>
          <a:endParaRPr lang="de-DE" sz="1400" dirty="0"/>
        </a:p>
      </dgm:t>
    </dgm:pt>
    <dgm:pt modelId="{CF38E8B0-7A1F-4A72-8EB3-903E28E4D703}" type="parTrans" cxnId="{F93E50C2-1B88-4899-B2CF-61D066FB54BB}">
      <dgm:prSet/>
      <dgm:spPr/>
      <dgm:t>
        <a:bodyPr/>
        <a:lstStyle/>
        <a:p>
          <a:endParaRPr lang="de-DE"/>
        </a:p>
      </dgm:t>
    </dgm:pt>
    <dgm:pt modelId="{DF9CCA7A-F036-44D0-BD34-20DB909FD139}" type="sibTrans" cxnId="{F93E50C2-1B88-4899-B2CF-61D066FB54BB}">
      <dgm:prSet/>
      <dgm:spPr/>
      <dgm:t>
        <a:bodyPr/>
        <a:lstStyle/>
        <a:p>
          <a:endParaRPr lang="de-DE"/>
        </a:p>
      </dgm:t>
    </dgm:pt>
    <dgm:pt modelId="{59EC126C-E390-442C-93F1-C3CB526EAB86}">
      <dgm:prSet custT="1"/>
      <dgm:spPr/>
      <dgm:t>
        <a:bodyPr/>
        <a:lstStyle/>
        <a:p>
          <a:pPr>
            <a:lnSpc>
              <a:spcPct val="150000"/>
            </a:lnSpc>
          </a:pPr>
          <a:r>
            <a:rPr lang="de-DE" sz="1400" dirty="0"/>
            <a:t>Name</a:t>
          </a:r>
        </a:p>
      </dgm:t>
    </dgm:pt>
    <dgm:pt modelId="{6B0BA59F-8DE8-440C-9CBA-4732754B081B}" type="parTrans" cxnId="{3D172890-C5A1-4E1A-817D-45259E3782D7}">
      <dgm:prSet/>
      <dgm:spPr/>
      <dgm:t>
        <a:bodyPr/>
        <a:lstStyle/>
        <a:p>
          <a:endParaRPr lang="de-DE"/>
        </a:p>
      </dgm:t>
    </dgm:pt>
    <dgm:pt modelId="{B7E65DA2-4854-46D6-BAF0-605ACE81F094}" type="sibTrans" cxnId="{3D172890-C5A1-4E1A-817D-45259E3782D7}">
      <dgm:prSet/>
      <dgm:spPr/>
      <dgm:t>
        <a:bodyPr/>
        <a:lstStyle/>
        <a:p>
          <a:endParaRPr lang="de-DE"/>
        </a:p>
      </dgm:t>
    </dgm:pt>
    <dgm:pt modelId="{68C8839A-4BDF-4456-AA7B-3510BF58A3C1}">
      <dgm:prSet custT="1"/>
      <dgm:spPr/>
      <dgm:t>
        <a:bodyPr/>
        <a:lstStyle/>
        <a:p>
          <a:pPr>
            <a:lnSpc>
              <a:spcPct val="150000"/>
            </a:lnSpc>
          </a:pPr>
          <a:r>
            <a:rPr lang="de-DE" sz="1400"/>
            <a:t>Kontakt…</a:t>
          </a:r>
          <a:endParaRPr lang="de-DE" sz="1400" dirty="0"/>
        </a:p>
      </dgm:t>
    </dgm:pt>
    <dgm:pt modelId="{91973ACF-B15C-4B6E-8F2D-52189E23CE78}" type="parTrans" cxnId="{6A99887C-2996-479F-89BE-4618F03AEA07}">
      <dgm:prSet/>
      <dgm:spPr/>
      <dgm:t>
        <a:bodyPr/>
        <a:lstStyle/>
        <a:p>
          <a:endParaRPr lang="de-DE"/>
        </a:p>
      </dgm:t>
    </dgm:pt>
    <dgm:pt modelId="{A25BEC92-18B6-4E1E-8B14-91EC97C76B9D}" type="sibTrans" cxnId="{6A99887C-2996-479F-89BE-4618F03AEA07}">
      <dgm:prSet/>
      <dgm:spPr/>
      <dgm:t>
        <a:bodyPr/>
        <a:lstStyle/>
        <a:p>
          <a:endParaRPr lang="de-DE"/>
        </a:p>
      </dgm:t>
    </dgm:pt>
    <dgm:pt modelId="{CC65F40C-2357-467B-BA0B-A7A375FDF2EA}">
      <dgm:prSet custT="1"/>
      <dgm:spPr/>
      <dgm:t>
        <a:bodyPr/>
        <a:lstStyle/>
        <a:p>
          <a:pPr>
            <a:lnSpc>
              <a:spcPct val="150000"/>
            </a:lnSpc>
          </a:pPr>
          <a:r>
            <a:rPr lang="de-DE" sz="1400" b="1"/>
            <a:t>Artikel</a:t>
          </a:r>
          <a:endParaRPr lang="de-DE" sz="1400" b="1" dirty="0"/>
        </a:p>
      </dgm:t>
    </dgm:pt>
    <dgm:pt modelId="{3F5D96BE-5DD7-472A-9173-56F926FCED3A}" type="parTrans" cxnId="{D97B0159-0D35-4B7A-A8CA-9F65D3CDCACE}">
      <dgm:prSet/>
      <dgm:spPr/>
      <dgm:t>
        <a:bodyPr/>
        <a:lstStyle/>
        <a:p>
          <a:endParaRPr lang="de-DE"/>
        </a:p>
      </dgm:t>
    </dgm:pt>
    <dgm:pt modelId="{57B8A497-A5DA-4467-A670-64E375F38248}" type="sibTrans" cxnId="{D97B0159-0D35-4B7A-A8CA-9F65D3CDCACE}">
      <dgm:prSet/>
      <dgm:spPr/>
      <dgm:t>
        <a:bodyPr/>
        <a:lstStyle/>
        <a:p>
          <a:endParaRPr lang="de-DE"/>
        </a:p>
      </dgm:t>
    </dgm:pt>
    <dgm:pt modelId="{34D7AF1C-0768-49B3-83F9-ACB147FE6F6F}">
      <dgm:prSet custT="1"/>
      <dgm:spPr/>
      <dgm:t>
        <a:bodyPr/>
        <a:lstStyle/>
        <a:p>
          <a:pPr rtl="0">
            <a:lnSpc>
              <a:spcPct val="150000"/>
            </a:lnSpc>
          </a:pPr>
          <a:r>
            <a:rPr lang="de-DE" sz="1400" b="1"/>
            <a:t>Bestellung</a:t>
          </a:r>
          <a:endParaRPr lang="de-DE" sz="1400" b="1" dirty="0"/>
        </a:p>
      </dgm:t>
    </dgm:pt>
    <dgm:pt modelId="{E8AA53DC-90A6-4004-98F2-089568BF7F76}" type="parTrans" cxnId="{6D74129B-4CF7-4EF6-90DA-EE98C7E8BFC7}">
      <dgm:prSet/>
      <dgm:spPr/>
      <dgm:t>
        <a:bodyPr/>
        <a:lstStyle/>
        <a:p>
          <a:endParaRPr lang="de-DE"/>
        </a:p>
      </dgm:t>
    </dgm:pt>
    <dgm:pt modelId="{B64216DA-0887-4026-A2D5-670B398824C0}" type="sibTrans" cxnId="{6D74129B-4CF7-4EF6-90DA-EE98C7E8BFC7}">
      <dgm:prSet/>
      <dgm:spPr/>
      <dgm:t>
        <a:bodyPr/>
        <a:lstStyle/>
        <a:p>
          <a:endParaRPr lang="de-DE"/>
        </a:p>
      </dgm:t>
    </dgm:pt>
    <dgm:pt modelId="{5820A1B1-69C8-4902-B7DB-75606C3C3FFA}">
      <dgm:prSet custT="1"/>
      <dgm:spPr/>
      <dgm:t>
        <a:bodyPr/>
        <a:lstStyle/>
        <a:p>
          <a:pPr rtl="0">
            <a:lnSpc>
              <a:spcPct val="150000"/>
            </a:lnSpc>
          </a:pPr>
          <a:r>
            <a:rPr lang="de-DE" sz="1400"/>
            <a:t>Nummer</a:t>
          </a:r>
          <a:endParaRPr lang="de-DE" sz="1400" dirty="0"/>
        </a:p>
      </dgm:t>
    </dgm:pt>
    <dgm:pt modelId="{19981F68-C357-4448-9D65-D2DE8875F146}" type="parTrans" cxnId="{1CC92D34-76CA-47DE-A733-34DA866D5188}">
      <dgm:prSet/>
      <dgm:spPr/>
      <dgm:t>
        <a:bodyPr/>
        <a:lstStyle/>
        <a:p>
          <a:endParaRPr lang="de-DE"/>
        </a:p>
      </dgm:t>
    </dgm:pt>
    <dgm:pt modelId="{1293C918-7407-4100-8EDB-A0385E6EA606}" type="sibTrans" cxnId="{1CC92D34-76CA-47DE-A733-34DA866D5188}">
      <dgm:prSet/>
      <dgm:spPr/>
      <dgm:t>
        <a:bodyPr/>
        <a:lstStyle/>
        <a:p>
          <a:endParaRPr lang="de-DE"/>
        </a:p>
      </dgm:t>
    </dgm:pt>
    <dgm:pt modelId="{43349694-07F9-4533-89BC-0AB65D45F4F0}">
      <dgm:prSet custT="1"/>
      <dgm:spPr/>
      <dgm:t>
        <a:bodyPr/>
        <a:lstStyle/>
        <a:p>
          <a:pPr rtl="0">
            <a:lnSpc>
              <a:spcPct val="150000"/>
            </a:lnSpc>
          </a:pPr>
          <a:r>
            <a:rPr lang="de-DE" sz="1400"/>
            <a:t>Artikel, Menge…</a:t>
          </a:r>
          <a:endParaRPr lang="de-DE" sz="1400" dirty="0"/>
        </a:p>
      </dgm:t>
    </dgm:pt>
    <dgm:pt modelId="{F81E9AA0-035F-4E57-9CAD-1DFDB5909A9A}" type="parTrans" cxnId="{3B6FD789-DEBF-407C-99B6-6ADBE88B1861}">
      <dgm:prSet/>
      <dgm:spPr/>
      <dgm:t>
        <a:bodyPr/>
        <a:lstStyle/>
        <a:p>
          <a:endParaRPr lang="de-DE"/>
        </a:p>
      </dgm:t>
    </dgm:pt>
    <dgm:pt modelId="{6D50DDC8-5BE4-4FA2-92FB-E218238C3E7A}" type="sibTrans" cxnId="{3B6FD789-DEBF-407C-99B6-6ADBE88B1861}">
      <dgm:prSet/>
      <dgm:spPr/>
      <dgm:t>
        <a:bodyPr/>
        <a:lstStyle/>
        <a:p>
          <a:endParaRPr lang="de-DE"/>
        </a:p>
      </dgm:t>
    </dgm:pt>
    <dgm:pt modelId="{3FB2AE3E-9F78-4B1B-B47C-2D653F1BA9BA}">
      <dgm:prSet custT="1"/>
      <dgm:spPr/>
      <dgm:t>
        <a:bodyPr/>
        <a:lstStyle/>
        <a:p>
          <a:pPr>
            <a:lnSpc>
              <a:spcPct val="150000"/>
            </a:lnSpc>
          </a:pPr>
          <a:r>
            <a:rPr lang="de-DE" sz="1400"/>
            <a:t>Nummer</a:t>
          </a:r>
          <a:endParaRPr lang="de-DE" sz="1400" dirty="0"/>
        </a:p>
      </dgm:t>
    </dgm:pt>
    <dgm:pt modelId="{906E126A-1098-4494-9ACE-1D7333185BAE}" type="parTrans" cxnId="{30EFC8DB-1DD3-4E6B-8429-FE71899EB5F9}">
      <dgm:prSet/>
      <dgm:spPr/>
      <dgm:t>
        <a:bodyPr/>
        <a:lstStyle/>
        <a:p>
          <a:endParaRPr lang="de-DE"/>
        </a:p>
      </dgm:t>
    </dgm:pt>
    <dgm:pt modelId="{71F6562C-85CC-4E5D-B679-9B3B4B9FBA1E}" type="sibTrans" cxnId="{30EFC8DB-1DD3-4E6B-8429-FE71899EB5F9}">
      <dgm:prSet/>
      <dgm:spPr/>
      <dgm:t>
        <a:bodyPr/>
        <a:lstStyle/>
        <a:p>
          <a:endParaRPr lang="de-DE"/>
        </a:p>
      </dgm:t>
    </dgm:pt>
    <dgm:pt modelId="{A9F5ADCC-3729-45E7-877E-F4C1158065EC}">
      <dgm:prSet custT="1"/>
      <dgm:spPr/>
      <dgm:t>
        <a:bodyPr/>
        <a:lstStyle/>
        <a:p>
          <a:pPr>
            <a:lnSpc>
              <a:spcPct val="150000"/>
            </a:lnSpc>
          </a:pPr>
          <a:r>
            <a:rPr lang="de-DE" sz="1400"/>
            <a:t>Bezeichnung</a:t>
          </a:r>
          <a:endParaRPr lang="de-DE" sz="1400" dirty="0"/>
        </a:p>
      </dgm:t>
    </dgm:pt>
    <dgm:pt modelId="{40F4A7B6-2FD9-444E-A3C3-D3AF0839BC77}" type="parTrans" cxnId="{149B8D4E-753A-448E-A721-E003D1DDD627}">
      <dgm:prSet/>
      <dgm:spPr/>
      <dgm:t>
        <a:bodyPr/>
        <a:lstStyle/>
        <a:p>
          <a:endParaRPr lang="de-DE"/>
        </a:p>
      </dgm:t>
    </dgm:pt>
    <dgm:pt modelId="{347D83F4-F0AF-41C1-8D1C-C55F8C3AC9B2}" type="sibTrans" cxnId="{149B8D4E-753A-448E-A721-E003D1DDD627}">
      <dgm:prSet/>
      <dgm:spPr/>
      <dgm:t>
        <a:bodyPr/>
        <a:lstStyle/>
        <a:p>
          <a:endParaRPr lang="de-DE"/>
        </a:p>
      </dgm:t>
    </dgm:pt>
    <dgm:pt modelId="{63D753BC-303A-4611-85D1-6593ABEB8F9F}">
      <dgm:prSet custT="1"/>
      <dgm:spPr/>
      <dgm:t>
        <a:bodyPr/>
        <a:lstStyle/>
        <a:p>
          <a:pPr>
            <a:lnSpc>
              <a:spcPct val="150000"/>
            </a:lnSpc>
          </a:pPr>
          <a:r>
            <a:rPr lang="de-DE" sz="1400" dirty="0"/>
            <a:t>Farbe</a:t>
          </a:r>
          <a:r>
            <a:rPr lang="de-DE" sz="1400"/>
            <a:t>, Preis…</a:t>
          </a:r>
          <a:endParaRPr lang="de-DE" sz="1400" dirty="0"/>
        </a:p>
      </dgm:t>
    </dgm:pt>
    <dgm:pt modelId="{3065C500-A293-4F71-B67A-CBDE8F313305}" type="parTrans" cxnId="{6FD28CE1-601F-4F60-9BD1-52257AF662B4}">
      <dgm:prSet/>
      <dgm:spPr/>
      <dgm:t>
        <a:bodyPr/>
        <a:lstStyle/>
        <a:p>
          <a:endParaRPr lang="de-DE"/>
        </a:p>
      </dgm:t>
    </dgm:pt>
    <dgm:pt modelId="{B5C462C7-D690-4FB5-B7A2-5C25201178BE}" type="sibTrans" cxnId="{6FD28CE1-601F-4F60-9BD1-52257AF662B4}">
      <dgm:prSet/>
      <dgm:spPr/>
      <dgm:t>
        <a:bodyPr/>
        <a:lstStyle/>
        <a:p>
          <a:endParaRPr lang="de-DE"/>
        </a:p>
      </dgm:t>
    </dgm:pt>
    <dgm:pt modelId="{BB363401-91E4-4F80-9EA3-A891DEAB125E}">
      <dgm:prSet custT="1"/>
      <dgm:spPr/>
      <dgm:t>
        <a:bodyPr/>
        <a:lstStyle/>
        <a:p>
          <a:pPr rtl="0">
            <a:lnSpc>
              <a:spcPct val="150000"/>
            </a:lnSpc>
          </a:pPr>
          <a:r>
            <a:rPr lang="de-DE" sz="1400"/>
            <a:t>Datum</a:t>
          </a:r>
          <a:endParaRPr lang="de-DE" sz="1400" dirty="0"/>
        </a:p>
      </dgm:t>
    </dgm:pt>
    <dgm:pt modelId="{308D2438-144A-485F-AE80-D6E678DB6816}" type="parTrans" cxnId="{9C3E8A10-BF98-4422-B95A-A049EAD05922}">
      <dgm:prSet/>
      <dgm:spPr/>
      <dgm:t>
        <a:bodyPr/>
        <a:lstStyle/>
        <a:p>
          <a:endParaRPr lang="de-DE"/>
        </a:p>
      </dgm:t>
    </dgm:pt>
    <dgm:pt modelId="{A728B047-943A-457F-95D5-3537BD83C7BF}" type="sibTrans" cxnId="{9C3E8A10-BF98-4422-B95A-A049EAD05922}">
      <dgm:prSet/>
      <dgm:spPr/>
      <dgm:t>
        <a:bodyPr/>
        <a:lstStyle/>
        <a:p>
          <a:endParaRPr lang="de-DE"/>
        </a:p>
      </dgm:t>
    </dgm:pt>
    <dgm:pt modelId="{05BDF2A7-1968-4589-8217-410B661C19A2}">
      <dgm:prSet custT="1"/>
      <dgm:spPr/>
      <dgm:t>
        <a:bodyPr/>
        <a:lstStyle/>
        <a:p>
          <a:pPr>
            <a:lnSpc>
              <a:spcPct val="150000"/>
            </a:lnSpc>
          </a:pPr>
          <a:r>
            <a:rPr lang="de-DE" sz="1400" b="1"/>
            <a:t>Rechnung</a:t>
          </a:r>
          <a:endParaRPr lang="de-DE" sz="1400" b="1" dirty="0"/>
        </a:p>
      </dgm:t>
    </dgm:pt>
    <dgm:pt modelId="{6888559B-5CCC-4F62-9FD8-6238AAA577F5}" type="parTrans" cxnId="{51875A1C-0EF5-4DFE-9826-9F9F59B77EB8}">
      <dgm:prSet/>
      <dgm:spPr/>
      <dgm:t>
        <a:bodyPr/>
        <a:lstStyle/>
        <a:p>
          <a:endParaRPr lang="de-DE"/>
        </a:p>
      </dgm:t>
    </dgm:pt>
    <dgm:pt modelId="{50B25A35-442D-4B35-848A-32AE68B85C6C}" type="sibTrans" cxnId="{51875A1C-0EF5-4DFE-9826-9F9F59B77EB8}">
      <dgm:prSet/>
      <dgm:spPr/>
      <dgm:t>
        <a:bodyPr/>
        <a:lstStyle/>
        <a:p>
          <a:endParaRPr lang="de-DE"/>
        </a:p>
      </dgm:t>
    </dgm:pt>
    <dgm:pt modelId="{CC4E7DBB-D15B-4CD2-8CAF-3A0FDFA977EE}">
      <dgm:prSet custT="1"/>
      <dgm:spPr/>
      <dgm:t>
        <a:bodyPr/>
        <a:lstStyle/>
        <a:p>
          <a:pPr>
            <a:lnSpc>
              <a:spcPct val="150000"/>
            </a:lnSpc>
          </a:pPr>
          <a:r>
            <a:rPr lang="de-DE" sz="1400"/>
            <a:t>Kunde</a:t>
          </a:r>
          <a:endParaRPr lang="de-DE" sz="1400" dirty="0"/>
        </a:p>
      </dgm:t>
    </dgm:pt>
    <dgm:pt modelId="{2D55575B-9CF5-4302-BDF8-9A18585F7DCF}" type="parTrans" cxnId="{ABDAC3EA-A163-4772-9EAE-7C13517898AB}">
      <dgm:prSet/>
      <dgm:spPr/>
      <dgm:t>
        <a:bodyPr/>
        <a:lstStyle/>
        <a:p>
          <a:endParaRPr lang="de-DE"/>
        </a:p>
      </dgm:t>
    </dgm:pt>
    <dgm:pt modelId="{BC7E347A-937F-4687-AE9B-4FCF68383D02}" type="sibTrans" cxnId="{ABDAC3EA-A163-4772-9EAE-7C13517898AB}">
      <dgm:prSet/>
      <dgm:spPr/>
      <dgm:t>
        <a:bodyPr/>
        <a:lstStyle/>
        <a:p>
          <a:endParaRPr lang="de-DE"/>
        </a:p>
      </dgm:t>
    </dgm:pt>
    <dgm:pt modelId="{0CC174EA-526A-4787-ABA6-3CF5F2A80498}">
      <dgm:prSet custT="1"/>
      <dgm:spPr/>
      <dgm:t>
        <a:bodyPr/>
        <a:lstStyle/>
        <a:p>
          <a:pPr>
            <a:lnSpc>
              <a:spcPct val="150000"/>
            </a:lnSpc>
          </a:pPr>
          <a:r>
            <a:rPr lang="de-DE" sz="1400"/>
            <a:t>Preis</a:t>
          </a:r>
          <a:endParaRPr lang="de-DE" sz="1400" dirty="0"/>
        </a:p>
      </dgm:t>
    </dgm:pt>
    <dgm:pt modelId="{459D4645-7BBD-4E6B-A96C-BAA625B1B9B5}" type="parTrans" cxnId="{E24575F0-5C42-424F-BD51-CA2C3A208B0E}">
      <dgm:prSet/>
      <dgm:spPr/>
      <dgm:t>
        <a:bodyPr/>
        <a:lstStyle/>
        <a:p>
          <a:endParaRPr lang="de-DE"/>
        </a:p>
      </dgm:t>
    </dgm:pt>
    <dgm:pt modelId="{9AB87214-C270-4BA0-A3E8-6F1EAC0885FB}" type="sibTrans" cxnId="{E24575F0-5C42-424F-BD51-CA2C3A208B0E}">
      <dgm:prSet/>
      <dgm:spPr/>
      <dgm:t>
        <a:bodyPr/>
        <a:lstStyle/>
        <a:p>
          <a:endParaRPr lang="de-DE"/>
        </a:p>
      </dgm:t>
    </dgm:pt>
    <dgm:pt modelId="{17397531-F4F4-4C83-B3B7-E00889198C1B}">
      <dgm:prSet custT="1"/>
      <dgm:spPr/>
      <dgm:t>
        <a:bodyPr/>
        <a:lstStyle/>
        <a:p>
          <a:pPr>
            <a:lnSpc>
              <a:spcPct val="150000"/>
            </a:lnSpc>
          </a:pPr>
          <a:r>
            <a:rPr lang="de-DE" sz="1400"/>
            <a:t>Bestellung</a:t>
          </a:r>
          <a:endParaRPr lang="de-DE" sz="1400" dirty="0"/>
        </a:p>
      </dgm:t>
    </dgm:pt>
    <dgm:pt modelId="{73ED4C54-392B-4DC3-87FE-B1B92166BDF9}" type="parTrans" cxnId="{6FA431B8-A04D-4AD5-9FAF-D03C51E24B3E}">
      <dgm:prSet/>
      <dgm:spPr/>
      <dgm:t>
        <a:bodyPr/>
        <a:lstStyle/>
        <a:p>
          <a:endParaRPr lang="de-DE"/>
        </a:p>
      </dgm:t>
    </dgm:pt>
    <dgm:pt modelId="{8699AE92-26DA-4774-84FE-621FB921B9DA}" type="sibTrans" cxnId="{6FA431B8-A04D-4AD5-9FAF-D03C51E24B3E}">
      <dgm:prSet/>
      <dgm:spPr/>
      <dgm:t>
        <a:bodyPr/>
        <a:lstStyle/>
        <a:p>
          <a:endParaRPr lang="de-DE"/>
        </a:p>
      </dgm:t>
    </dgm:pt>
    <dgm:pt modelId="{C8D9BA15-9795-4C5F-9360-69ABCAB3A7DA}" type="pres">
      <dgm:prSet presAssocID="{38B0A528-5225-4BE2-B856-F0E4F916655D}" presName="diagram" presStyleCnt="0">
        <dgm:presLayoutVars>
          <dgm:dir/>
          <dgm:animLvl val="lvl"/>
          <dgm:resizeHandles val="exact"/>
        </dgm:presLayoutVars>
      </dgm:prSet>
      <dgm:spPr/>
    </dgm:pt>
    <dgm:pt modelId="{1D675B53-AD70-4607-AB03-09EEC5A3158A}" type="pres">
      <dgm:prSet presAssocID="{9E93DB5B-6A46-4A1E-9FDA-C69448FCA4CA}" presName="compNode" presStyleCnt="0"/>
      <dgm:spPr/>
    </dgm:pt>
    <dgm:pt modelId="{6FA7BBDD-DE7A-4EE0-A43C-09B7428596B3}" type="pres">
      <dgm:prSet presAssocID="{9E93DB5B-6A46-4A1E-9FDA-C69448FCA4CA}" presName="childRect" presStyleLbl="bgAcc1" presStyleIdx="0" presStyleCnt="5" custScaleX="110000" custScaleY="146410">
        <dgm:presLayoutVars>
          <dgm:bulletEnabled val="1"/>
        </dgm:presLayoutVars>
      </dgm:prSet>
      <dgm:spPr/>
    </dgm:pt>
    <dgm:pt modelId="{265F639B-11C7-4385-9C21-F10CCD0A3932}" type="pres">
      <dgm:prSet presAssocID="{9E93DB5B-6A46-4A1E-9FDA-C69448FCA4CA}" presName="parentText" presStyleLbl="node1" presStyleIdx="0" presStyleCnt="0">
        <dgm:presLayoutVars>
          <dgm:chMax val="0"/>
          <dgm:bulletEnabled val="1"/>
        </dgm:presLayoutVars>
      </dgm:prSet>
      <dgm:spPr/>
    </dgm:pt>
    <dgm:pt modelId="{C7A2802C-2820-41B4-BCDD-AFAD363BA956}" type="pres">
      <dgm:prSet presAssocID="{9E93DB5B-6A46-4A1E-9FDA-C69448FCA4CA}" presName="parentRect" presStyleLbl="alignNode1" presStyleIdx="0" presStyleCnt="5"/>
      <dgm:spPr/>
    </dgm:pt>
    <dgm:pt modelId="{8AB5F57B-E20F-4341-A784-E05353C40AD3}" type="pres">
      <dgm:prSet presAssocID="{9E93DB5B-6A46-4A1E-9FDA-C69448FCA4CA}" presName="adorn" presStyleLbl="fgAccFollowNode1" presStyleIdx="0" presStyleCnt="5"/>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9000" b="-9000"/>
          </a:stretch>
        </a:blipFill>
      </dgm:spPr>
    </dgm:pt>
    <dgm:pt modelId="{7B0D591E-19DB-41BD-9CB9-AFBF92947406}" type="pres">
      <dgm:prSet presAssocID="{2340BC21-E4DC-4F7F-83B1-4B88C25B3AF0}" presName="sibTrans" presStyleLbl="sibTrans2D1" presStyleIdx="0" presStyleCnt="0"/>
      <dgm:spPr/>
    </dgm:pt>
    <dgm:pt modelId="{83027EE6-116A-4628-983C-A57B6B7A6F12}" type="pres">
      <dgm:prSet presAssocID="{34D7AF1C-0768-49B3-83F9-ACB147FE6F6F}" presName="compNode" presStyleCnt="0"/>
      <dgm:spPr/>
    </dgm:pt>
    <dgm:pt modelId="{DE6DCBEB-D278-4311-B0D0-265870BCAEA0}" type="pres">
      <dgm:prSet presAssocID="{34D7AF1C-0768-49B3-83F9-ACB147FE6F6F}" presName="childRect" presStyleLbl="bgAcc1" presStyleIdx="1" presStyleCnt="5" custScaleX="110000" custScaleY="146410">
        <dgm:presLayoutVars>
          <dgm:bulletEnabled val="1"/>
        </dgm:presLayoutVars>
      </dgm:prSet>
      <dgm:spPr/>
    </dgm:pt>
    <dgm:pt modelId="{288E89D0-44EF-4607-957D-F3A2FB61E460}" type="pres">
      <dgm:prSet presAssocID="{34D7AF1C-0768-49B3-83F9-ACB147FE6F6F}" presName="parentText" presStyleLbl="node1" presStyleIdx="0" presStyleCnt="0">
        <dgm:presLayoutVars>
          <dgm:chMax val="0"/>
          <dgm:bulletEnabled val="1"/>
        </dgm:presLayoutVars>
      </dgm:prSet>
      <dgm:spPr/>
    </dgm:pt>
    <dgm:pt modelId="{4FB5F224-0449-4177-A3E1-867FED064198}" type="pres">
      <dgm:prSet presAssocID="{34D7AF1C-0768-49B3-83F9-ACB147FE6F6F}" presName="parentRect" presStyleLbl="alignNode1" presStyleIdx="1" presStyleCnt="5"/>
      <dgm:spPr/>
    </dgm:pt>
    <dgm:pt modelId="{E45E1493-8287-40D4-9D68-77FAED4B86DF}" type="pres">
      <dgm:prSet presAssocID="{34D7AF1C-0768-49B3-83F9-ACB147FE6F6F}" presName="adorn" presStyleLbl="fgAccFollowNode1" presStyleIdx="1" presStyleCnt="5"/>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t="-2000" b="-2000"/>
          </a:stretch>
        </a:blipFill>
      </dgm:spPr>
    </dgm:pt>
    <dgm:pt modelId="{503B0A07-BD78-4974-A432-5346CA0559D3}" type="pres">
      <dgm:prSet presAssocID="{B64216DA-0887-4026-A2D5-670B398824C0}" presName="sibTrans" presStyleLbl="sibTrans2D1" presStyleIdx="0" presStyleCnt="0"/>
      <dgm:spPr/>
    </dgm:pt>
    <dgm:pt modelId="{CA5EEBE8-E468-4240-A1C8-3602C940AAD6}" type="pres">
      <dgm:prSet presAssocID="{D2845836-683C-48CE-AF75-1596ECC44AE3}" presName="compNode" presStyleCnt="0"/>
      <dgm:spPr/>
    </dgm:pt>
    <dgm:pt modelId="{093F2981-0D46-4224-8656-166EEA542927}" type="pres">
      <dgm:prSet presAssocID="{D2845836-683C-48CE-AF75-1596ECC44AE3}" presName="childRect" presStyleLbl="bgAcc1" presStyleIdx="2" presStyleCnt="5" custScaleX="110000" custScaleY="146410">
        <dgm:presLayoutVars>
          <dgm:bulletEnabled val="1"/>
        </dgm:presLayoutVars>
      </dgm:prSet>
      <dgm:spPr/>
    </dgm:pt>
    <dgm:pt modelId="{6BECF5B7-473C-4FC2-9F43-963E5C91BF21}" type="pres">
      <dgm:prSet presAssocID="{D2845836-683C-48CE-AF75-1596ECC44AE3}" presName="parentText" presStyleLbl="node1" presStyleIdx="0" presStyleCnt="0">
        <dgm:presLayoutVars>
          <dgm:chMax val="0"/>
          <dgm:bulletEnabled val="1"/>
        </dgm:presLayoutVars>
      </dgm:prSet>
      <dgm:spPr/>
    </dgm:pt>
    <dgm:pt modelId="{CA5AAC33-DE48-41EA-8BAA-370B2B22285A}" type="pres">
      <dgm:prSet presAssocID="{D2845836-683C-48CE-AF75-1596ECC44AE3}" presName="parentRect" presStyleLbl="alignNode1" presStyleIdx="2" presStyleCnt="5"/>
      <dgm:spPr/>
    </dgm:pt>
    <dgm:pt modelId="{7A7C8222-B9CB-4CFF-8FBC-332DC964DE7C}" type="pres">
      <dgm:prSet presAssocID="{D2845836-683C-48CE-AF75-1596ECC44AE3}" presName="adorn" presStyleLbl="fgAccFollowNode1" presStyleIdx="2" presStyleCnt="5"/>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dgm:spPr>
    </dgm:pt>
    <dgm:pt modelId="{F9C1F36D-F527-408A-8F8A-0FE8F0DFD846}" type="pres">
      <dgm:prSet presAssocID="{418E0CEE-8679-4A27-8416-B4C7E3B1CF13}" presName="sibTrans" presStyleLbl="sibTrans2D1" presStyleIdx="0" presStyleCnt="0"/>
      <dgm:spPr/>
    </dgm:pt>
    <dgm:pt modelId="{7E8FAEC6-9B75-4664-8B94-2342B1A53C51}" type="pres">
      <dgm:prSet presAssocID="{CC65F40C-2357-467B-BA0B-A7A375FDF2EA}" presName="compNode" presStyleCnt="0"/>
      <dgm:spPr/>
    </dgm:pt>
    <dgm:pt modelId="{EB86A8FB-C98A-4A55-81BF-EC9A3802488E}" type="pres">
      <dgm:prSet presAssocID="{CC65F40C-2357-467B-BA0B-A7A375FDF2EA}" presName="childRect" presStyleLbl="bgAcc1" presStyleIdx="3" presStyleCnt="5" custScaleX="110000" custScaleY="146410">
        <dgm:presLayoutVars>
          <dgm:bulletEnabled val="1"/>
        </dgm:presLayoutVars>
      </dgm:prSet>
      <dgm:spPr/>
    </dgm:pt>
    <dgm:pt modelId="{9675E33F-0B1B-4B7D-997F-167B882A5DD9}" type="pres">
      <dgm:prSet presAssocID="{CC65F40C-2357-467B-BA0B-A7A375FDF2EA}" presName="parentText" presStyleLbl="node1" presStyleIdx="0" presStyleCnt="0">
        <dgm:presLayoutVars>
          <dgm:chMax val="0"/>
          <dgm:bulletEnabled val="1"/>
        </dgm:presLayoutVars>
      </dgm:prSet>
      <dgm:spPr/>
    </dgm:pt>
    <dgm:pt modelId="{EA013CCA-5DBB-4BA7-8E29-0012DA99F08E}" type="pres">
      <dgm:prSet presAssocID="{CC65F40C-2357-467B-BA0B-A7A375FDF2EA}" presName="parentRect" presStyleLbl="alignNode1" presStyleIdx="3" presStyleCnt="5"/>
      <dgm:spPr/>
    </dgm:pt>
    <dgm:pt modelId="{34D28B7D-1A50-454C-A86A-756048ABE406}" type="pres">
      <dgm:prSet presAssocID="{CC65F40C-2357-467B-BA0B-A7A375FDF2EA}" presName="adorn" presStyleLbl="fgAccFollowNode1" presStyleIdx="3" presStyleCnt="5"/>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l="-16000" r="-16000"/>
          </a:stretch>
        </a:blipFill>
      </dgm:spPr>
    </dgm:pt>
    <dgm:pt modelId="{4E74F7CA-FA1F-4C6A-A7F5-CF534A7C6C73}" type="pres">
      <dgm:prSet presAssocID="{57B8A497-A5DA-4467-A670-64E375F38248}" presName="sibTrans" presStyleLbl="sibTrans2D1" presStyleIdx="0" presStyleCnt="0"/>
      <dgm:spPr/>
    </dgm:pt>
    <dgm:pt modelId="{240BD36B-81DB-4062-9A9A-1E34B0CF9067}" type="pres">
      <dgm:prSet presAssocID="{05BDF2A7-1968-4589-8217-410B661C19A2}" presName="compNode" presStyleCnt="0"/>
      <dgm:spPr/>
    </dgm:pt>
    <dgm:pt modelId="{B4945269-104A-44E8-8047-1389CD87B0F5}" type="pres">
      <dgm:prSet presAssocID="{05BDF2A7-1968-4589-8217-410B661C19A2}" presName="childRect" presStyleLbl="bgAcc1" presStyleIdx="4" presStyleCnt="5" custScaleY="146410">
        <dgm:presLayoutVars>
          <dgm:bulletEnabled val="1"/>
        </dgm:presLayoutVars>
      </dgm:prSet>
      <dgm:spPr/>
    </dgm:pt>
    <dgm:pt modelId="{BDDA3F8A-E7DA-4FD8-A20B-7D20EC40E825}" type="pres">
      <dgm:prSet presAssocID="{05BDF2A7-1968-4589-8217-410B661C19A2}" presName="parentText" presStyleLbl="node1" presStyleIdx="0" presStyleCnt="0">
        <dgm:presLayoutVars>
          <dgm:chMax val="0"/>
          <dgm:bulletEnabled val="1"/>
        </dgm:presLayoutVars>
      </dgm:prSet>
      <dgm:spPr/>
    </dgm:pt>
    <dgm:pt modelId="{715BC2CC-5BBA-45AA-BF3B-C215599B7731}" type="pres">
      <dgm:prSet presAssocID="{05BDF2A7-1968-4589-8217-410B661C19A2}" presName="parentRect" presStyleLbl="alignNode1" presStyleIdx="4" presStyleCnt="5"/>
      <dgm:spPr/>
    </dgm:pt>
    <dgm:pt modelId="{1137495A-B520-4E34-80E3-4FB282A38403}" type="pres">
      <dgm:prSet presAssocID="{05BDF2A7-1968-4589-8217-410B661C19A2}" presName="adorn" presStyleLbl="fgAccFollowNode1" presStyleIdx="4" presStyleCnt="5"/>
      <dgm:spPr>
        <a:blipFill rotWithShape="1">
          <a:blip xmlns:r="http://schemas.openxmlformats.org/officeDocument/2006/relationships"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l="-15000" r="-15000"/>
          </a:stretch>
        </a:blipFill>
      </dgm:spPr>
    </dgm:pt>
  </dgm:ptLst>
  <dgm:cxnLst>
    <dgm:cxn modelId="{C6F2E80D-0724-40C3-8FAD-5584480175F5}" type="presOf" srcId="{63D753BC-303A-4611-85D1-6593ABEB8F9F}" destId="{EB86A8FB-C98A-4A55-81BF-EC9A3802488E}" srcOrd="0" destOrd="2" presId="urn:microsoft.com/office/officeart/2005/8/layout/bList2"/>
    <dgm:cxn modelId="{9C3E8A10-BF98-4422-B95A-A049EAD05922}" srcId="{34D7AF1C-0768-49B3-83F9-ACB147FE6F6F}" destId="{BB363401-91E4-4F80-9EA3-A891DEAB125E}" srcOrd="1" destOrd="0" parTransId="{308D2438-144A-485F-AE80-D6E678DB6816}" sibTransId="{A728B047-943A-457F-95D5-3537BD83C7BF}"/>
    <dgm:cxn modelId="{1D2E9014-D5F4-499A-97C4-DAB0C2EF1A59}" type="presOf" srcId="{418E0CEE-8679-4A27-8416-B4C7E3B1CF13}" destId="{F9C1F36D-F527-408A-8F8A-0FE8F0DFD846}" srcOrd="0" destOrd="0" presId="urn:microsoft.com/office/officeart/2005/8/layout/bList2"/>
    <dgm:cxn modelId="{84CA351B-A62E-4921-A682-E147B311627B}" type="presOf" srcId="{2340BC21-E4DC-4F7F-83B1-4B88C25B3AF0}" destId="{7B0D591E-19DB-41BD-9CB9-AFBF92947406}" srcOrd="0" destOrd="0" presId="urn:microsoft.com/office/officeart/2005/8/layout/bList2"/>
    <dgm:cxn modelId="{51875A1C-0EF5-4DFE-9826-9F9F59B77EB8}" srcId="{38B0A528-5225-4BE2-B856-F0E4F916655D}" destId="{05BDF2A7-1968-4589-8217-410B661C19A2}" srcOrd="4" destOrd="0" parTransId="{6888559B-5CCC-4F62-9FD8-6238AAA577F5}" sibTransId="{50B25A35-442D-4B35-848A-32AE68B85C6C}"/>
    <dgm:cxn modelId="{6B0E101E-7C3E-45EE-B220-091284264965}" type="presOf" srcId="{34D7AF1C-0768-49B3-83F9-ACB147FE6F6F}" destId="{4FB5F224-0449-4177-A3E1-867FED064198}" srcOrd="1" destOrd="0" presId="urn:microsoft.com/office/officeart/2005/8/layout/bList2"/>
    <dgm:cxn modelId="{1CC92D34-76CA-47DE-A733-34DA866D5188}" srcId="{34D7AF1C-0768-49B3-83F9-ACB147FE6F6F}" destId="{5820A1B1-69C8-4902-B7DB-75606C3C3FFA}" srcOrd="0" destOrd="0" parTransId="{19981F68-C357-4448-9D65-D2DE8875F146}" sibTransId="{1293C918-7407-4100-8EDB-A0385E6EA606}"/>
    <dgm:cxn modelId="{6A3BE334-3D56-4523-B006-E6219B700D36}" type="presOf" srcId="{BB363401-91E4-4F80-9EA3-A891DEAB125E}" destId="{DE6DCBEB-D278-4311-B0D0-265870BCAEA0}" srcOrd="0" destOrd="1" presId="urn:microsoft.com/office/officeart/2005/8/layout/bList2"/>
    <dgm:cxn modelId="{C10EC536-E932-4697-B26B-9449BE85C6BA}" type="presOf" srcId="{05BDF2A7-1968-4589-8217-410B661C19A2}" destId="{BDDA3F8A-E7DA-4FD8-A20B-7D20EC40E825}" srcOrd="0" destOrd="0" presId="urn:microsoft.com/office/officeart/2005/8/layout/bList2"/>
    <dgm:cxn modelId="{1D38365B-424C-432D-AEB5-0C615819A9FF}" srcId="{9E93DB5B-6A46-4A1E-9FDA-C69448FCA4CA}" destId="{8D27051B-A221-47CF-B7D0-131B7529BD86}" srcOrd="0" destOrd="0" parTransId="{EC78A87F-48B7-44B5-A140-BF246821EA1A}" sibTransId="{74D34825-349A-4F8D-B1BE-D2291B4DD83D}"/>
    <dgm:cxn modelId="{255BF95C-CD04-4A3E-A26B-D4DE9C56ABCE}" type="presOf" srcId="{C750E834-80A9-478A-A167-B84149F57472}" destId="{6FA7BBDD-DE7A-4EE0-A43C-09B7428596B3}" srcOrd="0" destOrd="1" presId="urn:microsoft.com/office/officeart/2005/8/layout/bList2"/>
    <dgm:cxn modelId="{8CB65B5D-27B9-46E8-88F6-8EAF3C76B9E7}" type="presOf" srcId="{34D7AF1C-0768-49B3-83F9-ACB147FE6F6F}" destId="{288E89D0-44EF-4607-957D-F3A2FB61E460}" srcOrd="0" destOrd="0" presId="urn:microsoft.com/office/officeart/2005/8/layout/bList2"/>
    <dgm:cxn modelId="{3BB81143-8621-47C3-8694-B573A4DF98AD}" type="presOf" srcId="{A9F5ADCC-3729-45E7-877E-F4C1158065EC}" destId="{EB86A8FB-C98A-4A55-81BF-EC9A3802488E}" srcOrd="0" destOrd="1" presId="urn:microsoft.com/office/officeart/2005/8/layout/bList2"/>
    <dgm:cxn modelId="{663A3644-572C-46F5-8816-CB4306FABDEC}" type="presOf" srcId="{8D27051B-A221-47CF-B7D0-131B7529BD86}" destId="{6FA7BBDD-DE7A-4EE0-A43C-09B7428596B3}" srcOrd="0" destOrd="0" presId="urn:microsoft.com/office/officeart/2005/8/layout/bList2"/>
    <dgm:cxn modelId="{80ECD665-BC4D-43D3-8AC1-7752F8667150}" type="presOf" srcId="{38B0A528-5225-4BE2-B856-F0E4F916655D}" destId="{C8D9BA15-9795-4C5F-9360-69ABCAB3A7DA}" srcOrd="0" destOrd="0" presId="urn:microsoft.com/office/officeart/2005/8/layout/bList2"/>
    <dgm:cxn modelId="{EA6F6066-DFAD-4000-9324-08149599D125}" type="presOf" srcId="{0CC174EA-526A-4787-ABA6-3CF5F2A80498}" destId="{B4945269-104A-44E8-8047-1389CD87B0F5}" srcOrd="0" destOrd="2" presId="urn:microsoft.com/office/officeart/2005/8/layout/bList2"/>
    <dgm:cxn modelId="{4BECD94D-7DA8-4090-9D34-E3E9495BD25F}" type="presOf" srcId="{9E93DB5B-6A46-4A1E-9FDA-C69448FCA4CA}" destId="{C7A2802C-2820-41B4-BCDD-AFAD363BA956}" srcOrd="1" destOrd="0" presId="urn:microsoft.com/office/officeart/2005/8/layout/bList2"/>
    <dgm:cxn modelId="{149B8D4E-753A-448E-A721-E003D1DDD627}" srcId="{CC65F40C-2357-467B-BA0B-A7A375FDF2EA}" destId="{A9F5ADCC-3729-45E7-877E-F4C1158065EC}" srcOrd="1" destOrd="0" parTransId="{40F4A7B6-2FD9-444E-A3C3-D3AF0839BC77}" sibTransId="{347D83F4-F0AF-41C1-8D1C-C55F8C3AC9B2}"/>
    <dgm:cxn modelId="{D3083270-879D-4CB1-9BCE-29FD41A09F57}" type="presOf" srcId="{D2845836-683C-48CE-AF75-1596ECC44AE3}" destId="{6BECF5B7-473C-4FC2-9F43-963E5C91BF21}" srcOrd="0" destOrd="0" presId="urn:microsoft.com/office/officeart/2005/8/layout/bList2"/>
    <dgm:cxn modelId="{AE383450-72FD-470D-9C1B-F9FF3726FA43}" type="presOf" srcId="{D2845836-683C-48CE-AF75-1596ECC44AE3}" destId="{CA5AAC33-DE48-41EA-8BAA-370B2B22285A}" srcOrd="1" destOrd="0" presId="urn:microsoft.com/office/officeart/2005/8/layout/bList2"/>
    <dgm:cxn modelId="{DCBCA778-76ED-45AC-A366-8D43468436A4}" type="presOf" srcId="{CC4E7DBB-D15B-4CD2-8CAF-3A0FDFA977EE}" destId="{B4945269-104A-44E8-8047-1389CD87B0F5}" srcOrd="0" destOrd="0" presId="urn:microsoft.com/office/officeart/2005/8/layout/bList2"/>
    <dgm:cxn modelId="{D97B0159-0D35-4B7A-A8CA-9F65D3CDCACE}" srcId="{38B0A528-5225-4BE2-B856-F0E4F916655D}" destId="{CC65F40C-2357-467B-BA0B-A7A375FDF2EA}" srcOrd="3" destOrd="0" parTransId="{3F5D96BE-5DD7-472A-9173-56F926FCED3A}" sibTransId="{57B8A497-A5DA-4467-A670-64E375F38248}"/>
    <dgm:cxn modelId="{C8749B5A-23CF-4606-8CCD-B3EF6C927B75}" srcId="{38B0A528-5225-4BE2-B856-F0E4F916655D}" destId="{9E93DB5B-6A46-4A1E-9FDA-C69448FCA4CA}" srcOrd="0" destOrd="0" parTransId="{4FBA6D29-7422-4785-BD25-A0B02191A7E1}" sibTransId="{2340BC21-E4DC-4F7F-83B1-4B88C25B3AF0}"/>
    <dgm:cxn modelId="{6A99887C-2996-479F-89BE-4618F03AEA07}" srcId="{D2845836-683C-48CE-AF75-1596ECC44AE3}" destId="{68C8839A-4BDF-4456-AA7B-3510BF58A3C1}" srcOrd="2" destOrd="0" parTransId="{91973ACF-B15C-4B6E-8F2D-52189E23CE78}" sibTransId="{A25BEC92-18B6-4E1E-8B14-91EC97C76B9D}"/>
    <dgm:cxn modelId="{9E040B86-55EC-4108-B1E1-8EDCF4F319C1}" type="presOf" srcId="{9E93DB5B-6A46-4A1E-9FDA-C69448FCA4CA}" destId="{265F639B-11C7-4385-9C21-F10CCD0A3932}" srcOrd="0" destOrd="0" presId="urn:microsoft.com/office/officeart/2005/8/layout/bList2"/>
    <dgm:cxn modelId="{176A6389-1357-4B4B-A020-63219D0F0A39}" type="presOf" srcId="{3FB2AE3E-9F78-4B1B-B47C-2D653F1BA9BA}" destId="{EB86A8FB-C98A-4A55-81BF-EC9A3802488E}" srcOrd="0" destOrd="0" presId="urn:microsoft.com/office/officeart/2005/8/layout/bList2"/>
    <dgm:cxn modelId="{3B6FD789-DEBF-407C-99B6-6ADBE88B1861}" srcId="{34D7AF1C-0768-49B3-83F9-ACB147FE6F6F}" destId="{43349694-07F9-4533-89BC-0AB65D45F4F0}" srcOrd="2" destOrd="0" parTransId="{F81E9AA0-035F-4E57-9CAD-1DFDB5909A9A}" sibTransId="{6D50DDC8-5BE4-4FA2-92FB-E218238C3E7A}"/>
    <dgm:cxn modelId="{3D172890-C5A1-4E1A-817D-45259E3782D7}" srcId="{D2845836-683C-48CE-AF75-1596ECC44AE3}" destId="{59EC126C-E390-442C-93F1-C3CB526EAB86}" srcOrd="1" destOrd="0" parTransId="{6B0BA59F-8DE8-440C-9CBA-4732754B081B}" sibTransId="{B7E65DA2-4854-46D6-BAF0-605ACE81F094}"/>
    <dgm:cxn modelId="{1EDBCA9A-4313-4354-95F5-882AAEA694DF}" type="presOf" srcId="{86CA1D3E-04F3-420B-9A11-24D1FE28C6A6}" destId="{6FA7BBDD-DE7A-4EE0-A43C-09B7428596B3}" srcOrd="0" destOrd="2" presId="urn:microsoft.com/office/officeart/2005/8/layout/bList2"/>
    <dgm:cxn modelId="{6D74129B-4CF7-4EF6-90DA-EE98C7E8BFC7}" srcId="{38B0A528-5225-4BE2-B856-F0E4F916655D}" destId="{34D7AF1C-0768-49B3-83F9-ACB147FE6F6F}" srcOrd="1" destOrd="0" parTransId="{E8AA53DC-90A6-4004-98F2-089568BF7F76}" sibTransId="{B64216DA-0887-4026-A2D5-670B398824C0}"/>
    <dgm:cxn modelId="{D72A76A9-E0A9-449C-A68C-824F1F4D2201}" type="presOf" srcId="{5820A1B1-69C8-4902-B7DB-75606C3C3FFA}" destId="{DE6DCBEB-D278-4311-B0D0-265870BCAEA0}" srcOrd="0" destOrd="0" presId="urn:microsoft.com/office/officeart/2005/8/layout/bList2"/>
    <dgm:cxn modelId="{6FA431B8-A04D-4AD5-9FAF-D03C51E24B3E}" srcId="{05BDF2A7-1968-4589-8217-410B661C19A2}" destId="{17397531-F4F4-4C83-B3B7-E00889198C1B}" srcOrd="1" destOrd="0" parTransId="{73ED4C54-392B-4DC3-87FE-B1B92166BDF9}" sibTransId="{8699AE92-26DA-4774-84FE-621FB921B9DA}"/>
    <dgm:cxn modelId="{D1A7A8B8-78F4-4BE8-BFEF-A2B488E26780}" type="presOf" srcId="{30ACDA07-24FD-4271-AA96-C316D7124205}" destId="{093F2981-0D46-4224-8656-166EEA542927}" srcOrd="0" destOrd="0" presId="urn:microsoft.com/office/officeart/2005/8/layout/bList2"/>
    <dgm:cxn modelId="{3F6932BE-1489-4C3A-BEA3-ADB319807564}" type="presOf" srcId="{CC65F40C-2357-467B-BA0B-A7A375FDF2EA}" destId="{EA013CCA-5DBB-4BA7-8E29-0012DA99F08E}" srcOrd="1" destOrd="0" presId="urn:microsoft.com/office/officeart/2005/8/layout/bList2"/>
    <dgm:cxn modelId="{FD2AF6BF-5B25-4BAD-AD99-730A1E84BCBB}" type="presOf" srcId="{68C8839A-4BDF-4456-AA7B-3510BF58A3C1}" destId="{093F2981-0D46-4224-8656-166EEA542927}" srcOrd="0" destOrd="2" presId="urn:microsoft.com/office/officeart/2005/8/layout/bList2"/>
    <dgm:cxn modelId="{F93E50C2-1B88-4899-B2CF-61D066FB54BB}" srcId="{D2845836-683C-48CE-AF75-1596ECC44AE3}" destId="{30ACDA07-24FD-4271-AA96-C316D7124205}" srcOrd="0" destOrd="0" parTransId="{CF38E8B0-7A1F-4A72-8EB3-903E28E4D703}" sibTransId="{DF9CCA7A-F036-44D0-BD34-20DB909FD139}"/>
    <dgm:cxn modelId="{BD3225C7-EA72-4C3B-A27F-F4C762122F91}" type="presOf" srcId="{CC65F40C-2357-467B-BA0B-A7A375FDF2EA}" destId="{9675E33F-0B1B-4B7D-997F-167B882A5DD9}" srcOrd="0" destOrd="0" presId="urn:microsoft.com/office/officeart/2005/8/layout/bList2"/>
    <dgm:cxn modelId="{F4FF86C8-8F8B-43D8-9343-97FC2206B03B}" srcId="{9E93DB5B-6A46-4A1E-9FDA-C69448FCA4CA}" destId="{86CA1D3E-04F3-420B-9A11-24D1FE28C6A6}" srcOrd="2" destOrd="0" parTransId="{3777A0CD-568E-4D29-BEFB-112E135BE22A}" sibTransId="{98F6AFC3-A363-449B-8922-E91DAB373E1A}"/>
    <dgm:cxn modelId="{DC0071CD-AE07-410B-B397-7436364CF03F}" srcId="{38B0A528-5225-4BE2-B856-F0E4F916655D}" destId="{D2845836-683C-48CE-AF75-1596ECC44AE3}" srcOrd="2" destOrd="0" parTransId="{41B976C6-1C22-4034-809D-318BB1BD1BE2}" sibTransId="{418E0CEE-8679-4A27-8416-B4C7E3B1CF13}"/>
    <dgm:cxn modelId="{984B1AD5-84B8-440C-AF47-2ADCECFEDE21}" type="presOf" srcId="{59EC126C-E390-442C-93F1-C3CB526EAB86}" destId="{093F2981-0D46-4224-8656-166EEA542927}" srcOrd="0" destOrd="1" presId="urn:microsoft.com/office/officeart/2005/8/layout/bList2"/>
    <dgm:cxn modelId="{30EFC8DB-1DD3-4E6B-8429-FE71899EB5F9}" srcId="{CC65F40C-2357-467B-BA0B-A7A375FDF2EA}" destId="{3FB2AE3E-9F78-4B1B-B47C-2D653F1BA9BA}" srcOrd="0" destOrd="0" parTransId="{906E126A-1098-4494-9ACE-1D7333185BAE}" sibTransId="{71F6562C-85CC-4E5D-B679-9B3B4B9FBA1E}"/>
    <dgm:cxn modelId="{114901E1-CD1D-4784-9764-784AC4CF3EB6}" type="presOf" srcId="{57B8A497-A5DA-4467-A670-64E375F38248}" destId="{4E74F7CA-FA1F-4C6A-A7F5-CF534A7C6C73}" srcOrd="0" destOrd="0" presId="urn:microsoft.com/office/officeart/2005/8/layout/bList2"/>
    <dgm:cxn modelId="{6FD28CE1-601F-4F60-9BD1-52257AF662B4}" srcId="{CC65F40C-2357-467B-BA0B-A7A375FDF2EA}" destId="{63D753BC-303A-4611-85D1-6593ABEB8F9F}" srcOrd="2" destOrd="0" parTransId="{3065C500-A293-4F71-B67A-CBDE8F313305}" sibTransId="{B5C462C7-D690-4FB5-B7A2-5C25201178BE}"/>
    <dgm:cxn modelId="{C6F630E3-A76F-4027-84A9-6B1461BD80C8}" type="presOf" srcId="{05BDF2A7-1968-4589-8217-410B661C19A2}" destId="{715BC2CC-5BBA-45AA-BF3B-C215599B7731}" srcOrd="1" destOrd="0" presId="urn:microsoft.com/office/officeart/2005/8/layout/bList2"/>
    <dgm:cxn modelId="{883B97E8-90ED-4132-B4A3-388E4AB44CB0}" type="presOf" srcId="{17397531-F4F4-4C83-B3B7-E00889198C1B}" destId="{B4945269-104A-44E8-8047-1389CD87B0F5}" srcOrd="0" destOrd="1" presId="urn:microsoft.com/office/officeart/2005/8/layout/bList2"/>
    <dgm:cxn modelId="{32F9C9E8-B557-4620-B24C-3F18FB286C3A}" type="presOf" srcId="{B64216DA-0887-4026-A2D5-670B398824C0}" destId="{503B0A07-BD78-4974-A432-5346CA0559D3}" srcOrd="0" destOrd="0" presId="urn:microsoft.com/office/officeart/2005/8/layout/bList2"/>
    <dgm:cxn modelId="{FE66C0E9-28A6-48A2-AEB2-0B961B638447}" type="presOf" srcId="{43349694-07F9-4533-89BC-0AB65D45F4F0}" destId="{DE6DCBEB-D278-4311-B0D0-265870BCAEA0}" srcOrd="0" destOrd="2" presId="urn:microsoft.com/office/officeart/2005/8/layout/bList2"/>
    <dgm:cxn modelId="{ABDAC3EA-A163-4772-9EAE-7C13517898AB}" srcId="{05BDF2A7-1968-4589-8217-410B661C19A2}" destId="{CC4E7DBB-D15B-4CD2-8CAF-3A0FDFA977EE}" srcOrd="0" destOrd="0" parTransId="{2D55575B-9CF5-4302-BDF8-9A18585F7DCF}" sibTransId="{BC7E347A-937F-4687-AE9B-4FCF68383D02}"/>
    <dgm:cxn modelId="{63584FEF-4BB1-49A9-9D1B-8A33FC626F52}" srcId="{9E93DB5B-6A46-4A1E-9FDA-C69448FCA4CA}" destId="{C750E834-80A9-478A-A167-B84149F57472}" srcOrd="1" destOrd="0" parTransId="{9E7BEFA0-6F5C-4761-9E7B-536FC6943965}" sibTransId="{A46F5AE8-AC00-4A10-941E-4237B12818C5}"/>
    <dgm:cxn modelId="{E24575F0-5C42-424F-BD51-CA2C3A208B0E}" srcId="{05BDF2A7-1968-4589-8217-410B661C19A2}" destId="{0CC174EA-526A-4787-ABA6-3CF5F2A80498}" srcOrd="2" destOrd="0" parTransId="{459D4645-7BBD-4E6B-A96C-BAA625B1B9B5}" sibTransId="{9AB87214-C270-4BA0-A3E8-6F1EAC0885FB}"/>
    <dgm:cxn modelId="{284192A2-286B-469C-94C2-DB9B8D2158B5}" type="presParOf" srcId="{C8D9BA15-9795-4C5F-9360-69ABCAB3A7DA}" destId="{1D675B53-AD70-4607-AB03-09EEC5A3158A}" srcOrd="0" destOrd="0" presId="urn:microsoft.com/office/officeart/2005/8/layout/bList2"/>
    <dgm:cxn modelId="{B100EA3D-BB76-4681-A9BC-D79697825583}" type="presParOf" srcId="{1D675B53-AD70-4607-AB03-09EEC5A3158A}" destId="{6FA7BBDD-DE7A-4EE0-A43C-09B7428596B3}" srcOrd="0" destOrd="0" presId="urn:microsoft.com/office/officeart/2005/8/layout/bList2"/>
    <dgm:cxn modelId="{0FA23AAD-67BC-4BB4-9073-3D5A0B57B558}" type="presParOf" srcId="{1D675B53-AD70-4607-AB03-09EEC5A3158A}" destId="{265F639B-11C7-4385-9C21-F10CCD0A3932}" srcOrd="1" destOrd="0" presId="urn:microsoft.com/office/officeart/2005/8/layout/bList2"/>
    <dgm:cxn modelId="{29F8AD3D-81F5-4964-AACD-3ABF41B18CF4}" type="presParOf" srcId="{1D675B53-AD70-4607-AB03-09EEC5A3158A}" destId="{C7A2802C-2820-41B4-BCDD-AFAD363BA956}" srcOrd="2" destOrd="0" presId="urn:microsoft.com/office/officeart/2005/8/layout/bList2"/>
    <dgm:cxn modelId="{8D6BCB69-2F6A-4499-80C3-05D7AF43460A}" type="presParOf" srcId="{1D675B53-AD70-4607-AB03-09EEC5A3158A}" destId="{8AB5F57B-E20F-4341-A784-E05353C40AD3}" srcOrd="3" destOrd="0" presId="urn:microsoft.com/office/officeart/2005/8/layout/bList2"/>
    <dgm:cxn modelId="{0AA4049E-14D1-4C3B-889B-88767B8EDDA2}" type="presParOf" srcId="{C8D9BA15-9795-4C5F-9360-69ABCAB3A7DA}" destId="{7B0D591E-19DB-41BD-9CB9-AFBF92947406}" srcOrd="1" destOrd="0" presId="urn:microsoft.com/office/officeart/2005/8/layout/bList2"/>
    <dgm:cxn modelId="{97CFF649-3476-41B9-943B-17DFBC86CD84}" type="presParOf" srcId="{C8D9BA15-9795-4C5F-9360-69ABCAB3A7DA}" destId="{83027EE6-116A-4628-983C-A57B6B7A6F12}" srcOrd="2" destOrd="0" presId="urn:microsoft.com/office/officeart/2005/8/layout/bList2"/>
    <dgm:cxn modelId="{FDE98645-5C15-44CF-AC64-C654E50C5C9B}" type="presParOf" srcId="{83027EE6-116A-4628-983C-A57B6B7A6F12}" destId="{DE6DCBEB-D278-4311-B0D0-265870BCAEA0}" srcOrd="0" destOrd="0" presId="urn:microsoft.com/office/officeart/2005/8/layout/bList2"/>
    <dgm:cxn modelId="{DC0B203B-86E8-4504-8A64-66F8FE56467D}" type="presParOf" srcId="{83027EE6-116A-4628-983C-A57B6B7A6F12}" destId="{288E89D0-44EF-4607-957D-F3A2FB61E460}" srcOrd="1" destOrd="0" presId="urn:microsoft.com/office/officeart/2005/8/layout/bList2"/>
    <dgm:cxn modelId="{A3CB0005-7A7C-4DDC-A8B5-F60796A0CC65}" type="presParOf" srcId="{83027EE6-116A-4628-983C-A57B6B7A6F12}" destId="{4FB5F224-0449-4177-A3E1-867FED064198}" srcOrd="2" destOrd="0" presId="urn:microsoft.com/office/officeart/2005/8/layout/bList2"/>
    <dgm:cxn modelId="{0E36903C-D2EC-4600-809F-D5DE3329216E}" type="presParOf" srcId="{83027EE6-116A-4628-983C-A57B6B7A6F12}" destId="{E45E1493-8287-40D4-9D68-77FAED4B86DF}" srcOrd="3" destOrd="0" presId="urn:microsoft.com/office/officeart/2005/8/layout/bList2"/>
    <dgm:cxn modelId="{4CDF2ECF-D341-4267-B167-25B026B87844}" type="presParOf" srcId="{C8D9BA15-9795-4C5F-9360-69ABCAB3A7DA}" destId="{503B0A07-BD78-4974-A432-5346CA0559D3}" srcOrd="3" destOrd="0" presId="urn:microsoft.com/office/officeart/2005/8/layout/bList2"/>
    <dgm:cxn modelId="{4E9C32E2-CF94-4430-92D2-28AC5CF30760}" type="presParOf" srcId="{C8D9BA15-9795-4C5F-9360-69ABCAB3A7DA}" destId="{CA5EEBE8-E468-4240-A1C8-3602C940AAD6}" srcOrd="4" destOrd="0" presId="urn:microsoft.com/office/officeart/2005/8/layout/bList2"/>
    <dgm:cxn modelId="{0C6649A8-F58F-4B27-A8CE-2349B40BD6F8}" type="presParOf" srcId="{CA5EEBE8-E468-4240-A1C8-3602C940AAD6}" destId="{093F2981-0D46-4224-8656-166EEA542927}" srcOrd="0" destOrd="0" presId="urn:microsoft.com/office/officeart/2005/8/layout/bList2"/>
    <dgm:cxn modelId="{CB8640A5-AC71-41A7-90D8-C2B4764B2575}" type="presParOf" srcId="{CA5EEBE8-E468-4240-A1C8-3602C940AAD6}" destId="{6BECF5B7-473C-4FC2-9F43-963E5C91BF21}" srcOrd="1" destOrd="0" presId="urn:microsoft.com/office/officeart/2005/8/layout/bList2"/>
    <dgm:cxn modelId="{A390D651-D42A-43CE-A457-069BA348CFA2}" type="presParOf" srcId="{CA5EEBE8-E468-4240-A1C8-3602C940AAD6}" destId="{CA5AAC33-DE48-41EA-8BAA-370B2B22285A}" srcOrd="2" destOrd="0" presId="urn:microsoft.com/office/officeart/2005/8/layout/bList2"/>
    <dgm:cxn modelId="{D0EC7933-FB00-44E0-8653-91BB8C242007}" type="presParOf" srcId="{CA5EEBE8-E468-4240-A1C8-3602C940AAD6}" destId="{7A7C8222-B9CB-4CFF-8FBC-332DC964DE7C}" srcOrd="3" destOrd="0" presId="urn:microsoft.com/office/officeart/2005/8/layout/bList2"/>
    <dgm:cxn modelId="{E0DBC6A9-6D2A-4FD3-8442-C7738BF43619}" type="presParOf" srcId="{C8D9BA15-9795-4C5F-9360-69ABCAB3A7DA}" destId="{F9C1F36D-F527-408A-8F8A-0FE8F0DFD846}" srcOrd="5" destOrd="0" presId="urn:microsoft.com/office/officeart/2005/8/layout/bList2"/>
    <dgm:cxn modelId="{6A1ABD9F-4DD2-44E8-AF67-F7F6880C37DA}" type="presParOf" srcId="{C8D9BA15-9795-4C5F-9360-69ABCAB3A7DA}" destId="{7E8FAEC6-9B75-4664-8B94-2342B1A53C51}" srcOrd="6" destOrd="0" presId="urn:microsoft.com/office/officeart/2005/8/layout/bList2"/>
    <dgm:cxn modelId="{AAC9596F-FBCD-4CFF-B357-97A05EF1F4CF}" type="presParOf" srcId="{7E8FAEC6-9B75-4664-8B94-2342B1A53C51}" destId="{EB86A8FB-C98A-4A55-81BF-EC9A3802488E}" srcOrd="0" destOrd="0" presId="urn:microsoft.com/office/officeart/2005/8/layout/bList2"/>
    <dgm:cxn modelId="{654EA48B-1402-46D9-9AB0-EB1C017A8CDD}" type="presParOf" srcId="{7E8FAEC6-9B75-4664-8B94-2342B1A53C51}" destId="{9675E33F-0B1B-4B7D-997F-167B882A5DD9}" srcOrd="1" destOrd="0" presId="urn:microsoft.com/office/officeart/2005/8/layout/bList2"/>
    <dgm:cxn modelId="{A8E80396-3A34-4E69-AC88-AC5596CEC7B3}" type="presParOf" srcId="{7E8FAEC6-9B75-4664-8B94-2342B1A53C51}" destId="{EA013CCA-5DBB-4BA7-8E29-0012DA99F08E}" srcOrd="2" destOrd="0" presId="urn:microsoft.com/office/officeart/2005/8/layout/bList2"/>
    <dgm:cxn modelId="{04BE0D52-2250-40FB-9C3B-B0AFDDB742C5}" type="presParOf" srcId="{7E8FAEC6-9B75-4664-8B94-2342B1A53C51}" destId="{34D28B7D-1A50-454C-A86A-756048ABE406}" srcOrd="3" destOrd="0" presId="urn:microsoft.com/office/officeart/2005/8/layout/bList2"/>
    <dgm:cxn modelId="{01A3294C-E678-4771-A775-0E3FBB2276C9}" type="presParOf" srcId="{C8D9BA15-9795-4C5F-9360-69ABCAB3A7DA}" destId="{4E74F7CA-FA1F-4C6A-A7F5-CF534A7C6C73}" srcOrd="7" destOrd="0" presId="urn:microsoft.com/office/officeart/2005/8/layout/bList2"/>
    <dgm:cxn modelId="{0E28A720-1717-4E9B-B573-0EE45A6C30AE}" type="presParOf" srcId="{C8D9BA15-9795-4C5F-9360-69ABCAB3A7DA}" destId="{240BD36B-81DB-4062-9A9A-1E34B0CF9067}" srcOrd="8" destOrd="0" presId="urn:microsoft.com/office/officeart/2005/8/layout/bList2"/>
    <dgm:cxn modelId="{ECBF4F6C-6ECC-4176-A487-601900AF7BCC}" type="presParOf" srcId="{240BD36B-81DB-4062-9A9A-1E34B0CF9067}" destId="{B4945269-104A-44E8-8047-1389CD87B0F5}" srcOrd="0" destOrd="0" presId="urn:microsoft.com/office/officeart/2005/8/layout/bList2"/>
    <dgm:cxn modelId="{73632008-223D-4B12-B2B7-541E3168846A}" type="presParOf" srcId="{240BD36B-81DB-4062-9A9A-1E34B0CF9067}" destId="{BDDA3F8A-E7DA-4FD8-A20B-7D20EC40E825}" srcOrd="1" destOrd="0" presId="urn:microsoft.com/office/officeart/2005/8/layout/bList2"/>
    <dgm:cxn modelId="{B97A9D94-A05C-42B7-9FF8-7F62344D1691}" type="presParOf" srcId="{240BD36B-81DB-4062-9A9A-1E34B0CF9067}" destId="{715BC2CC-5BBA-45AA-BF3B-C215599B7731}" srcOrd="2" destOrd="0" presId="urn:microsoft.com/office/officeart/2005/8/layout/bList2"/>
    <dgm:cxn modelId="{CD1FC4EC-9454-4BD4-A5BE-2F36E69CE91C}" type="presParOf" srcId="{240BD36B-81DB-4062-9A9A-1E34B0CF9067}" destId="{1137495A-B520-4E34-80E3-4FB282A38403}"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0512D6-AB8B-4E0C-BDF0-C70A32BC1012}" type="doc">
      <dgm:prSet loTypeId="urn:microsoft.com/office/officeart/2005/8/layout/vList3" loCatId="list" qsTypeId="urn:microsoft.com/office/officeart/2005/8/quickstyle/simple3" qsCatId="simple" csTypeId="urn:microsoft.com/office/officeart/2005/8/colors/colorful1" csCatId="colorful" phldr="1"/>
      <dgm:spPr/>
      <dgm:t>
        <a:bodyPr/>
        <a:lstStyle/>
        <a:p>
          <a:endParaRPr lang="de-DE"/>
        </a:p>
      </dgm:t>
    </dgm:pt>
    <dgm:pt modelId="{37676751-183E-4577-B55B-5A815C2A1A9F}">
      <dgm:prSet/>
      <dgm:spPr/>
      <dgm:t>
        <a:bodyPr/>
        <a:lstStyle/>
        <a:p>
          <a:r>
            <a:rPr lang="de-DE" dirty="0"/>
            <a:t>Bearbeitung, Erfassung und Anzeige der Daten mit Hilfe von Formularen</a:t>
          </a:r>
        </a:p>
      </dgm:t>
    </dgm:pt>
    <dgm:pt modelId="{C364EDB8-1021-4E5E-BB95-E7B60F436EB2}" type="parTrans" cxnId="{8A53FBCE-37B8-4450-A3E7-972C048F90FA}">
      <dgm:prSet/>
      <dgm:spPr/>
      <dgm:t>
        <a:bodyPr/>
        <a:lstStyle/>
        <a:p>
          <a:endParaRPr lang="de-DE"/>
        </a:p>
      </dgm:t>
    </dgm:pt>
    <dgm:pt modelId="{A4FFA5C6-DF0C-4C5F-98DB-59F4072E4323}" type="sibTrans" cxnId="{8A53FBCE-37B8-4450-A3E7-972C048F90FA}">
      <dgm:prSet/>
      <dgm:spPr/>
      <dgm:t>
        <a:bodyPr/>
        <a:lstStyle/>
        <a:p>
          <a:endParaRPr lang="de-DE"/>
        </a:p>
      </dgm:t>
    </dgm:pt>
    <dgm:pt modelId="{BE1D6638-97CB-4CFB-B0DE-1B2B9972904E}">
      <dgm:prSet/>
      <dgm:spPr/>
      <dgm:t>
        <a:bodyPr/>
        <a:lstStyle/>
        <a:p>
          <a:r>
            <a:rPr lang="de-DE"/>
            <a:t>Zusammenfassen und Auswerten von Daten in Form von Berichten</a:t>
          </a:r>
        </a:p>
      </dgm:t>
    </dgm:pt>
    <dgm:pt modelId="{81D258C2-D534-4403-A7CE-75F1B7B5EF0A}" type="parTrans" cxnId="{9C7B28DC-51EA-4960-8A8D-B216CF12A874}">
      <dgm:prSet/>
      <dgm:spPr/>
      <dgm:t>
        <a:bodyPr/>
        <a:lstStyle/>
        <a:p>
          <a:endParaRPr lang="de-DE"/>
        </a:p>
      </dgm:t>
    </dgm:pt>
    <dgm:pt modelId="{9E16A4AE-16B9-4400-A5B9-0C7436725C6B}" type="sibTrans" cxnId="{9C7B28DC-51EA-4960-8A8D-B216CF12A874}">
      <dgm:prSet/>
      <dgm:spPr/>
      <dgm:t>
        <a:bodyPr/>
        <a:lstStyle/>
        <a:p>
          <a:endParaRPr lang="de-DE"/>
        </a:p>
      </dgm:t>
    </dgm:pt>
    <dgm:pt modelId="{8036BA95-D3B5-44B0-A6F9-C318DD74A1B5}">
      <dgm:prSet/>
      <dgm:spPr/>
      <dgm:t>
        <a:bodyPr/>
        <a:lstStyle/>
        <a:p>
          <a:r>
            <a:rPr lang="de-DE" dirty="0"/>
            <a:t>Tabellen einer Datenbank können durch Abfragen manipuliert werden</a:t>
          </a:r>
        </a:p>
      </dgm:t>
    </dgm:pt>
    <dgm:pt modelId="{C5F12CF9-3821-40B1-82BE-E013241D95AD}" type="parTrans" cxnId="{94AAF81E-8B08-41E0-A6C4-37EA8694AA36}">
      <dgm:prSet/>
      <dgm:spPr/>
      <dgm:t>
        <a:bodyPr/>
        <a:lstStyle/>
        <a:p>
          <a:endParaRPr lang="de-DE"/>
        </a:p>
      </dgm:t>
    </dgm:pt>
    <dgm:pt modelId="{B4014527-2FCF-4B20-AC47-7A67ABEED2E3}" type="sibTrans" cxnId="{94AAF81E-8B08-41E0-A6C4-37EA8694AA36}">
      <dgm:prSet/>
      <dgm:spPr/>
      <dgm:t>
        <a:bodyPr/>
        <a:lstStyle/>
        <a:p>
          <a:endParaRPr lang="de-DE"/>
        </a:p>
      </dgm:t>
    </dgm:pt>
    <dgm:pt modelId="{D41DEAEB-2E33-4296-AED0-CED6E5D62DEE}" type="pres">
      <dgm:prSet presAssocID="{230512D6-AB8B-4E0C-BDF0-C70A32BC1012}" presName="linearFlow" presStyleCnt="0">
        <dgm:presLayoutVars>
          <dgm:dir/>
          <dgm:resizeHandles val="exact"/>
        </dgm:presLayoutVars>
      </dgm:prSet>
      <dgm:spPr/>
    </dgm:pt>
    <dgm:pt modelId="{1E19B27D-BA3D-4F14-819A-B780599451E3}" type="pres">
      <dgm:prSet presAssocID="{37676751-183E-4577-B55B-5A815C2A1A9F}" presName="composite" presStyleCnt="0"/>
      <dgm:spPr/>
    </dgm:pt>
    <dgm:pt modelId="{354472A1-A70D-4389-AC16-52FA7E62DDE9}" type="pres">
      <dgm:prSet presAssocID="{37676751-183E-4577-B55B-5A815C2A1A9F}" presName="imgShp" presStyleLbl="fgImgPlace1" presStyleIdx="0" presStyleCnt="3"/>
      <dgm:spPr>
        <a:blipFill rotWithShape="1">
          <a:blip xmlns:r="http://schemas.openxmlformats.org/officeDocument/2006/relationships" r:embed="rId1"/>
          <a:srcRect/>
          <a:stretch>
            <a:fillRect l="-3000" r="-3000"/>
          </a:stretch>
        </a:blipFill>
      </dgm:spPr>
    </dgm:pt>
    <dgm:pt modelId="{2D4B4683-447F-4C88-A1E9-43772B485815}" type="pres">
      <dgm:prSet presAssocID="{37676751-183E-4577-B55B-5A815C2A1A9F}" presName="txShp" presStyleLbl="node1" presStyleIdx="0" presStyleCnt="3">
        <dgm:presLayoutVars>
          <dgm:bulletEnabled val="1"/>
        </dgm:presLayoutVars>
      </dgm:prSet>
      <dgm:spPr/>
    </dgm:pt>
    <dgm:pt modelId="{D6814EA6-66C3-4261-9D8F-2648ECFEBBB3}" type="pres">
      <dgm:prSet presAssocID="{A4FFA5C6-DF0C-4C5F-98DB-59F4072E4323}" presName="spacing" presStyleCnt="0"/>
      <dgm:spPr/>
    </dgm:pt>
    <dgm:pt modelId="{1E5C668E-49BE-4449-9444-EAC8D7305480}" type="pres">
      <dgm:prSet presAssocID="{BE1D6638-97CB-4CFB-B0DE-1B2B9972904E}" presName="composite" presStyleCnt="0"/>
      <dgm:spPr/>
    </dgm:pt>
    <dgm:pt modelId="{8ACAA288-6279-4354-8AB6-8023460A10EC}" type="pres">
      <dgm:prSet presAssocID="{BE1D6638-97CB-4CFB-B0DE-1B2B9972904E}" presName="imgShp" presStyleLbl="fgImgPlace1" presStyleIdx="1" presStyleCnt="3"/>
      <dgm:spPr>
        <a:blipFill rotWithShape="1">
          <a:blip xmlns:r="http://schemas.openxmlformats.org/officeDocument/2006/relationships" r:embed="rId2"/>
          <a:srcRect/>
          <a:stretch>
            <a:fillRect/>
          </a:stretch>
        </a:blipFill>
      </dgm:spPr>
    </dgm:pt>
    <dgm:pt modelId="{EE0AEB5B-CF3F-42A9-A3C1-A3D630ED9F98}" type="pres">
      <dgm:prSet presAssocID="{BE1D6638-97CB-4CFB-B0DE-1B2B9972904E}" presName="txShp" presStyleLbl="node1" presStyleIdx="1" presStyleCnt="3">
        <dgm:presLayoutVars>
          <dgm:bulletEnabled val="1"/>
        </dgm:presLayoutVars>
      </dgm:prSet>
      <dgm:spPr/>
    </dgm:pt>
    <dgm:pt modelId="{18D5BF00-8BDF-4415-8DD9-9A53C0BBEFBC}" type="pres">
      <dgm:prSet presAssocID="{9E16A4AE-16B9-4400-A5B9-0C7436725C6B}" presName="spacing" presStyleCnt="0"/>
      <dgm:spPr/>
    </dgm:pt>
    <dgm:pt modelId="{CE21CC0A-ACC6-4EC5-9270-A5C9EFFEB6BD}" type="pres">
      <dgm:prSet presAssocID="{8036BA95-D3B5-44B0-A6F9-C318DD74A1B5}" presName="composite" presStyleCnt="0"/>
      <dgm:spPr/>
    </dgm:pt>
    <dgm:pt modelId="{1C7929BB-E52C-498F-8172-4974D60059F2}" type="pres">
      <dgm:prSet presAssocID="{8036BA95-D3B5-44B0-A6F9-C318DD74A1B5}" presName="imgShp" presStyleLbl="fgImgPlace1" presStyleIdx="2" presStyleCnt="3"/>
      <dgm:spPr>
        <a:blipFill rotWithShape="1">
          <a:blip xmlns:r="http://schemas.openxmlformats.org/officeDocument/2006/relationships" r:embed="rId3"/>
          <a:srcRect/>
          <a:stretch>
            <a:fillRect/>
          </a:stretch>
        </a:blipFill>
      </dgm:spPr>
    </dgm:pt>
    <dgm:pt modelId="{AF0D751D-3D6A-4034-AD67-81F6562042EA}" type="pres">
      <dgm:prSet presAssocID="{8036BA95-D3B5-44B0-A6F9-C318DD74A1B5}" presName="txShp" presStyleLbl="node1" presStyleIdx="2" presStyleCnt="3">
        <dgm:presLayoutVars>
          <dgm:bulletEnabled val="1"/>
        </dgm:presLayoutVars>
      </dgm:prSet>
      <dgm:spPr/>
    </dgm:pt>
  </dgm:ptLst>
  <dgm:cxnLst>
    <dgm:cxn modelId="{94AAF81E-8B08-41E0-A6C4-37EA8694AA36}" srcId="{230512D6-AB8B-4E0C-BDF0-C70A32BC1012}" destId="{8036BA95-D3B5-44B0-A6F9-C318DD74A1B5}" srcOrd="2" destOrd="0" parTransId="{C5F12CF9-3821-40B1-82BE-E013241D95AD}" sibTransId="{B4014527-2FCF-4B20-AC47-7A67ABEED2E3}"/>
    <dgm:cxn modelId="{4B47E64F-F55D-4A6B-896E-1B139A7EBB87}" type="presOf" srcId="{37676751-183E-4577-B55B-5A815C2A1A9F}" destId="{2D4B4683-447F-4C88-A1E9-43772B485815}" srcOrd="0" destOrd="0" presId="urn:microsoft.com/office/officeart/2005/8/layout/vList3"/>
    <dgm:cxn modelId="{EF020975-5859-41D4-8B13-2D6A603445A2}" type="presOf" srcId="{BE1D6638-97CB-4CFB-B0DE-1B2B9972904E}" destId="{EE0AEB5B-CF3F-42A9-A3C1-A3D630ED9F98}" srcOrd="0" destOrd="0" presId="urn:microsoft.com/office/officeart/2005/8/layout/vList3"/>
    <dgm:cxn modelId="{BA1E8193-95C9-4EA9-A09A-EBA657645914}" type="presOf" srcId="{230512D6-AB8B-4E0C-BDF0-C70A32BC1012}" destId="{D41DEAEB-2E33-4296-AED0-CED6E5D62DEE}" srcOrd="0" destOrd="0" presId="urn:microsoft.com/office/officeart/2005/8/layout/vList3"/>
    <dgm:cxn modelId="{9B3B51BF-1239-490D-8408-42843F56720F}" type="presOf" srcId="{8036BA95-D3B5-44B0-A6F9-C318DD74A1B5}" destId="{AF0D751D-3D6A-4034-AD67-81F6562042EA}" srcOrd="0" destOrd="0" presId="urn:microsoft.com/office/officeart/2005/8/layout/vList3"/>
    <dgm:cxn modelId="{8A53FBCE-37B8-4450-A3E7-972C048F90FA}" srcId="{230512D6-AB8B-4E0C-BDF0-C70A32BC1012}" destId="{37676751-183E-4577-B55B-5A815C2A1A9F}" srcOrd="0" destOrd="0" parTransId="{C364EDB8-1021-4E5E-BB95-E7B60F436EB2}" sibTransId="{A4FFA5C6-DF0C-4C5F-98DB-59F4072E4323}"/>
    <dgm:cxn modelId="{9C7B28DC-51EA-4960-8A8D-B216CF12A874}" srcId="{230512D6-AB8B-4E0C-BDF0-C70A32BC1012}" destId="{BE1D6638-97CB-4CFB-B0DE-1B2B9972904E}" srcOrd="1" destOrd="0" parTransId="{81D258C2-D534-4403-A7CE-75F1B7B5EF0A}" sibTransId="{9E16A4AE-16B9-4400-A5B9-0C7436725C6B}"/>
    <dgm:cxn modelId="{53B811B2-D4B6-474B-B333-687479FE2AEF}" type="presParOf" srcId="{D41DEAEB-2E33-4296-AED0-CED6E5D62DEE}" destId="{1E19B27D-BA3D-4F14-819A-B780599451E3}" srcOrd="0" destOrd="0" presId="urn:microsoft.com/office/officeart/2005/8/layout/vList3"/>
    <dgm:cxn modelId="{A3E3299E-60BF-43D9-A778-0662FAC4B6DC}" type="presParOf" srcId="{1E19B27D-BA3D-4F14-819A-B780599451E3}" destId="{354472A1-A70D-4389-AC16-52FA7E62DDE9}" srcOrd="0" destOrd="0" presId="urn:microsoft.com/office/officeart/2005/8/layout/vList3"/>
    <dgm:cxn modelId="{ED959D31-2635-46C5-A97B-49ED77DB8745}" type="presParOf" srcId="{1E19B27D-BA3D-4F14-819A-B780599451E3}" destId="{2D4B4683-447F-4C88-A1E9-43772B485815}" srcOrd="1" destOrd="0" presId="urn:microsoft.com/office/officeart/2005/8/layout/vList3"/>
    <dgm:cxn modelId="{A9447FBC-95F3-412F-8EC6-2306FAA020D3}" type="presParOf" srcId="{D41DEAEB-2E33-4296-AED0-CED6E5D62DEE}" destId="{D6814EA6-66C3-4261-9D8F-2648ECFEBBB3}" srcOrd="1" destOrd="0" presId="urn:microsoft.com/office/officeart/2005/8/layout/vList3"/>
    <dgm:cxn modelId="{5CA81CCF-FCE3-416A-93FA-19D026DFBFE8}" type="presParOf" srcId="{D41DEAEB-2E33-4296-AED0-CED6E5D62DEE}" destId="{1E5C668E-49BE-4449-9444-EAC8D7305480}" srcOrd="2" destOrd="0" presId="urn:microsoft.com/office/officeart/2005/8/layout/vList3"/>
    <dgm:cxn modelId="{8488FEE2-06E6-4EAD-B1A7-91A6B685DE88}" type="presParOf" srcId="{1E5C668E-49BE-4449-9444-EAC8D7305480}" destId="{8ACAA288-6279-4354-8AB6-8023460A10EC}" srcOrd="0" destOrd="0" presId="urn:microsoft.com/office/officeart/2005/8/layout/vList3"/>
    <dgm:cxn modelId="{614CFCCB-2B78-4885-894C-EC602C6AD5C6}" type="presParOf" srcId="{1E5C668E-49BE-4449-9444-EAC8D7305480}" destId="{EE0AEB5B-CF3F-42A9-A3C1-A3D630ED9F98}" srcOrd="1" destOrd="0" presId="urn:microsoft.com/office/officeart/2005/8/layout/vList3"/>
    <dgm:cxn modelId="{A788463D-E9E7-419C-9691-41D6EC803AE7}" type="presParOf" srcId="{D41DEAEB-2E33-4296-AED0-CED6E5D62DEE}" destId="{18D5BF00-8BDF-4415-8DD9-9A53C0BBEFBC}" srcOrd="3" destOrd="0" presId="urn:microsoft.com/office/officeart/2005/8/layout/vList3"/>
    <dgm:cxn modelId="{8DE344D5-4479-45F9-AB05-191EBE33D5BC}" type="presParOf" srcId="{D41DEAEB-2E33-4296-AED0-CED6E5D62DEE}" destId="{CE21CC0A-ACC6-4EC5-9270-A5C9EFFEB6BD}" srcOrd="4" destOrd="0" presId="urn:microsoft.com/office/officeart/2005/8/layout/vList3"/>
    <dgm:cxn modelId="{A4660B5E-42A2-42EF-9429-D7980F8DE3E9}" type="presParOf" srcId="{CE21CC0A-ACC6-4EC5-9270-A5C9EFFEB6BD}" destId="{1C7929BB-E52C-498F-8172-4974D60059F2}" srcOrd="0" destOrd="0" presId="urn:microsoft.com/office/officeart/2005/8/layout/vList3"/>
    <dgm:cxn modelId="{FB29FF78-33B6-4526-B8F8-467F92CCE25E}" type="presParOf" srcId="{CE21CC0A-ACC6-4EC5-9270-A5C9EFFEB6BD}" destId="{AF0D751D-3D6A-4034-AD67-81F6562042E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212D13-68C1-433F-AE0B-4FE0674AB263}" type="doc">
      <dgm:prSet loTypeId="urn:microsoft.com/office/officeart/2005/8/layout/default" loCatId="list" qsTypeId="urn:microsoft.com/office/officeart/2005/8/quickstyle/simple3" qsCatId="simple" csTypeId="urn:microsoft.com/office/officeart/2005/8/colors/colorful2" csCatId="colorful"/>
      <dgm:spPr/>
      <dgm:t>
        <a:bodyPr/>
        <a:lstStyle/>
        <a:p>
          <a:endParaRPr lang="de-DE"/>
        </a:p>
      </dgm:t>
    </dgm:pt>
    <dgm:pt modelId="{E6115EB5-F7ED-45EA-90DD-F237ACAC5D1D}">
      <dgm:prSet/>
      <dgm:spPr/>
      <dgm:t>
        <a:bodyPr/>
        <a:lstStyle/>
        <a:p>
          <a:r>
            <a:rPr lang="de-DE" dirty="0"/>
            <a:t>Datenspeicherung und -manipulation</a:t>
          </a:r>
        </a:p>
      </dgm:t>
    </dgm:pt>
    <dgm:pt modelId="{BE718763-8376-49DD-BB07-E1FC4E1E490F}" type="parTrans" cxnId="{6F1AAD79-622C-4707-BBFC-7EC4A70F6EA6}">
      <dgm:prSet/>
      <dgm:spPr/>
      <dgm:t>
        <a:bodyPr/>
        <a:lstStyle/>
        <a:p>
          <a:endParaRPr lang="de-DE"/>
        </a:p>
      </dgm:t>
    </dgm:pt>
    <dgm:pt modelId="{954BCCA2-C22F-4E59-A15E-55D01B080C2A}" type="sibTrans" cxnId="{6F1AAD79-622C-4707-BBFC-7EC4A70F6EA6}">
      <dgm:prSet/>
      <dgm:spPr/>
      <dgm:t>
        <a:bodyPr/>
        <a:lstStyle/>
        <a:p>
          <a:endParaRPr lang="de-DE"/>
        </a:p>
      </dgm:t>
    </dgm:pt>
    <dgm:pt modelId="{78E4F0A2-750A-4F45-AC4F-00387FA85EC7}">
      <dgm:prSet/>
      <dgm:spPr/>
      <dgm:t>
        <a:bodyPr/>
        <a:lstStyle/>
        <a:p>
          <a:r>
            <a:rPr lang="de-DE"/>
            <a:t>Gewährleistung des Zugriffs auf die Daten (Berechtigung)</a:t>
          </a:r>
        </a:p>
      </dgm:t>
    </dgm:pt>
    <dgm:pt modelId="{A6B60D54-AC03-4CE8-88A0-E5A141B9E7C7}" type="parTrans" cxnId="{72E05F96-D55A-43B6-B2C9-627AC19FCE73}">
      <dgm:prSet/>
      <dgm:spPr/>
      <dgm:t>
        <a:bodyPr/>
        <a:lstStyle/>
        <a:p>
          <a:endParaRPr lang="de-DE"/>
        </a:p>
      </dgm:t>
    </dgm:pt>
    <dgm:pt modelId="{7434D1D7-A32A-4215-99F7-D9F3EB3BDD84}" type="sibTrans" cxnId="{72E05F96-D55A-43B6-B2C9-627AC19FCE73}">
      <dgm:prSet/>
      <dgm:spPr/>
      <dgm:t>
        <a:bodyPr/>
        <a:lstStyle/>
        <a:p>
          <a:endParaRPr lang="de-DE"/>
        </a:p>
      </dgm:t>
    </dgm:pt>
    <dgm:pt modelId="{409C8AC8-A158-4218-9CB8-F200B5CD4DD4}">
      <dgm:prSet/>
      <dgm:spPr/>
      <dgm:t>
        <a:bodyPr/>
        <a:lstStyle/>
        <a:p>
          <a:r>
            <a:rPr lang="de-DE"/>
            <a:t>optimale Ausnutzung des Speichers</a:t>
          </a:r>
        </a:p>
      </dgm:t>
    </dgm:pt>
    <dgm:pt modelId="{A8670F4F-E945-41C8-B58A-1BB02FEB5875}" type="parTrans" cxnId="{4C77000D-CCB9-4DF7-BC56-352C028B30B2}">
      <dgm:prSet/>
      <dgm:spPr/>
      <dgm:t>
        <a:bodyPr/>
        <a:lstStyle/>
        <a:p>
          <a:endParaRPr lang="de-DE"/>
        </a:p>
      </dgm:t>
    </dgm:pt>
    <dgm:pt modelId="{6E50BB79-C51F-4DD9-A0FE-FFE8CD2E189F}" type="sibTrans" cxnId="{4C77000D-CCB9-4DF7-BC56-352C028B30B2}">
      <dgm:prSet/>
      <dgm:spPr/>
      <dgm:t>
        <a:bodyPr/>
        <a:lstStyle/>
        <a:p>
          <a:endParaRPr lang="de-DE"/>
        </a:p>
      </dgm:t>
    </dgm:pt>
    <dgm:pt modelId="{BDA7045B-DA5D-4773-8B63-403DDB1CF70B}">
      <dgm:prSet/>
      <dgm:spPr/>
      <dgm:t>
        <a:bodyPr/>
        <a:lstStyle/>
        <a:p>
          <a:r>
            <a:rPr lang="de-DE" dirty="0"/>
            <a:t>Gewährleistung der Datensicherheit und des Datenschutzes</a:t>
          </a:r>
        </a:p>
      </dgm:t>
    </dgm:pt>
    <dgm:pt modelId="{08A95A5A-26BB-4A4E-B4EA-E7E895D73558}" type="parTrans" cxnId="{7079659F-D4A3-4854-902B-4262C4BA9C44}">
      <dgm:prSet/>
      <dgm:spPr/>
      <dgm:t>
        <a:bodyPr/>
        <a:lstStyle/>
        <a:p>
          <a:endParaRPr lang="de-DE"/>
        </a:p>
      </dgm:t>
    </dgm:pt>
    <dgm:pt modelId="{3811D04F-D6E6-4DC6-86AD-02E25E48F44B}" type="sibTrans" cxnId="{7079659F-D4A3-4854-902B-4262C4BA9C44}">
      <dgm:prSet/>
      <dgm:spPr/>
      <dgm:t>
        <a:bodyPr/>
        <a:lstStyle/>
        <a:p>
          <a:endParaRPr lang="de-DE"/>
        </a:p>
      </dgm:t>
    </dgm:pt>
    <dgm:pt modelId="{045ACAD6-A997-4040-8114-08CBA41B28FC}">
      <dgm:prSet/>
      <dgm:spPr/>
      <dgm:t>
        <a:bodyPr/>
        <a:lstStyle/>
        <a:p>
          <a:r>
            <a:rPr lang="de-DE" dirty="0"/>
            <a:t>effiziente und fehlerfreie Speicherung</a:t>
          </a:r>
        </a:p>
      </dgm:t>
    </dgm:pt>
    <dgm:pt modelId="{B9346E6B-4C5B-45D5-9788-04EDB5A07FDA}" type="parTrans" cxnId="{622CD164-4FD2-428D-844B-9CE91329CABA}">
      <dgm:prSet/>
      <dgm:spPr/>
      <dgm:t>
        <a:bodyPr/>
        <a:lstStyle/>
        <a:p>
          <a:endParaRPr lang="de-DE"/>
        </a:p>
      </dgm:t>
    </dgm:pt>
    <dgm:pt modelId="{E3FCBCF4-CF0E-497D-AD50-03D1A67BA7F0}" type="sibTrans" cxnId="{622CD164-4FD2-428D-844B-9CE91329CABA}">
      <dgm:prSet/>
      <dgm:spPr/>
      <dgm:t>
        <a:bodyPr/>
        <a:lstStyle/>
        <a:p>
          <a:endParaRPr lang="de-DE"/>
        </a:p>
      </dgm:t>
    </dgm:pt>
    <dgm:pt modelId="{8DDE6340-4E1A-448D-803A-E2917E098ED1}" type="pres">
      <dgm:prSet presAssocID="{2F212D13-68C1-433F-AE0B-4FE0674AB263}" presName="diagram" presStyleCnt="0">
        <dgm:presLayoutVars>
          <dgm:dir/>
          <dgm:resizeHandles val="exact"/>
        </dgm:presLayoutVars>
      </dgm:prSet>
      <dgm:spPr/>
    </dgm:pt>
    <dgm:pt modelId="{8DC4F679-CF90-42AD-A878-1C594890E07B}" type="pres">
      <dgm:prSet presAssocID="{E6115EB5-F7ED-45EA-90DD-F237ACAC5D1D}" presName="node" presStyleLbl="node1" presStyleIdx="0" presStyleCnt="5">
        <dgm:presLayoutVars>
          <dgm:bulletEnabled val="1"/>
        </dgm:presLayoutVars>
      </dgm:prSet>
      <dgm:spPr/>
    </dgm:pt>
    <dgm:pt modelId="{8257F4A3-7FAA-48A8-9EF9-959B9C594626}" type="pres">
      <dgm:prSet presAssocID="{954BCCA2-C22F-4E59-A15E-55D01B080C2A}" presName="sibTrans" presStyleCnt="0"/>
      <dgm:spPr/>
    </dgm:pt>
    <dgm:pt modelId="{588079B1-CBCC-49A6-8E43-412BE5BA7281}" type="pres">
      <dgm:prSet presAssocID="{78E4F0A2-750A-4F45-AC4F-00387FA85EC7}" presName="node" presStyleLbl="node1" presStyleIdx="1" presStyleCnt="5">
        <dgm:presLayoutVars>
          <dgm:bulletEnabled val="1"/>
        </dgm:presLayoutVars>
      </dgm:prSet>
      <dgm:spPr/>
    </dgm:pt>
    <dgm:pt modelId="{C20E3DBA-CC15-4A95-94D0-208738DDD80D}" type="pres">
      <dgm:prSet presAssocID="{7434D1D7-A32A-4215-99F7-D9F3EB3BDD84}" presName="sibTrans" presStyleCnt="0"/>
      <dgm:spPr/>
    </dgm:pt>
    <dgm:pt modelId="{C6A42B01-49F4-4308-8382-16B3E5E6585D}" type="pres">
      <dgm:prSet presAssocID="{409C8AC8-A158-4218-9CB8-F200B5CD4DD4}" presName="node" presStyleLbl="node1" presStyleIdx="2" presStyleCnt="5">
        <dgm:presLayoutVars>
          <dgm:bulletEnabled val="1"/>
        </dgm:presLayoutVars>
      </dgm:prSet>
      <dgm:spPr/>
    </dgm:pt>
    <dgm:pt modelId="{F6054B5D-C34B-4AE5-9CBD-E81871ABB27F}" type="pres">
      <dgm:prSet presAssocID="{6E50BB79-C51F-4DD9-A0FE-FFE8CD2E189F}" presName="sibTrans" presStyleCnt="0"/>
      <dgm:spPr/>
    </dgm:pt>
    <dgm:pt modelId="{56E603E3-A263-4406-AA92-30AB7621C573}" type="pres">
      <dgm:prSet presAssocID="{BDA7045B-DA5D-4773-8B63-403DDB1CF70B}" presName="node" presStyleLbl="node1" presStyleIdx="3" presStyleCnt="5">
        <dgm:presLayoutVars>
          <dgm:bulletEnabled val="1"/>
        </dgm:presLayoutVars>
      </dgm:prSet>
      <dgm:spPr/>
    </dgm:pt>
    <dgm:pt modelId="{BAEDA863-AAB2-40C8-9DCA-36FFDFDD9B88}" type="pres">
      <dgm:prSet presAssocID="{3811D04F-D6E6-4DC6-86AD-02E25E48F44B}" presName="sibTrans" presStyleCnt="0"/>
      <dgm:spPr/>
    </dgm:pt>
    <dgm:pt modelId="{77CD2B97-E0FB-4864-A17F-3BC508630226}" type="pres">
      <dgm:prSet presAssocID="{045ACAD6-A997-4040-8114-08CBA41B28FC}" presName="node" presStyleLbl="node1" presStyleIdx="4" presStyleCnt="5">
        <dgm:presLayoutVars>
          <dgm:bulletEnabled val="1"/>
        </dgm:presLayoutVars>
      </dgm:prSet>
      <dgm:spPr/>
    </dgm:pt>
  </dgm:ptLst>
  <dgm:cxnLst>
    <dgm:cxn modelId="{4C77000D-CCB9-4DF7-BC56-352C028B30B2}" srcId="{2F212D13-68C1-433F-AE0B-4FE0674AB263}" destId="{409C8AC8-A158-4218-9CB8-F200B5CD4DD4}" srcOrd="2" destOrd="0" parTransId="{A8670F4F-E945-41C8-B58A-1BB02FEB5875}" sibTransId="{6E50BB79-C51F-4DD9-A0FE-FFE8CD2E189F}"/>
    <dgm:cxn modelId="{9C15971E-85C8-413F-AE12-17C27B8F78CF}" type="presOf" srcId="{78E4F0A2-750A-4F45-AC4F-00387FA85EC7}" destId="{588079B1-CBCC-49A6-8E43-412BE5BA7281}" srcOrd="0" destOrd="0" presId="urn:microsoft.com/office/officeart/2005/8/layout/default"/>
    <dgm:cxn modelId="{622CD164-4FD2-428D-844B-9CE91329CABA}" srcId="{2F212D13-68C1-433F-AE0B-4FE0674AB263}" destId="{045ACAD6-A997-4040-8114-08CBA41B28FC}" srcOrd="4" destOrd="0" parTransId="{B9346E6B-4C5B-45D5-9788-04EDB5A07FDA}" sibTransId="{E3FCBCF4-CF0E-497D-AD50-03D1A67BA7F0}"/>
    <dgm:cxn modelId="{6F1AAD79-622C-4707-BBFC-7EC4A70F6EA6}" srcId="{2F212D13-68C1-433F-AE0B-4FE0674AB263}" destId="{E6115EB5-F7ED-45EA-90DD-F237ACAC5D1D}" srcOrd="0" destOrd="0" parTransId="{BE718763-8376-49DD-BB07-E1FC4E1E490F}" sibTransId="{954BCCA2-C22F-4E59-A15E-55D01B080C2A}"/>
    <dgm:cxn modelId="{29F50D80-E28C-4538-9E0C-1AA125DABB09}" type="presOf" srcId="{E6115EB5-F7ED-45EA-90DD-F237ACAC5D1D}" destId="{8DC4F679-CF90-42AD-A878-1C594890E07B}" srcOrd="0" destOrd="0" presId="urn:microsoft.com/office/officeart/2005/8/layout/default"/>
    <dgm:cxn modelId="{83254782-E220-4C96-9E78-E2D632FA8EBF}" type="presOf" srcId="{2F212D13-68C1-433F-AE0B-4FE0674AB263}" destId="{8DDE6340-4E1A-448D-803A-E2917E098ED1}" srcOrd="0" destOrd="0" presId="urn:microsoft.com/office/officeart/2005/8/layout/default"/>
    <dgm:cxn modelId="{72E05F96-D55A-43B6-B2C9-627AC19FCE73}" srcId="{2F212D13-68C1-433F-AE0B-4FE0674AB263}" destId="{78E4F0A2-750A-4F45-AC4F-00387FA85EC7}" srcOrd="1" destOrd="0" parTransId="{A6B60D54-AC03-4CE8-88A0-E5A141B9E7C7}" sibTransId="{7434D1D7-A32A-4215-99F7-D9F3EB3BDD84}"/>
    <dgm:cxn modelId="{7CE9209C-4B94-4951-884C-E30B7981E168}" type="presOf" srcId="{045ACAD6-A997-4040-8114-08CBA41B28FC}" destId="{77CD2B97-E0FB-4864-A17F-3BC508630226}" srcOrd="0" destOrd="0" presId="urn:microsoft.com/office/officeart/2005/8/layout/default"/>
    <dgm:cxn modelId="{7079659F-D4A3-4854-902B-4262C4BA9C44}" srcId="{2F212D13-68C1-433F-AE0B-4FE0674AB263}" destId="{BDA7045B-DA5D-4773-8B63-403DDB1CF70B}" srcOrd="3" destOrd="0" parTransId="{08A95A5A-26BB-4A4E-B4EA-E7E895D73558}" sibTransId="{3811D04F-D6E6-4DC6-86AD-02E25E48F44B}"/>
    <dgm:cxn modelId="{2081A7D3-E51D-42D5-9689-23F572EDD212}" type="presOf" srcId="{409C8AC8-A158-4218-9CB8-F200B5CD4DD4}" destId="{C6A42B01-49F4-4308-8382-16B3E5E6585D}" srcOrd="0" destOrd="0" presId="urn:microsoft.com/office/officeart/2005/8/layout/default"/>
    <dgm:cxn modelId="{8DE438DC-8880-4995-8730-447AA9C0ABDB}" type="presOf" srcId="{BDA7045B-DA5D-4773-8B63-403DDB1CF70B}" destId="{56E603E3-A263-4406-AA92-30AB7621C573}" srcOrd="0" destOrd="0" presId="urn:microsoft.com/office/officeart/2005/8/layout/default"/>
    <dgm:cxn modelId="{397E008B-98E1-4780-81D0-9026A74804DE}" type="presParOf" srcId="{8DDE6340-4E1A-448D-803A-E2917E098ED1}" destId="{8DC4F679-CF90-42AD-A878-1C594890E07B}" srcOrd="0" destOrd="0" presId="urn:microsoft.com/office/officeart/2005/8/layout/default"/>
    <dgm:cxn modelId="{4997ECA7-3B05-42C4-895D-6DB4F78C3604}" type="presParOf" srcId="{8DDE6340-4E1A-448D-803A-E2917E098ED1}" destId="{8257F4A3-7FAA-48A8-9EF9-959B9C594626}" srcOrd="1" destOrd="0" presId="urn:microsoft.com/office/officeart/2005/8/layout/default"/>
    <dgm:cxn modelId="{A3DAA8B4-3205-41FF-B0CF-135C2285A558}" type="presParOf" srcId="{8DDE6340-4E1A-448D-803A-E2917E098ED1}" destId="{588079B1-CBCC-49A6-8E43-412BE5BA7281}" srcOrd="2" destOrd="0" presId="urn:microsoft.com/office/officeart/2005/8/layout/default"/>
    <dgm:cxn modelId="{027EB795-733C-4765-B363-710A9765B953}" type="presParOf" srcId="{8DDE6340-4E1A-448D-803A-E2917E098ED1}" destId="{C20E3DBA-CC15-4A95-94D0-208738DDD80D}" srcOrd="3" destOrd="0" presId="urn:microsoft.com/office/officeart/2005/8/layout/default"/>
    <dgm:cxn modelId="{F1F78CAC-F0B6-4538-B3AE-98A456CAEDF0}" type="presParOf" srcId="{8DDE6340-4E1A-448D-803A-E2917E098ED1}" destId="{C6A42B01-49F4-4308-8382-16B3E5E6585D}" srcOrd="4" destOrd="0" presId="urn:microsoft.com/office/officeart/2005/8/layout/default"/>
    <dgm:cxn modelId="{DA727C25-465E-4DE5-AB3D-9083769D736D}" type="presParOf" srcId="{8DDE6340-4E1A-448D-803A-E2917E098ED1}" destId="{F6054B5D-C34B-4AE5-9CBD-E81871ABB27F}" srcOrd="5" destOrd="0" presId="urn:microsoft.com/office/officeart/2005/8/layout/default"/>
    <dgm:cxn modelId="{A3F8DAC1-378D-47E3-8824-DCA13AEB265F}" type="presParOf" srcId="{8DDE6340-4E1A-448D-803A-E2917E098ED1}" destId="{56E603E3-A263-4406-AA92-30AB7621C573}" srcOrd="6" destOrd="0" presId="urn:microsoft.com/office/officeart/2005/8/layout/default"/>
    <dgm:cxn modelId="{99212B2C-AFF4-4408-B6CD-BFDA696E4EF9}" type="presParOf" srcId="{8DDE6340-4E1A-448D-803A-E2917E098ED1}" destId="{BAEDA863-AAB2-40C8-9DCA-36FFDFDD9B88}" srcOrd="7" destOrd="0" presId="urn:microsoft.com/office/officeart/2005/8/layout/default"/>
    <dgm:cxn modelId="{FCE91973-6CDA-4FDE-938B-7ED38F64EBD3}" type="presParOf" srcId="{8DDE6340-4E1A-448D-803A-E2917E098ED1}" destId="{77CD2B97-E0FB-4864-A17F-3BC508630226}" srcOrd="8"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BB6496F-EE5A-4FE9-ABAE-7FA9AF8F4D6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de-DE"/>
        </a:p>
      </dgm:t>
    </dgm:pt>
    <dgm:pt modelId="{59D8D98A-A266-4D21-ABF1-050211D9A4CA}">
      <dgm:prSet custT="1"/>
      <dgm:spPr/>
      <dgm:t>
        <a:bodyPr/>
        <a:lstStyle/>
        <a:p>
          <a:r>
            <a:rPr lang="de-DE" sz="2400"/>
            <a:t>Externe Datensicht:</a:t>
          </a:r>
        </a:p>
      </dgm:t>
    </dgm:pt>
    <dgm:pt modelId="{56BFDA80-0FA5-46CD-B2E7-618058AE5FAB}" type="parTrans" cxnId="{E324A1C9-D05D-4BE8-822F-5BD9A745F3C1}">
      <dgm:prSet/>
      <dgm:spPr/>
      <dgm:t>
        <a:bodyPr/>
        <a:lstStyle/>
        <a:p>
          <a:endParaRPr lang="de-DE"/>
        </a:p>
      </dgm:t>
    </dgm:pt>
    <dgm:pt modelId="{8802D98F-CCA6-45C9-BA38-0F61CE2FECEA}" type="sibTrans" cxnId="{E324A1C9-D05D-4BE8-822F-5BD9A745F3C1}">
      <dgm:prSet/>
      <dgm:spPr/>
      <dgm:t>
        <a:bodyPr/>
        <a:lstStyle/>
        <a:p>
          <a:endParaRPr lang="de-DE"/>
        </a:p>
      </dgm:t>
    </dgm:pt>
    <dgm:pt modelId="{CA22E9E2-D137-4805-913F-29FABB39E366}">
      <dgm:prSet custT="1"/>
      <dgm:spPr/>
      <dgm:t>
        <a:bodyPr/>
        <a:lstStyle/>
        <a:p>
          <a:r>
            <a:rPr lang="de-DE" sz="1800"/>
            <a:t>Benutzersicht Anwender und Administratoren</a:t>
          </a:r>
        </a:p>
      </dgm:t>
    </dgm:pt>
    <dgm:pt modelId="{32416707-7AFE-4CA0-B57F-EA52740C688F}" type="parTrans" cxnId="{168A087F-B891-427D-805E-BB64BBA43124}">
      <dgm:prSet/>
      <dgm:spPr/>
      <dgm:t>
        <a:bodyPr/>
        <a:lstStyle/>
        <a:p>
          <a:endParaRPr lang="de-DE"/>
        </a:p>
      </dgm:t>
    </dgm:pt>
    <dgm:pt modelId="{EEC0C53A-2E7D-4CED-8F79-5BB0A73A4B32}" type="sibTrans" cxnId="{168A087F-B891-427D-805E-BB64BBA43124}">
      <dgm:prSet/>
      <dgm:spPr/>
      <dgm:t>
        <a:bodyPr/>
        <a:lstStyle/>
        <a:p>
          <a:endParaRPr lang="de-DE"/>
        </a:p>
      </dgm:t>
    </dgm:pt>
    <dgm:pt modelId="{D7124EAA-EFA6-46BC-999F-076882D71983}">
      <dgm:prSet custT="1"/>
      <dgm:spPr/>
      <dgm:t>
        <a:bodyPr/>
        <a:lstStyle/>
        <a:p>
          <a:r>
            <a:rPr lang="de-DE" sz="1800" dirty="0"/>
            <a:t>Anwendungsprogramme, die über Dienstprogramme direkt auf die Datenbank zugreifen (SQL)</a:t>
          </a:r>
        </a:p>
      </dgm:t>
    </dgm:pt>
    <dgm:pt modelId="{8FCE256F-B100-49F1-B16D-5CCF8C4DBFE2}" type="parTrans" cxnId="{3E5EB0BB-270A-4AB6-95C1-5FA52712F486}">
      <dgm:prSet/>
      <dgm:spPr/>
      <dgm:t>
        <a:bodyPr/>
        <a:lstStyle/>
        <a:p>
          <a:endParaRPr lang="de-DE"/>
        </a:p>
      </dgm:t>
    </dgm:pt>
    <dgm:pt modelId="{45683C45-3898-419A-B12B-160D821F670E}" type="sibTrans" cxnId="{3E5EB0BB-270A-4AB6-95C1-5FA52712F486}">
      <dgm:prSet/>
      <dgm:spPr/>
      <dgm:t>
        <a:bodyPr/>
        <a:lstStyle/>
        <a:p>
          <a:endParaRPr lang="de-DE"/>
        </a:p>
      </dgm:t>
    </dgm:pt>
    <dgm:pt modelId="{1365FB4C-16E6-4F32-BDB1-CCA8AF2B05B7}">
      <dgm:prSet custT="1"/>
      <dgm:spPr/>
      <dgm:t>
        <a:bodyPr/>
        <a:lstStyle/>
        <a:p>
          <a:r>
            <a:rPr lang="de-DE" sz="2400"/>
            <a:t>Konzeptionelle Datensicht:</a:t>
          </a:r>
        </a:p>
      </dgm:t>
    </dgm:pt>
    <dgm:pt modelId="{DA27F69E-99CC-4488-A051-A425A0CCE97B}" type="parTrans" cxnId="{08ED85AD-3186-4ED3-9014-D3DC1A8D5B69}">
      <dgm:prSet/>
      <dgm:spPr/>
      <dgm:t>
        <a:bodyPr/>
        <a:lstStyle/>
        <a:p>
          <a:endParaRPr lang="de-DE"/>
        </a:p>
      </dgm:t>
    </dgm:pt>
    <dgm:pt modelId="{02915F25-B2BD-456C-883E-0D245948562F}" type="sibTrans" cxnId="{08ED85AD-3186-4ED3-9014-D3DC1A8D5B69}">
      <dgm:prSet/>
      <dgm:spPr/>
      <dgm:t>
        <a:bodyPr/>
        <a:lstStyle/>
        <a:p>
          <a:endParaRPr lang="de-DE"/>
        </a:p>
      </dgm:t>
    </dgm:pt>
    <dgm:pt modelId="{23C32AEE-0967-48EB-85C3-CFCD2794F85C}">
      <dgm:prSet custT="1"/>
      <dgm:spPr/>
      <dgm:t>
        <a:bodyPr/>
        <a:lstStyle/>
        <a:p>
          <a:r>
            <a:rPr lang="de-DE" sz="1800"/>
            <a:t>Gesamtstruktur der Daten, ihre Eigenschaften sowie ihre Beziehungen untereinander </a:t>
          </a:r>
        </a:p>
      </dgm:t>
    </dgm:pt>
    <dgm:pt modelId="{36C41991-556A-4623-9C5A-EF77BC613BA9}" type="parTrans" cxnId="{BA3BC501-8C24-4D35-A5B5-CF60B64A3342}">
      <dgm:prSet/>
      <dgm:spPr/>
      <dgm:t>
        <a:bodyPr/>
        <a:lstStyle/>
        <a:p>
          <a:endParaRPr lang="de-DE"/>
        </a:p>
      </dgm:t>
    </dgm:pt>
    <dgm:pt modelId="{CC87BC8B-B2A2-4BFC-AABD-79C5DAEB580E}" type="sibTrans" cxnId="{BA3BC501-8C24-4D35-A5B5-CF60B64A3342}">
      <dgm:prSet/>
      <dgm:spPr/>
      <dgm:t>
        <a:bodyPr/>
        <a:lstStyle/>
        <a:p>
          <a:endParaRPr lang="de-DE"/>
        </a:p>
      </dgm:t>
    </dgm:pt>
    <dgm:pt modelId="{64CC24CD-1119-40A8-8331-D8867A3A4B29}">
      <dgm:prSet custT="1"/>
      <dgm:spPr/>
      <dgm:t>
        <a:bodyPr/>
        <a:lstStyle/>
        <a:p>
          <a:r>
            <a:rPr lang="de-DE" sz="2400"/>
            <a:t>Interne Datensicht:</a:t>
          </a:r>
        </a:p>
      </dgm:t>
    </dgm:pt>
    <dgm:pt modelId="{3806EF5B-5D30-4191-9F73-6A829C072DAF}" type="parTrans" cxnId="{ED2B7F91-5782-4C22-9068-DD60F5068076}">
      <dgm:prSet/>
      <dgm:spPr/>
      <dgm:t>
        <a:bodyPr/>
        <a:lstStyle/>
        <a:p>
          <a:endParaRPr lang="de-DE"/>
        </a:p>
      </dgm:t>
    </dgm:pt>
    <dgm:pt modelId="{9DEFC8EF-50D5-4E5D-A7DF-5F414CB2896B}" type="sibTrans" cxnId="{ED2B7F91-5782-4C22-9068-DD60F5068076}">
      <dgm:prSet/>
      <dgm:spPr/>
      <dgm:t>
        <a:bodyPr/>
        <a:lstStyle/>
        <a:p>
          <a:endParaRPr lang="de-DE"/>
        </a:p>
      </dgm:t>
    </dgm:pt>
    <dgm:pt modelId="{5A18458C-8DBE-4D03-859B-F04E524B78DF}">
      <dgm:prSet custT="1"/>
      <dgm:spPr/>
      <dgm:t>
        <a:bodyPr/>
        <a:lstStyle/>
        <a:p>
          <a:r>
            <a:rPr lang="de-DE" sz="1800"/>
            <a:t>physische Speicherung der Daten (in Tabellen)</a:t>
          </a:r>
        </a:p>
      </dgm:t>
    </dgm:pt>
    <dgm:pt modelId="{A27C0980-F009-4EBC-8FD5-C878489E4782}" type="parTrans" cxnId="{13F174CD-D0C2-4A47-BCB7-CE11FE55DC2B}">
      <dgm:prSet/>
      <dgm:spPr/>
      <dgm:t>
        <a:bodyPr/>
        <a:lstStyle/>
        <a:p>
          <a:endParaRPr lang="de-DE"/>
        </a:p>
      </dgm:t>
    </dgm:pt>
    <dgm:pt modelId="{846047B8-A7EC-4E58-AE76-4E881A02D14B}" type="sibTrans" cxnId="{13F174CD-D0C2-4A47-BCB7-CE11FE55DC2B}">
      <dgm:prSet/>
      <dgm:spPr/>
      <dgm:t>
        <a:bodyPr/>
        <a:lstStyle/>
        <a:p>
          <a:endParaRPr lang="de-DE"/>
        </a:p>
      </dgm:t>
    </dgm:pt>
    <dgm:pt modelId="{5E57F11E-F12C-42AC-B7B5-047EAF8D3DFD}">
      <dgm:prSet custT="1"/>
      <dgm:spPr/>
      <dgm:t>
        <a:bodyPr/>
        <a:lstStyle/>
        <a:p>
          <a:r>
            <a:rPr lang="de-DE" sz="1800"/>
            <a:t>Speicherung erfolgt unabhängig von einer Anwendung</a:t>
          </a:r>
        </a:p>
      </dgm:t>
    </dgm:pt>
    <dgm:pt modelId="{0A71D3FF-7755-459A-87F3-35FCD8F6C8EB}" type="parTrans" cxnId="{963C1E0C-3A83-4FF6-8CC2-0EE65424FD9C}">
      <dgm:prSet/>
      <dgm:spPr/>
      <dgm:t>
        <a:bodyPr/>
        <a:lstStyle/>
        <a:p>
          <a:endParaRPr lang="de-DE"/>
        </a:p>
      </dgm:t>
    </dgm:pt>
    <dgm:pt modelId="{82B830C4-289A-476F-9BE2-62D2F6BC411D}" type="sibTrans" cxnId="{963C1E0C-3A83-4FF6-8CC2-0EE65424FD9C}">
      <dgm:prSet/>
      <dgm:spPr/>
      <dgm:t>
        <a:bodyPr/>
        <a:lstStyle/>
        <a:p>
          <a:endParaRPr lang="de-DE"/>
        </a:p>
      </dgm:t>
    </dgm:pt>
    <dgm:pt modelId="{7AECD614-5058-4569-921E-56E5343946DF}" type="pres">
      <dgm:prSet presAssocID="{ABB6496F-EE5A-4FE9-ABAE-7FA9AF8F4D60}" presName="linear" presStyleCnt="0">
        <dgm:presLayoutVars>
          <dgm:animLvl val="lvl"/>
          <dgm:resizeHandles val="exact"/>
        </dgm:presLayoutVars>
      </dgm:prSet>
      <dgm:spPr/>
    </dgm:pt>
    <dgm:pt modelId="{875AF4C2-8B2C-4A64-90F1-458660509BCA}" type="pres">
      <dgm:prSet presAssocID="{59D8D98A-A266-4D21-ABF1-050211D9A4CA}" presName="parentText" presStyleLbl="node1" presStyleIdx="0" presStyleCnt="3" custLinFactNeighborX="-1773" custLinFactNeighborY="-22593">
        <dgm:presLayoutVars>
          <dgm:chMax val="0"/>
          <dgm:bulletEnabled val="1"/>
        </dgm:presLayoutVars>
      </dgm:prSet>
      <dgm:spPr/>
    </dgm:pt>
    <dgm:pt modelId="{0959260B-1012-4ABB-AA66-2EEBFDD9DC69}" type="pres">
      <dgm:prSet presAssocID="{59D8D98A-A266-4D21-ABF1-050211D9A4CA}" presName="childText" presStyleLbl="revTx" presStyleIdx="0" presStyleCnt="3">
        <dgm:presLayoutVars>
          <dgm:bulletEnabled val="1"/>
        </dgm:presLayoutVars>
      </dgm:prSet>
      <dgm:spPr/>
    </dgm:pt>
    <dgm:pt modelId="{D80B1289-7FFF-4718-8392-8DC7D16146D5}" type="pres">
      <dgm:prSet presAssocID="{1365FB4C-16E6-4F32-BDB1-CCA8AF2B05B7}" presName="parentText" presStyleLbl="node1" presStyleIdx="1" presStyleCnt="3">
        <dgm:presLayoutVars>
          <dgm:chMax val="0"/>
          <dgm:bulletEnabled val="1"/>
        </dgm:presLayoutVars>
      </dgm:prSet>
      <dgm:spPr/>
    </dgm:pt>
    <dgm:pt modelId="{29AA1B40-5632-487A-860C-193FEE76FA74}" type="pres">
      <dgm:prSet presAssocID="{1365FB4C-16E6-4F32-BDB1-CCA8AF2B05B7}" presName="childText" presStyleLbl="revTx" presStyleIdx="1" presStyleCnt="3">
        <dgm:presLayoutVars>
          <dgm:bulletEnabled val="1"/>
        </dgm:presLayoutVars>
      </dgm:prSet>
      <dgm:spPr/>
    </dgm:pt>
    <dgm:pt modelId="{0ABAFC61-A36B-4E62-8865-C82067631C38}" type="pres">
      <dgm:prSet presAssocID="{64CC24CD-1119-40A8-8331-D8867A3A4B29}" presName="parentText" presStyleLbl="node1" presStyleIdx="2" presStyleCnt="3">
        <dgm:presLayoutVars>
          <dgm:chMax val="0"/>
          <dgm:bulletEnabled val="1"/>
        </dgm:presLayoutVars>
      </dgm:prSet>
      <dgm:spPr/>
    </dgm:pt>
    <dgm:pt modelId="{48AF15E3-A052-4B04-9BD6-8472B535921D}" type="pres">
      <dgm:prSet presAssocID="{64CC24CD-1119-40A8-8331-D8867A3A4B29}" presName="childText" presStyleLbl="revTx" presStyleIdx="2" presStyleCnt="3">
        <dgm:presLayoutVars>
          <dgm:bulletEnabled val="1"/>
        </dgm:presLayoutVars>
      </dgm:prSet>
      <dgm:spPr/>
    </dgm:pt>
  </dgm:ptLst>
  <dgm:cxnLst>
    <dgm:cxn modelId="{BA3BC501-8C24-4D35-A5B5-CF60B64A3342}" srcId="{1365FB4C-16E6-4F32-BDB1-CCA8AF2B05B7}" destId="{23C32AEE-0967-48EB-85C3-CFCD2794F85C}" srcOrd="0" destOrd="0" parTransId="{36C41991-556A-4623-9C5A-EF77BC613BA9}" sibTransId="{CC87BC8B-B2A2-4BFC-AABD-79C5DAEB580E}"/>
    <dgm:cxn modelId="{963C1E0C-3A83-4FF6-8CC2-0EE65424FD9C}" srcId="{64CC24CD-1119-40A8-8331-D8867A3A4B29}" destId="{5E57F11E-F12C-42AC-B7B5-047EAF8D3DFD}" srcOrd="1" destOrd="0" parTransId="{0A71D3FF-7755-459A-87F3-35FCD8F6C8EB}" sibTransId="{82B830C4-289A-476F-9BE2-62D2F6BC411D}"/>
    <dgm:cxn modelId="{A692F937-F759-43F2-B618-987CD287477C}" type="presOf" srcId="{ABB6496F-EE5A-4FE9-ABAE-7FA9AF8F4D60}" destId="{7AECD614-5058-4569-921E-56E5343946DF}" srcOrd="0" destOrd="0" presId="urn:microsoft.com/office/officeart/2005/8/layout/vList2"/>
    <dgm:cxn modelId="{E33B6F61-C98C-43B1-9A80-63F5CBB92A0F}" type="presOf" srcId="{5A18458C-8DBE-4D03-859B-F04E524B78DF}" destId="{48AF15E3-A052-4B04-9BD6-8472B535921D}" srcOrd="0" destOrd="0" presId="urn:microsoft.com/office/officeart/2005/8/layout/vList2"/>
    <dgm:cxn modelId="{0C85AD65-EE08-4048-AD28-4DE3EDAC7531}" type="presOf" srcId="{23C32AEE-0967-48EB-85C3-CFCD2794F85C}" destId="{29AA1B40-5632-487A-860C-193FEE76FA74}" srcOrd="0" destOrd="0" presId="urn:microsoft.com/office/officeart/2005/8/layout/vList2"/>
    <dgm:cxn modelId="{96617647-7039-42DD-8C93-683802988EC1}" type="presOf" srcId="{5E57F11E-F12C-42AC-B7B5-047EAF8D3DFD}" destId="{48AF15E3-A052-4B04-9BD6-8472B535921D}" srcOrd="0" destOrd="1" presId="urn:microsoft.com/office/officeart/2005/8/layout/vList2"/>
    <dgm:cxn modelId="{D6DFC258-0163-4CDC-8E7E-F506C6A9A96D}" type="presOf" srcId="{64CC24CD-1119-40A8-8331-D8867A3A4B29}" destId="{0ABAFC61-A36B-4E62-8865-C82067631C38}" srcOrd="0" destOrd="0" presId="urn:microsoft.com/office/officeart/2005/8/layout/vList2"/>
    <dgm:cxn modelId="{168A087F-B891-427D-805E-BB64BBA43124}" srcId="{59D8D98A-A266-4D21-ABF1-050211D9A4CA}" destId="{CA22E9E2-D137-4805-913F-29FABB39E366}" srcOrd="0" destOrd="0" parTransId="{32416707-7AFE-4CA0-B57F-EA52740C688F}" sibTransId="{EEC0C53A-2E7D-4CED-8F79-5BB0A73A4B32}"/>
    <dgm:cxn modelId="{ED2B7F91-5782-4C22-9068-DD60F5068076}" srcId="{ABB6496F-EE5A-4FE9-ABAE-7FA9AF8F4D60}" destId="{64CC24CD-1119-40A8-8331-D8867A3A4B29}" srcOrd="2" destOrd="0" parTransId="{3806EF5B-5D30-4191-9F73-6A829C072DAF}" sibTransId="{9DEFC8EF-50D5-4E5D-A7DF-5F414CB2896B}"/>
    <dgm:cxn modelId="{08ED85AD-3186-4ED3-9014-D3DC1A8D5B69}" srcId="{ABB6496F-EE5A-4FE9-ABAE-7FA9AF8F4D60}" destId="{1365FB4C-16E6-4F32-BDB1-CCA8AF2B05B7}" srcOrd="1" destOrd="0" parTransId="{DA27F69E-99CC-4488-A051-A425A0CCE97B}" sibTransId="{02915F25-B2BD-456C-883E-0D245948562F}"/>
    <dgm:cxn modelId="{3E5EB0BB-270A-4AB6-95C1-5FA52712F486}" srcId="{59D8D98A-A266-4D21-ABF1-050211D9A4CA}" destId="{D7124EAA-EFA6-46BC-999F-076882D71983}" srcOrd="1" destOrd="0" parTransId="{8FCE256F-B100-49F1-B16D-5CCF8C4DBFE2}" sibTransId="{45683C45-3898-419A-B12B-160D821F670E}"/>
    <dgm:cxn modelId="{87CC47BD-042F-4628-ACA5-79EE38047B6F}" type="presOf" srcId="{59D8D98A-A266-4D21-ABF1-050211D9A4CA}" destId="{875AF4C2-8B2C-4A64-90F1-458660509BCA}" srcOrd="0" destOrd="0" presId="urn:microsoft.com/office/officeart/2005/8/layout/vList2"/>
    <dgm:cxn modelId="{260F41C0-2F52-4DB6-9D5C-1FCE951EC3FB}" type="presOf" srcId="{1365FB4C-16E6-4F32-BDB1-CCA8AF2B05B7}" destId="{D80B1289-7FFF-4718-8392-8DC7D16146D5}" srcOrd="0" destOrd="0" presId="urn:microsoft.com/office/officeart/2005/8/layout/vList2"/>
    <dgm:cxn modelId="{E324A1C9-D05D-4BE8-822F-5BD9A745F3C1}" srcId="{ABB6496F-EE5A-4FE9-ABAE-7FA9AF8F4D60}" destId="{59D8D98A-A266-4D21-ABF1-050211D9A4CA}" srcOrd="0" destOrd="0" parTransId="{56BFDA80-0FA5-46CD-B2E7-618058AE5FAB}" sibTransId="{8802D98F-CCA6-45C9-BA38-0F61CE2FECEA}"/>
    <dgm:cxn modelId="{13F174CD-D0C2-4A47-BCB7-CE11FE55DC2B}" srcId="{64CC24CD-1119-40A8-8331-D8867A3A4B29}" destId="{5A18458C-8DBE-4D03-859B-F04E524B78DF}" srcOrd="0" destOrd="0" parTransId="{A27C0980-F009-4EBC-8FD5-C878489E4782}" sibTransId="{846047B8-A7EC-4E58-AE76-4E881A02D14B}"/>
    <dgm:cxn modelId="{C14942E1-7998-4747-8B6B-C90FFFDA88C5}" type="presOf" srcId="{D7124EAA-EFA6-46BC-999F-076882D71983}" destId="{0959260B-1012-4ABB-AA66-2EEBFDD9DC69}" srcOrd="0" destOrd="1" presId="urn:microsoft.com/office/officeart/2005/8/layout/vList2"/>
    <dgm:cxn modelId="{3972C0EB-E9C0-4D04-AAFC-62C5E488AD8C}" type="presOf" srcId="{CA22E9E2-D137-4805-913F-29FABB39E366}" destId="{0959260B-1012-4ABB-AA66-2EEBFDD9DC69}" srcOrd="0" destOrd="0" presId="urn:microsoft.com/office/officeart/2005/8/layout/vList2"/>
    <dgm:cxn modelId="{745AE930-1858-4B5F-B7AD-E0BF0427EDFA}" type="presParOf" srcId="{7AECD614-5058-4569-921E-56E5343946DF}" destId="{875AF4C2-8B2C-4A64-90F1-458660509BCA}" srcOrd="0" destOrd="0" presId="urn:microsoft.com/office/officeart/2005/8/layout/vList2"/>
    <dgm:cxn modelId="{086F4660-3142-4ECB-8B39-4473C59E4375}" type="presParOf" srcId="{7AECD614-5058-4569-921E-56E5343946DF}" destId="{0959260B-1012-4ABB-AA66-2EEBFDD9DC69}" srcOrd="1" destOrd="0" presId="urn:microsoft.com/office/officeart/2005/8/layout/vList2"/>
    <dgm:cxn modelId="{83B47356-9FAB-46F2-9C6A-E4E85EBE6CB3}" type="presParOf" srcId="{7AECD614-5058-4569-921E-56E5343946DF}" destId="{D80B1289-7FFF-4718-8392-8DC7D16146D5}" srcOrd="2" destOrd="0" presId="urn:microsoft.com/office/officeart/2005/8/layout/vList2"/>
    <dgm:cxn modelId="{7D4503B8-4E6A-4B9F-8D39-CCEBED5573B4}" type="presParOf" srcId="{7AECD614-5058-4569-921E-56E5343946DF}" destId="{29AA1B40-5632-487A-860C-193FEE76FA74}" srcOrd="3" destOrd="0" presId="urn:microsoft.com/office/officeart/2005/8/layout/vList2"/>
    <dgm:cxn modelId="{38DC277A-4194-460E-97A5-D46E952D9B75}" type="presParOf" srcId="{7AECD614-5058-4569-921E-56E5343946DF}" destId="{0ABAFC61-A36B-4E62-8865-C82067631C38}" srcOrd="4" destOrd="0" presId="urn:microsoft.com/office/officeart/2005/8/layout/vList2"/>
    <dgm:cxn modelId="{9B2F77F8-7867-485C-AD9A-4739A3906BE2}" type="presParOf" srcId="{7AECD614-5058-4569-921E-56E5343946DF}" destId="{48AF15E3-A052-4B04-9BD6-8472B535921D}"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FF007EC-A2B5-477B-A596-3522A147F409}" type="doc">
      <dgm:prSet loTypeId="urn:microsoft.com/office/officeart/2005/8/layout/vList6" loCatId="list" qsTypeId="urn:microsoft.com/office/officeart/2005/8/quickstyle/simple3" qsCatId="simple" csTypeId="urn:microsoft.com/office/officeart/2005/8/colors/colorful5" csCatId="colorful" phldr="1"/>
      <dgm:spPr/>
      <dgm:t>
        <a:bodyPr/>
        <a:lstStyle/>
        <a:p>
          <a:endParaRPr lang="de-DE"/>
        </a:p>
      </dgm:t>
    </dgm:pt>
    <dgm:pt modelId="{168BDD55-A06F-4AB3-B2A8-384190882341}">
      <dgm:prSet/>
      <dgm:spPr/>
      <dgm:t>
        <a:bodyPr/>
        <a:lstStyle/>
        <a:p>
          <a:r>
            <a:rPr lang="de-DE">
              <a:latin typeface="Arial" panose="020B0604020202020204" pitchFamily="34" charset="0"/>
              <a:cs typeface="Arial" panose="020B0604020202020204" pitchFamily="34" charset="0"/>
            </a:rPr>
            <a:t>Datenunabhängigkeit</a:t>
          </a:r>
        </a:p>
      </dgm:t>
    </dgm:pt>
    <dgm:pt modelId="{58C73306-29B0-4F7A-B303-2728C78C74B6}" type="parTrans" cxnId="{CBCBF771-7CBD-4841-BAA6-7CC9390FD351}">
      <dgm:prSet/>
      <dgm:spPr/>
      <dgm:t>
        <a:bodyPr/>
        <a:lstStyle/>
        <a:p>
          <a:endParaRPr lang="de-DE">
            <a:latin typeface="Arial" panose="020B0604020202020204" pitchFamily="34" charset="0"/>
            <a:cs typeface="Arial" panose="020B0604020202020204" pitchFamily="34" charset="0"/>
          </a:endParaRPr>
        </a:p>
      </dgm:t>
    </dgm:pt>
    <dgm:pt modelId="{19EB4D44-75D7-4EDA-A3AF-DDBFEF42D05C}" type="sibTrans" cxnId="{CBCBF771-7CBD-4841-BAA6-7CC9390FD351}">
      <dgm:prSet/>
      <dgm:spPr/>
      <dgm:t>
        <a:bodyPr/>
        <a:lstStyle/>
        <a:p>
          <a:endParaRPr lang="de-DE">
            <a:latin typeface="Arial" panose="020B0604020202020204" pitchFamily="34" charset="0"/>
            <a:cs typeface="Arial" panose="020B0604020202020204" pitchFamily="34" charset="0"/>
          </a:endParaRPr>
        </a:p>
      </dgm:t>
    </dgm:pt>
    <dgm:pt modelId="{BE4BDE6B-5CBE-4506-BB81-4005E4DE384F}">
      <dgm:prSet/>
      <dgm:spPr/>
      <dgm:t>
        <a:bodyPr/>
        <a:lstStyle/>
        <a:p>
          <a:r>
            <a:rPr lang="de-DE">
              <a:latin typeface="Arial" panose="020B0604020202020204" pitchFamily="34" charset="0"/>
              <a:cs typeface="Arial" panose="020B0604020202020204" pitchFamily="34" charset="0"/>
            </a:rPr>
            <a:t>Mehrfachzugriff</a:t>
          </a:r>
        </a:p>
      </dgm:t>
    </dgm:pt>
    <dgm:pt modelId="{45862045-725D-4737-B410-6B9DD4C47494}" type="parTrans" cxnId="{63C92A22-F591-42E8-B274-CD99E230D77B}">
      <dgm:prSet/>
      <dgm:spPr/>
      <dgm:t>
        <a:bodyPr/>
        <a:lstStyle/>
        <a:p>
          <a:endParaRPr lang="de-DE">
            <a:latin typeface="Arial" panose="020B0604020202020204" pitchFamily="34" charset="0"/>
            <a:cs typeface="Arial" panose="020B0604020202020204" pitchFamily="34" charset="0"/>
          </a:endParaRPr>
        </a:p>
      </dgm:t>
    </dgm:pt>
    <dgm:pt modelId="{8863343F-463C-40EB-AFF9-3E978A8D33DD}" type="sibTrans" cxnId="{63C92A22-F591-42E8-B274-CD99E230D77B}">
      <dgm:prSet/>
      <dgm:spPr/>
      <dgm:t>
        <a:bodyPr/>
        <a:lstStyle/>
        <a:p>
          <a:endParaRPr lang="de-DE">
            <a:latin typeface="Arial" panose="020B0604020202020204" pitchFamily="34" charset="0"/>
            <a:cs typeface="Arial" panose="020B0604020202020204" pitchFamily="34" charset="0"/>
          </a:endParaRPr>
        </a:p>
      </dgm:t>
    </dgm:pt>
    <dgm:pt modelId="{25AED734-F00D-41DF-ACED-60B91E7413CB}">
      <dgm:prSet/>
      <dgm:spPr/>
      <dgm:t>
        <a:bodyPr/>
        <a:lstStyle/>
        <a:p>
          <a:r>
            <a:rPr lang="de-DE">
              <a:latin typeface="Arial" panose="020B0604020202020204" pitchFamily="34" charset="0"/>
              <a:cs typeface="Arial" panose="020B0604020202020204" pitchFamily="34" charset="0"/>
            </a:rPr>
            <a:t>Datenschutz</a:t>
          </a:r>
        </a:p>
      </dgm:t>
    </dgm:pt>
    <dgm:pt modelId="{AC9052B9-2182-483F-B281-E7582EA5E671}" type="parTrans" cxnId="{1439762A-0F2C-40DF-952D-7AAD39641447}">
      <dgm:prSet/>
      <dgm:spPr/>
      <dgm:t>
        <a:bodyPr/>
        <a:lstStyle/>
        <a:p>
          <a:endParaRPr lang="de-DE">
            <a:latin typeface="Arial" panose="020B0604020202020204" pitchFamily="34" charset="0"/>
            <a:cs typeface="Arial" panose="020B0604020202020204" pitchFamily="34" charset="0"/>
          </a:endParaRPr>
        </a:p>
      </dgm:t>
    </dgm:pt>
    <dgm:pt modelId="{F2D333A4-B2CA-4522-AF4A-413CDEAC077E}" type="sibTrans" cxnId="{1439762A-0F2C-40DF-952D-7AAD39641447}">
      <dgm:prSet/>
      <dgm:spPr/>
      <dgm:t>
        <a:bodyPr/>
        <a:lstStyle/>
        <a:p>
          <a:endParaRPr lang="de-DE">
            <a:latin typeface="Arial" panose="020B0604020202020204" pitchFamily="34" charset="0"/>
            <a:cs typeface="Arial" panose="020B0604020202020204" pitchFamily="34" charset="0"/>
          </a:endParaRPr>
        </a:p>
      </dgm:t>
    </dgm:pt>
    <dgm:pt modelId="{524B8B66-2E9C-4512-B3D9-CEBBD63E0CB9}">
      <dgm:prSet/>
      <dgm:spPr/>
      <dgm:t>
        <a:bodyPr/>
        <a:lstStyle/>
        <a:p>
          <a:r>
            <a:rPr lang="de-DE">
              <a:latin typeface="Arial" panose="020B0604020202020204" pitchFamily="34" charset="0"/>
              <a:cs typeface="Arial" panose="020B0604020202020204" pitchFamily="34" charset="0"/>
            </a:rPr>
            <a:t>Datensicherheit</a:t>
          </a:r>
        </a:p>
      </dgm:t>
    </dgm:pt>
    <dgm:pt modelId="{1853A833-331B-44DA-93BF-D882DAF0DF54}" type="parTrans" cxnId="{A0C6AE7F-100D-4EDB-A7E5-DA44CED1DA29}">
      <dgm:prSet/>
      <dgm:spPr/>
      <dgm:t>
        <a:bodyPr/>
        <a:lstStyle/>
        <a:p>
          <a:endParaRPr lang="de-DE">
            <a:latin typeface="Arial" panose="020B0604020202020204" pitchFamily="34" charset="0"/>
            <a:cs typeface="Arial" panose="020B0604020202020204" pitchFamily="34" charset="0"/>
          </a:endParaRPr>
        </a:p>
      </dgm:t>
    </dgm:pt>
    <dgm:pt modelId="{D187C2F1-5C40-4026-B69F-11E7ACA58520}" type="sibTrans" cxnId="{A0C6AE7F-100D-4EDB-A7E5-DA44CED1DA29}">
      <dgm:prSet/>
      <dgm:spPr/>
      <dgm:t>
        <a:bodyPr/>
        <a:lstStyle/>
        <a:p>
          <a:endParaRPr lang="de-DE">
            <a:latin typeface="Arial" panose="020B0604020202020204" pitchFamily="34" charset="0"/>
            <a:cs typeface="Arial" panose="020B0604020202020204" pitchFamily="34" charset="0"/>
          </a:endParaRPr>
        </a:p>
      </dgm:t>
    </dgm:pt>
    <dgm:pt modelId="{295E90FA-52C5-4854-B5B1-2BF6E83728B4}">
      <dgm:prSet/>
      <dgm:spPr/>
      <dgm:t>
        <a:bodyPr/>
        <a:lstStyle/>
        <a:p>
          <a:r>
            <a:rPr lang="de-DE">
              <a:latin typeface="Arial" panose="020B0604020202020204" pitchFamily="34" charset="0"/>
              <a:cs typeface="Arial" panose="020B0604020202020204" pitchFamily="34" charset="0"/>
            </a:rPr>
            <a:t>Datenintegrität</a:t>
          </a:r>
        </a:p>
      </dgm:t>
    </dgm:pt>
    <dgm:pt modelId="{050F78D4-493E-45D9-B80D-747C0483F30B}" type="parTrans" cxnId="{4913D54F-96A0-43C6-BB98-BBAD9B338450}">
      <dgm:prSet/>
      <dgm:spPr/>
      <dgm:t>
        <a:bodyPr/>
        <a:lstStyle/>
        <a:p>
          <a:endParaRPr lang="de-DE">
            <a:latin typeface="Arial" panose="020B0604020202020204" pitchFamily="34" charset="0"/>
            <a:cs typeface="Arial" panose="020B0604020202020204" pitchFamily="34" charset="0"/>
          </a:endParaRPr>
        </a:p>
      </dgm:t>
    </dgm:pt>
    <dgm:pt modelId="{F9D25C29-0180-490E-91B2-E6818F24F5F5}" type="sibTrans" cxnId="{4913D54F-96A0-43C6-BB98-BBAD9B338450}">
      <dgm:prSet/>
      <dgm:spPr/>
      <dgm:t>
        <a:bodyPr/>
        <a:lstStyle/>
        <a:p>
          <a:endParaRPr lang="de-DE">
            <a:latin typeface="Arial" panose="020B0604020202020204" pitchFamily="34" charset="0"/>
            <a:cs typeface="Arial" panose="020B0604020202020204" pitchFamily="34" charset="0"/>
          </a:endParaRPr>
        </a:p>
      </dgm:t>
    </dgm:pt>
    <dgm:pt modelId="{9A7C6F7C-0F3E-4FA8-B40E-10843379D9F5}">
      <dgm:prSet/>
      <dgm:spPr/>
      <dgm:t>
        <a:bodyPr/>
        <a:lstStyle/>
        <a:p>
          <a:r>
            <a:rPr lang="de-DE">
              <a:latin typeface="Arial" panose="020B0604020202020204" pitchFamily="34" charset="0"/>
              <a:cs typeface="Arial" panose="020B0604020202020204" pitchFamily="34" charset="0"/>
            </a:rPr>
            <a:t>Redundanzfreiheit</a:t>
          </a:r>
        </a:p>
      </dgm:t>
    </dgm:pt>
    <dgm:pt modelId="{FD99A241-5069-44A4-A5CE-FBF33B27C794}" type="parTrans" cxnId="{28C14774-35D0-4BB1-B321-D542F86826EE}">
      <dgm:prSet/>
      <dgm:spPr/>
      <dgm:t>
        <a:bodyPr/>
        <a:lstStyle/>
        <a:p>
          <a:endParaRPr lang="de-DE">
            <a:latin typeface="Arial" panose="020B0604020202020204" pitchFamily="34" charset="0"/>
            <a:cs typeface="Arial" panose="020B0604020202020204" pitchFamily="34" charset="0"/>
          </a:endParaRPr>
        </a:p>
      </dgm:t>
    </dgm:pt>
    <dgm:pt modelId="{30E12B25-B6DC-44C3-A0EE-E9922056EEF6}" type="sibTrans" cxnId="{28C14774-35D0-4BB1-B321-D542F86826EE}">
      <dgm:prSet/>
      <dgm:spPr/>
      <dgm:t>
        <a:bodyPr/>
        <a:lstStyle/>
        <a:p>
          <a:endParaRPr lang="de-DE">
            <a:latin typeface="Arial" panose="020B0604020202020204" pitchFamily="34" charset="0"/>
            <a:cs typeface="Arial" panose="020B0604020202020204" pitchFamily="34" charset="0"/>
          </a:endParaRPr>
        </a:p>
      </dgm:t>
    </dgm:pt>
    <dgm:pt modelId="{00E6AF97-B581-49E0-8FE3-672D78A0A0B9}">
      <dgm:prSet/>
      <dgm:spPr/>
      <dgm:t>
        <a:bodyPr/>
        <a:lstStyle/>
        <a:p>
          <a:r>
            <a:rPr lang="de-DE">
              <a:latin typeface="Arial" panose="020B0604020202020204" pitchFamily="34" charset="0"/>
              <a:cs typeface="Arial" panose="020B0604020202020204" pitchFamily="34" charset="0"/>
            </a:rPr>
            <a:t>anwendungsneutral</a:t>
          </a:r>
        </a:p>
      </dgm:t>
    </dgm:pt>
    <dgm:pt modelId="{6864217E-DA76-4D94-BD45-9FCD239D5E67}" type="parTrans" cxnId="{0FF90758-8B16-4680-98D7-82D4247AE715}">
      <dgm:prSet/>
      <dgm:spPr/>
      <dgm:t>
        <a:bodyPr/>
        <a:lstStyle/>
        <a:p>
          <a:endParaRPr lang="de-DE">
            <a:latin typeface="Arial" panose="020B0604020202020204" pitchFamily="34" charset="0"/>
            <a:cs typeface="Arial" panose="020B0604020202020204" pitchFamily="34" charset="0"/>
          </a:endParaRPr>
        </a:p>
      </dgm:t>
    </dgm:pt>
    <dgm:pt modelId="{5936F46A-BA5B-41C4-9A8E-3649AF2EE353}" type="sibTrans" cxnId="{0FF90758-8B16-4680-98D7-82D4247AE715}">
      <dgm:prSet/>
      <dgm:spPr/>
      <dgm:t>
        <a:bodyPr/>
        <a:lstStyle/>
        <a:p>
          <a:endParaRPr lang="de-DE">
            <a:latin typeface="Arial" panose="020B0604020202020204" pitchFamily="34" charset="0"/>
            <a:cs typeface="Arial" panose="020B0604020202020204" pitchFamily="34" charset="0"/>
          </a:endParaRPr>
        </a:p>
      </dgm:t>
    </dgm:pt>
    <dgm:pt modelId="{23763D76-B360-4293-86BC-DEEA56E072E9}">
      <dgm:prSet/>
      <dgm:spPr/>
      <dgm:t>
        <a:bodyPr/>
        <a:lstStyle/>
        <a:p>
          <a:r>
            <a:rPr lang="de-DE">
              <a:latin typeface="Arial" panose="020B0604020202020204" pitchFamily="34" charset="0"/>
              <a:cs typeface="Arial" panose="020B0604020202020204" pitchFamily="34" charset="0"/>
            </a:rPr>
            <a:t>Zugriffsberechtigung</a:t>
          </a:r>
        </a:p>
      </dgm:t>
    </dgm:pt>
    <dgm:pt modelId="{8F99C02A-32DD-479B-890A-7E42B95E37AC}" type="parTrans" cxnId="{10EDDCA0-0626-4D3F-829F-E47E1809DB53}">
      <dgm:prSet/>
      <dgm:spPr/>
      <dgm:t>
        <a:bodyPr/>
        <a:lstStyle/>
        <a:p>
          <a:endParaRPr lang="de-DE">
            <a:latin typeface="Arial" panose="020B0604020202020204" pitchFamily="34" charset="0"/>
            <a:cs typeface="Arial" panose="020B0604020202020204" pitchFamily="34" charset="0"/>
          </a:endParaRPr>
        </a:p>
      </dgm:t>
    </dgm:pt>
    <dgm:pt modelId="{C9190B1D-BAB8-44FF-8DB3-7A3AAD50A861}" type="sibTrans" cxnId="{10EDDCA0-0626-4D3F-829F-E47E1809DB53}">
      <dgm:prSet/>
      <dgm:spPr/>
      <dgm:t>
        <a:bodyPr/>
        <a:lstStyle/>
        <a:p>
          <a:endParaRPr lang="de-DE">
            <a:latin typeface="Arial" panose="020B0604020202020204" pitchFamily="34" charset="0"/>
            <a:cs typeface="Arial" panose="020B0604020202020204" pitchFamily="34" charset="0"/>
          </a:endParaRPr>
        </a:p>
      </dgm:t>
    </dgm:pt>
    <dgm:pt modelId="{40695447-D6C6-4F00-8FA4-BCB8A67DE716}">
      <dgm:prSet/>
      <dgm:spPr/>
      <dgm:t>
        <a:bodyPr/>
        <a:lstStyle/>
        <a:p>
          <a:r>
            <a:rPr lang="de-DE" dirty="0" err="1">
              <a:latin typeface="Arial" panose="020B0604020202020204" pitchFamily="34" charset="0"/>
              <a:cs typeface="Arial" panose="020B0604020202020204" pitchFamily="34" charset="0"/>
            </a:rPr>
            <a:t>recovery</a:t>
          </a:r>
          <a:r>
            <a:rPr lang="de-DE" dirty="0">
              <a:latin typeface="Arial" panose="020B0604020202020204" pitchFamily="34" charset="0"/>
              <a:cs typeface="Arial" panose="020B0604020202020204" pitchFamily="34" charset="0"/>
            </a:rPr>
            <a:t> nach Störungsfall</a:t>
          </a:r>
        </a:p>
      </dgm:t>
    </dgm:pt>
    <dgm:pt modelId="{5EE3FC9E-F978-4FAE-B305-BA40FBBC6C50}" type="parTrans" cxnId="{F61C04ED-4F5E-4725-BEEC-F9EF0458E4DB}">
      <dgm:prSet/>
      <dgm:spPr/>
      <dgm:t>
        <a:bodyPr/>
        <a:lstStyle/>
        <a:p>
          <a:endParaRPr lang="de-DE">
            <a:latin typeface="Arial" panose="020B0604020202020204" pitchFamily="34" charset="0"/>
            <a:cs typeface="Arial" panose="020B0604020202020204" pitchFamily="34" charset="0"/>
          </a:endParaRPr>
        </a:p>
      </dgm:t>
    </dgm:pt>
    <dgm:pt modelId="{727A069C-D65B-4100-B5E9-8B74081317C5}" type="sibTrans" cxnId="{F61C04ED-4F5E-4725-BEEC-F9EF0458E4DB}">
      <dgm:prSet/>
      <dgm:spPr/>
      <dgm:t>
        <a:bodyPr/>
        <a:lstStyle/>
        <a:p>
          <a:endParaRPr lang="de-DE">
            <a:latin typeface="Arial" panose="020B0604020202020204" pitchFamily="34" charset="0"/>
            <a:cs typeface="Arial" panose="020B0604020202020204" pitchFamily="34" charset="0"/>
          </a:endParaRPr>
        </a:p>
      </dgm:t>
    </dgm:pt>
    <dgm:pt modelId="{92DB08BD-E7F8-47BC-B10B-FCF16D2D5A0B}">
      <dgm:prSet/>
      <dgm:spPr/>
      <dgm:t>
        <a:bodyPr/>
        <a:lstStyle/>
        <a:p>
          <a:r>
            <a:rPr lang="de-DE">
              <a:latin typeface="Arial" panose="020B0604020202020204" pitchFamily="34" charset="0"/>
              <a:cs typeface="Arial" panose="020B0604020202020204" pitchFamily="34" charset="0"/>
            </a:rPr>
            <a:t>Speicherung langlebiger Daten (Datenpersistenz)</a:t>
          </a:r>
        </a:p>
      </dgm:t>
    </dgm:pt>
    <dgm:pt modelId="{A48EF85A-5807-4A75-9335-91F6732A0E1F}" type="parTrans" cxnId="{8F2CBAA8-1417-47F8-95B9-D4893083A260}">
      <dgm:prSet/>
      <dgm:spPr/>
      <dgm:t>
        <a:bodyPr/>
        <a:lstStyle/>
        <a:p>
          <a:endParaRPr lang="de-DE">
            <a:latin typeface="Arial" panose="020B0604020202020204" pitchFamily="34" charset="0"/>
            <a:cs typeface="Arial" panose="020B0604020202020204" pitchFamily="34" charset="0"/>
          </a:endParaRPr>
        </a:p>
      </dgm:t>
    </dgm:pt>
    <dgm:pt modelId="{8925A242-70F0-4F7B-B4FB-A40F050E3655}" type="sibTrans" cxnId="{8F2CBAA8-1417-47F8-95B9-D4893083A260}">
      <dgm:prSet/>
      <dgm:spPr/>
      <dgm:t>
        <a:bodyPr/>
        <a:lstStyle/>
        <a:p>
          <a:endParaRPr lang="de-DE">
            <a:latin typeface="Arial" panose="020B0604020202020204" pitchFamily="34" charset="0"/>
            <a:cs typeface="Arial" panose="020B0604020202020204" pitchFamily="34" charset="0"/>
          </a:endParaRPr>
        </a:p>
      </dgm:t>
    </dgm:pt>
    <dgm:pt modelId="{88630210-6451-4DDA-94E7-45254B440BE4}">
      <dgm:prSet/>
      <dgm:spPr/>
      <dgm:t>
        <a:bodyPr/>
        <a:lstStyle/>
        <a:p>
          <a:r>
            <a:rPr lang="de-DE">
              <a:latin typeface="Arial" panose="020B0604020202020204" pitchFamily="34" charset="0"/>
              <a:cs typeface="Arial" panose="020B0604020202020204" pitchFamily="34" charset="0"/>
            </a:rPr>
            <a:t>Daten sind vollständig erfasst (Prüfung)</a:t>
          </a:r>
        </a:p>
      </dgm:t>
    </dgm:pt>
    <dgm:pt modelId="{5662A197-59B2-47B0-BCD3-D362057F0476}" type="parTrans" cxnId="{ED8240A3-741A-4FA8-9C71-89A6129F3FDB}">
      <dgm:prSet/>
      <dgm:spPr/>
      <dgm:t>
        <a:bodyPr/>
        <a:lstStyle/>
        <a:p>
          <a:endParaRPr lang="de-DE">
            <a:latin typeface="Arial" panose="020B0604020202020204" pitchFamily="34" charset="0"/>
            <a:cs typeface="Arial" panose="020B0604020202020204" pitchFamily="34" charset="0"/>
          </a:endParaRPr>
        </a:p>
      </dgm:t>
    </dgm:pt>
    <dgm:pt modelId="{8D4E5660-4615-4410-819B-540FE514F556}" type="sibTrans" cxnId="{ED8240A3-741A-4FA8-9C71-89A6129F3FDB}">
      <dgm:prSet/>
      <dgm:spPr/>
      <dgm:t>
        <a:bodyPr/>
        <a:lstStyle/>
        <a:p>
          <a:endParaRPr lang="de-DE">
            <a:latin typeface="Arial" panose="020B0604020202020204" pitchFamily="34" charset="0"/>
            <a:cs typeface="Arial" panose="020B0604020202020204" pitchFamily="34" charset="0"/>
          </a:endParaRPr>
        </a:p>
      </dgm:t>
    </dgm:pt>
    <dgm:pt modelId="{3C2F2705-BEA2-4C26-AEC4-73D6F9A2FB2D}">
      <dgm:prSet/>
      <dgm:spPr/>
      <dgm:t>
        <a:bodyPr/>
        <a:lstStyle/>
        <a:p>
          <a:r>
            <a:rPr lang="de-DE" dirty="0">
              <a:latin typeface="Arial" panose="020B0604020202020204" pitchFamily="34" charset="0"/>
              <a:cs typeface="Arial" panose="020B0604020202020204" pitchFamily="34" charset="0"/>
            </a:rPr>
            <a:t>jedes Datenelement ist nach Möglichkeit nur ein einziges Mal vorhanden</a:t>
          </a:r>
        </a:p>
      </dgm:t>
    </dgm:pt>
    <dgm:pt modelId="{7C5A4502-AB7C-412E-A2C2-D47E61CD006C}" type="parTrans" cxnId="{57B90792-0489-40B8-BE2A-32B0B01C4F99}">
      <dgm:prSet/>
      <dgm:spPr/>
      <dgm:t>
        <a:bodyPr/>
        <a:lstStyle/>
        <a:p>
          <a:endParaRPr lang="de-DE">
            <a:latin typeface="Arial" panose="020B0604020202020204" pitchFamily="34" charset="0"/>
            <a:cs typeface="Arial" panose="020B0604020202020204" pitchFamily="34" charset="0"/>
          </a:endParaRPr>
        </a:p>
      </dgm:t>
    </dgm:pt>
    <dgm:pt modelId="{C17FA2D0-3700-4343-8FEF-EE54FF8B251D}" type="sibTrans" cxnId="{57B90792-0489-40B8-BE2A-32B0B01C4F99}">
      <dgm:prSet/>
      <dgm:spPr/>
      <dgm:t>
        <a:bodyPr/>
        <a:lstStyle/>
        <a:p>
          <a:endParaRPr lang="de-DE">
            <a:latin typeface="Arial" panose="020B0604020202020204" pitchFamily="34" charset="0"/>
            <a:cs typeface="Arial" panose="020B0604020202020204" pitchFamily="34" charset="0"/>
          </a:endParaRPr>
        </a:p>
      </dgm:t>
    </dgm:pt>
    <dgm:pt modelId="{F333EC76-2C86-4046-B8E5-79CD96E6BD68}">
      <dgm:prSet/>
      <dgm:spPr/>
      <dgm:t>
        <a:bodyPr/>
        <a:lstStyle/>
        <a:p>
          <a:r>
            <a:rPr lang="de-DE">
              <a:latin typeface="Arial" panose="020B0604020202020204" pitchFamily="34" charset="0"/>
              <a:cs typeface="Arial" panose="020B0604020202020204" pitchFamily="34" charset="0"/>
            </a:rPr>
            <a:t>möglichst viele parallele Abfragen möglich</a:t>
          </a:r>
        </a:p>
      </dgm:t>
    </dgm:pt>
    <dgm:pt modelId="{29BD561A-A636-48DC-B069-CE3EFFAE10A2}" type="parTrans" cxnId="{2B459F9E-E9A3-47B0-A0F4-CD38F8446639}">
      <dgm:prSet/>
      <dgm:spPr/>
      <dgm:t>
        <a:bodyPr/>
        <a:lstStyle/>
        <a:p>
          <a:endParaRPr lang="de-DE">
            <a:latin typeface="Arial" panose="020B0604020202020204" pitchFamily="34" charset="0"/>
            <a:cs typeface="Arial" panose="020B0604020202020204" pitchFamily="34" charset="0"/>
          </a:endParaRPr>
        </a:p>
      </dgm:t>
    </dgm:pt>
    <dgm:pt modelId="{4623A4ED-6218-4DEB-823B-906C1CF0A35C}" type="sibTrans" cxnId="{2B459F9E-E9A3-47B0-A0F4-CD38F8446639}">
      <dgm:prSet/>
      <dgm:spPr/>
      <dgm:t>
        <a:bodyPr/>
        <a:lstStyle/>
        <a:p>
          <a:endParaRPr lang="de-DE">
            <a:latin typeface="Arial" panose="020B0604020202020204" pitchFamily="34" charset="0"/>
            <a:cs typeface="Arial" panose="020B0604020202020204" pitchFamily="34" charset="0"/>
          </a:endParaRPr>
        </a:p>
      </dgm:t>
    </dgm:pt>
    <dgm:pt modelId="{625504CC-8AEA-4CA0-895C-DF20FFF84C7A}">
      <dgm:prSet/>
      <dgm:spPr/>
      <dgm:t>
        <a:bodyPr/>
        <a:lstStyle/>
        <a:p>
          <a:r>
            <a:rPr lang="de-DE">
              <a:latin typeface="Arial" panose="020B0604020202020204" pitchFamily="34" charset="0"/>
              <a:cs typeface="Arial" panose="020B0604020202020204" pitchFamily="34" charset="0"/>
            </a:rPr>
            <a:t>getrennte Sichten</a:t>
          </a:r>
        </a:p>
      </dgm:t>
    </dgm:pt>
    <dgm:pt modelId="{270D4989-ECF8-4763-8BD7-CD3077B608B4}" type="parTrans" cxnId="{4C3EE36A-5052-4C32-9819-89A37D2FFE40}">
      <dgm:prSet/>
      <dgm:spPr/>
      <dgm:t>
        <a:bodyPr/>
        <a:lstStyle/>
        <a:p>
          <a:endParaRPr lang="de-DE">
            <a:latin typeface="Arial" panose="020B0604020202020204" pitchFamily="34" charset="0"/>
            <a:cs typeface="Arial" panose="020B0604020202020204" pitchFamily="34" charset="0"/>
          </a:endParaRPr>
        </a:p>
      </dgm:t>
    </dgm:pt>
    <dgm:pt modelId="{D83E125A-990F-4BAB-A230-3A9851C75BCC}" type="sibTrans" cxnId="{4C3EE36A-5052-4C32-9819-89A37D2FFE40}">
      <dgm:prSet/>
      <dgm:spPr/>
      <dgm:t>
        <a:bodyPr/>
        <a:lstStyle/>
        <a:p>
          <a:endParaRPr lang="de-DE">
            <a:latin typeface="Arial" panose="020B0604020202020204" pitchFamily="34" charset="0"/>
            <a:cs typeface="Arial" panose="020B0604020202020204" pitchFamily="34" charset="0"/>
          </a:endParaRPr>
        </a:p>
      </dgm:t>
    </dgm:pt>
    <dgm:pt modelId="{84EE9D8D-C881-42A4-9B7C-B3233BFFC8D3}">
      <dgm:prSet/>
      <dgm:spPr/>
      <dgm:t>
        <a:bodyPr/>
        <a:lstStyle/>
        <a:p>
          <a:r>
            <a:rPr lang="de-DE">
              <a:latin typeface="Arial" panose="020B0604020202020204" pitchFamily="34" charset="0"/>
              <a:cs typeface="Arial" panose="020B0604020202020204" pitchFamily="34" charset="0"/>
            </a:rPr>
            <a:t>offene Schnittstelle</a:t>
          </a:r>
        </a:p>
      </dgm:t>
    </dgm:pt>
    <dgm:pt modelId="{2F9C8DD0-56F0-4C86-846A-C022C7D968A4}" type="parTrans" cxnId="{F83EF5B2-CF07-431D-8A11-A11469C03BE1}">
      <dgm:prSet/>
      <dgm:spPr/>
      <dgm:t>
        <a:bodyPr/>
        <a:lstStyle/>
        <a:p>
          <a:endParaRPr lang="de-DE">
            <a:latin typeface="Arial" panose="020B0604020202020204" pitchFamily="34" charset="0"/>
            <a:cs typeface="Arial" panose="020B0604020202020204" pitchFamily="34" charset="0"/>
          </a:endParaRPr>
        </a:p>
      </dgm:t>
    </dgm:pt>
    <dgm:pt modelId="{E33C778A-6418-4E00-B2AC-385106DF1767}" type="sibTrans" cxnId="{F83EF5B2-CF07-431D-8A11-A11469C03BE1}">
      <dgm:prSet/>
      <dgm:spPr/>
      <dgm:t>
        <a:bodyPr/>
        <a:lstStyle/>
        <a:p>
          <a:endParaRPr lang="de-DE">
            <a:latin typeface="Arial" panose="020B0604020202020204" pitchFamily="34" charset="0"/>
            <a:cs typeface="Arial" panose="020B0604020202020204" pitchFamily="34" charset="0"/>
          </a:endParaRPr>
        </a:p>
      </dgm:t>
    </dgm:pt>
    <dgm:pt modelId="{DD96F6CE-DAA4-4A89-B3C2-F6EDF76E8740}">
      <dgm:prSet/>
      <dgm:spPr/>
      <dgm:t>
        <a:bodyPr/>
        <a:lstStyle/>
        <a:p>
          <a:r>
            <a:rPr lang="de-DE" dirty="0">
              <a:latin typeface="Arial" panose="020B0604020202020204" pitchFamily="34" charset="0"/>
              <a:cs typeface="Arial" panose="020B0604020202020204" pitchFamily="34" charset="0"/>
            </a:rPr>
            <a:t>resistent gegen Überlastung</a:t>
          </a:r>
        </a:p>
      </dgm:t>
    </dgm:pt>
    <dgm:pt modelId="{44ACB56B-1438-4110-A9D3-BA3B2B64F10B}" type="parTrans" cxnId="{B5219ED5-2836-4426-B207-C4BCBD4FEDCD}">
      <dgm:prSet/>
      <dgm:spPr/>
      <dgm:t>
        <a:bodyPr/>
        <a:lstStyle/>
        <a:p>
          <a:endParaRPr lang="de-DE">
            <a:latin typeface="Arial" panose="020B0604020202020204" pitchFamily="34" charset="0"/>
            <a:cs typeface="Arial" panose="020B0604020202020204" pitchFamily="34" charset="0"/>
          </a:endParaRPr>
        </a:p>
      </dgm:t>
    </dgm:pt>
    <dgm:pt modelId="{D979806E-F617-4F32-8DAE-FD75B9920E4B}" type="sibTrans" cxnId="{B5219ED5-2836-4426-B207-C4BCBD4FEDCD}">
      <dgm:prSet/>
      <dgm:spPr/>
      <dgm:t>
        <a:bodyPr/>
        <a:lstStyle/>
        <a:p>
          <a:endParaRPr lang="de-DE">
            <a:latin typeface="Arial" panose="020B0604020202020204" pitchFamily="34" charset="0"/>
            <a:cs typeface="Arial" panose="020B0604020202020204" pitchFamily="34" charset="0"/>
          </a:endParaRPr>
        </a:p>
      </dgm:t>
    </dgm:pt>
    <dgm:pt modelId="{1F3DA7E8-97AD-4A35-9CFA-89FADEDE56C5}">
      <dgm:prSet/>
      <dgm:spPr/>
      <dgm:t>
        <a:bodyPr/>
        <a:lstStyle/>
        <a:p>
          <a:r>
            <a:rPr lang="de-DE">
              <a:latin typeface="Arial" panose="020B0604020202020204" pitchFamily="34" charset="0"/>
              <a:cs typeface="Arial" panose="020B0604020202020204" pitchFamily="34" charset="0"/>
            </a:rPr>
            <a:t>Daten sind korrekt und widerspruchsfrei</a:t>
          </a:r>
        </a:p>
      </dgm:t>
    </dgm:pt>
    <dgm:pt modelId="{AB1FC73C-FB84-412C-A333-09C81C79D344}" type="parTrans" cxnId="{F07D82F2-EB50-4174-9EEE-F4C816355E42}">
      <dgm:prSet/>
      <dgm:spPr/>
      <dgm:t>
        <a:bodyPr/>
        <a:lstStyle/>
        <a:p>
          <a:endParaRPr lang="de-DE">
            <a:latin typeface="Arial" panose="020B0604020202020204" pitchFamily="34" charset="0"/>
            <a:cs typeface="Arial" panose="020B0604020202020204" pitchFamily="34" charset="0"/>
          </a:endParaRPr>
        </a:p>
      </dgm:t>
    </dgm:pt>
    <dgm:pt modelId="{916151F7-C8E7-42AD-9F8F-68CD28322A8E}" type="sibTrans" cxnId="{F07D82F2-EB50-4174-9EEE-F4C816355E42}">
      <dgm:prSet/>
      <dgm:spPr/>
      <dgm:t>
        <a:bodyPr/>
        <a:lstStyle/>
        <a:p>
          <a:endParaRPr lang="de-DE">
            <a:latin typeface="Arial" panose="020B0604020202020204" pitchFamily="34" charset="0"/>
            <a:cs typeface="Arial" panose="020B0604020202020204" pitchFamily="34" charset="0"/>
          </a:endParaRPr>
        </a:p>
      </dgm:t>
    </dgm:pt>
    <dgm:pt modelId="{E384C6F4-70E8-4C56-B12E-FB95C69BD4C1}" type="pres">
      <dgm:prSet presAssocID="{5FF007EC-A2B5-477B-A596-3522A147F409}" presName="Name0" presStyleCnt="0">
        <dgm:presLayoutVars>
          <dgm:dir/>
          <dgm:animLvl val="lvl"/>
          <dgm:resizeHandles/>
        </dgm:presLayoutVars>
      </dgm:prSet>
      <dgm:spPr/>
    </dgm:pt>
    <dgm:pt modelId="{D738A59B-02AC-431E-A368-4F9326C53787}" type="pres">
      <dgm:prSet presAssocID="{168BDD55-A06F-4AB3-B2A8-384190882341}" presName="linNode" presStyleCnt="0"/>
      <dgm:spPr/>
    </dgm:pt>
    <dgm:pt modelId="{DF23C2B4-C6E6-4EBC-B6D1-04531735160D}" type="pres">
      <dgm:prSet presAssocID="{168BDD55-A06F-4AB3-B2A8-384190882341}" presName="parentShp" presStyleLbl="node1" presStyleIdx="0" presStyleCnt="6">
        <dgm:presLayoutVars>
          <dgm:bulletEnabled val="1"/>
        </dgm:presLayoutVars>
      </dgm:prSet>
      <dgm:spPr/>
    </dgm:pt>
    <dgm:pt modelId="{6F2AB9EA-177A-4BF2-ADC9-C1974415790F}" type="pres">
      <dgm:prSet presAssocID="{168BDD55-A06F-4AB3-B2A8-384190882341}" presName="childShp" presStyleLbl="bgAccFollowNode1" presStyleIdx="0" presStyleCnt="6">
        <dgm:presLayoutVars>
          <dgm:bulletEnabled val="1"/>
        </dgm:presLayoutVars>
      </dgm:prSet>
      <dgm:spPr/>
    </dgm:pt>
    <dgm:pt modelId="{59241A1C-D3B3-43DD-A094-46BA0CA73575}" type="pres">
      <dgm:prSet presAssocID="{19EB4D44-75D7-4EDA-A3AF-DDBFEF42D05C}" presName="spacing" presStyleCnt="0"/>
      <dgm:spPr/>
    </dgm:pt>
    <dgm:pt modelId="{697D8267-4D06-43A8-88F8-D75AFFC51C97}" type="pres">
      <dgm:prSet presAssocID="{BE4BDE6B-5CBE-4506-BB81-4005E4DE384F}" presName="linNode" presStyleCnt="0"/>
      <dgm:spPr/>
    </dgm:pt>
    <dgm:pt modelId="{D621EEE3-C56B-4B71-830B-BD8F4CD5A502}" type="pres">
      <dgm:prSet presAssocID="{BE4BDE6B-5CBE-4506-BB81-4005E4DE384F}" presName="parentShp" presStyleLbl="node1" presStyleIdx="1" presStyleCnt="6">
        <dgm:presLayoutVars>
          <dgm:bulletEnabled val="1"/>
        </dgm:presLayoutVars>
      </dgm:prSet>
      <dgm:spPr/>
    </dgm:pt>
    <dgm:pt modelId="{D8555749-8245-48D9-A380-C92EAA70A16C}" type="pres">
      <dgm:prSet presAssocID="{BE4BDE6B-5CBE-4506-BB81-4005E4DE384F}" presName="childShp" presStyleLbl="bgAccFollowNode1" presStyleIdx="1" presStyleCnt="6">
        <dgm:presLayoutVars>
          <dgm:bulletEnabled val="1"/>
        </dgm:presLayoutVars>
      </dgm:prSet>
      <dgm:spPr/>
    </dgm:pt>
    <dgm:pt modelId="{A5E4F218-336A-482B-A6CE-96B4BF59BB27}" type="pres">
      <dgm:prSet presAssocID="{8863343F-463C-40EB-AFF9-3E978A8D33DD}" presName="spacing" presStyleCnt="0"/>
      <dgm:spPr/>
    </dgm:pt>
    <dgm:pt modelId="{34F080F9-B120-4D96-91F5-E6FC91E14A24}" type="pres">
      <dgm:prSet presAssocID="{25AED734-F00D-41DF-ACED-60B91E7413CB}" presName="linNode" presStyleCnt="0"/>
      <dgm:spPr/>
    </dgm:pt>
    <dgm:pt modelId="{9B2A4F4A-60F9-4847-B2CF-0CC41845F9D2}" type="pres">
      <dgm:prSet presAssocID="{25AED734-F00D-41DF-ACED-60B91E7413CB}" presName="parentShp" presStyleLbl="node1" presStyleIdx="2" presStyleCnt="6">
        <dgm:presLayoutVars>
          <dgm:bulletEnabled val="1"/>
        </dgm:presLayoutVars>
      </dgm:prSet>
      <dgm:spPr/>
    </dgm:pt>
    <dgm:pt modelId="{9C385061-6601-4631-9341-D0B1FB795280}" type="pres">
      <dgm:prSet presAssocID="{25AED734-F00D-41DF-ACED-60B91E7413CB}" presName="childShp" presStyleLbl="bgAccFollowNode1" presStyleIdx="2" presStyleCnt="6">
        <dgm:presLayoutVars>
          <dgm:bulletEnabled val="1"/>
        </dgm:presLayoutVars>
      </dgm:prSet>
      <dgm:spPr/>
    </dgm:pt>
    <dgm:pt modelId="{E8C0B73A-612A-4CE0-9689-9560998FE6EA}" type="pres">
      <dgm:prSet presAssocID="{F2D333A4-B2CA-4522-AF4A-413CDEAC077E}" presName="spacing" presStyleCnt="0"/>
      <dgm:spPr/>
    </dgm:pt>
    <dgm:pt modelId="{8E735F4E-9D95-4085-BB6D-5C863126A237}" type="pres">
      <dgm:prSet presAssocID="{524B8B66-2E9C-4512-B3D9-CEBBD63E0CB9}" presName="linNode" presStyleCnt="0"/>
      <dgm:spPr/>
    </dgm:pt>
    <dgm:pt modelId="{E903F49D-CD7B-4897-8963-0DE39D5C561E}" type="pres">
      <dgm:prSet presAssocID="{524B8B66-2E9C-4512-B3D9-CEBBD63E0CB9}" presName="parentShp" presStyleLbl="node1" presStyleIdx="3" presStyleCnt="6">
        <dgm:presLayoutVars>
          <dgm:bulletEnabled val="1"/>
        </dgm:presLayoutVars>
      </dgm:prSet>
      <dgm:spPr/>
    </dgm:pt>
    <dgm:pt modelId="{052D6B06-9FDE-4632-B252-543740621EAF}" type="pres">
      <dgm:prSet presAssocID="{524B8B66-2E9C-4512-B3D9-CEBBD63E0CB9}" presName="childShp" presStyleLbl="bgAccFollowNode1" presStyleIdx="3" presStyleCnt="6">
        <dgm:presLayoutVars>
          <dgm:bulletEnabled val="1"/>
        </dgm:presLayoutVars>
      </dgm:prSet>
      <dgm:spPr/>
    </dgm:pt>
    <dgm:pt modelId="{F4B9B03B-EA64-4A72-9981-82A3260D4000}" type="pres">
      <dgm:prSet presAssocID="{D187C2F1-5C40-4026-B69F-11E7ACA58520}" presName="spacing" presStyleCnt="0"/>
      <dgm:spPr/>
    </dgm:pt>
    <dgm:pt modelId="{6A48E1D4-1741-49E1-87EE-5DAEBCA2B09B}" type="pres">
      <dgm:prSet presAssocID="{295E90FA-52C5-4854-B5B1-2BF6E83728B4}" presName="linNode" presStyleCnt="0"/>
      <dgm:spPr/>
    </dgm:pt>
    <dgm:pt modelId="{C0F8261C-2C70-4189-B893-F6BF467D0A22}" type="pres">
      <dgm:prSet presAssocID="{295E90FA-52C5-4854-B5B1-2BF6E83728B4}" presName="parentShp" presStyleLbl="node1" presStyleIdx="4" presStyleCnt="6">
        <dgm:presLayoutVars>
          <dgm:bulletEnabled val="1"/>
        </dgm:presLayoutVars>
      </dgm:prSet>
      <dgm:spPr/>
    </dgm:pt>
    <dgm:pt modelId="{21372674-C78F-426C-8495-9B1D48B0A596}" type="pres">
      <dgm:prSet presAssocID="{295E90FA-52C5-4854-B5B1-2BF6E83728B4}" presName="childShp" presStyleLbl="bgAccFollowNode1" presStyleIdx="4" presStyleCnt="6">
        <dgm:presLayoutVars>
          <dgm:bulletEnabled val="1"/>
        </dgm:presLayoutVars>
      </dgm:prSet>
      <dgm:spPr/>
    </dgm:pt>
    <dgm:pt modelId="{8BAF4F5B-A928-46A8-A0A8-39EEBC694A83}" type="pres">
      <dgm:prSet presAssocID="{F9D25C29-0180-490E-91B2-E6818F24F5F5}" presName="spacing" presStyleCnt="0"/>
      <dgm:spPr/>
    </dgm:pt>
    <dgm:pt modelId="{633A120D-0B27-42D3-9349-AC7ED8794FB6}" type="pres">
      <dgm:prSet presAssocID="{9A7C6F7C-0F3E-4FA8-B40E-10843379D9F5}" presName="linNode" presStyleCnt="0"/>
      <dgm:spPr/>
    </dgm:pt>
    <dgm:pt modelId="{5B9F81F6-283D-46F6-B153-F5884BB0A601}" type="pres">
      <dgm:prSet presAssocID="{9A7C6F7C-0F3E-4FA8-B40E-10843379D9F5}" presName="parentShp" presStyleLbl="node1" presStyleIdx="5" presStyleCnt="6">
        <dgm:presLayoutVars>
          <dgm:bulletEnabled val="1"/>
        </dgm:presLayoutVars>
      </dgm:prSet>
      <dgm:spPr/>
    </dgm:pt>
    <dgm:pt modelId="{AB4BD3CB-231A-4926-BBFF-86C53488B34D}" type="pres">
      <dgm:prSet presAssocID="{9A7C6F7C-0F3E-4FA8-B40E-10843379D9F5}" presName="childShp" presStyleLbl="bgAccFollowNode1" presStyleIdx="5" presStyleCnt="6">
        <dgm:presLayoutVars>
          <dgm:bulletEnabled val="1"/>
        </dgm:presLayoutVars>
      </dgm:prSet>
      <dgm:spPr/>
    </dgm:pt>
  </dgm:ptLst>
  <dgm:cxnLst>
    <dgm:cxn modelId="{8562D816-27C3-407F-88D4-BAB940D97DB4}" type="presOf" srcId="{625504CC-8AEA-4CA0-895C-DF20FFF84C7A}" destId="{9C385061-6601-4631-9341-D0B1FB795280}" srcOrd="0" destOrd="1" presId="urn:microsoft.com/office/officeart/2005/8/layout/vList6"/>
    <dgm:cxn modelId="{F1B35017-8010-4E09-9622-022741A63EB0}" type="presOf" srcId="{295E90FA-52C5-4854-B5B1-2BF6E83728B4}" destId="{C0F8261C-2C70-4189-B893-F6BF467D0A22}" srcOrd="0" destOrd="0" presId="urn:microsoft.com/office/officeart/2005/8/layout/vList6"/>
    <dgm:cxn modelId="{895FF620-6256-41AE-887D-36B581B31AF4}" type="presOf" srcId="{23763D76-B360-4293-86BC-DEEA56E072E9}" destId="{9C385061-6601-4631-9341-D0B1FB795280}" srcOrd="0" destOrd="0" presId="urn:microsoft.com/office/officeart/2005/8/layout/vList6"/>
    <dgm:cxn modelId="{63C92A22-F591-42E8-B274-CD99E230D77B}" srcId="{5FF007EC-A2B5-477B-A596-3522A147F409}" destId="{BE4BDE6B-5CBE-4506-BB81-4005E4DE384F}" srcOrd="1" destOrd="0" parTransId="{45862045-725D-4737-B410-6B9DD4C47494}" sibTransId="{8863343F-463C-40EB-AFF9-3E978A8D33DD}"/>
    <dgm:cxn modelId="{D2909824-BAC7-4946-B29F-86C17619593A}" type="presOf" srcId="{5FF007EC-A2B5-477B-A596-3522A147F409}" destId="{E384C6F4-70E8-4C56-B12E-FB95C69BD4C1}" srcOrd="0" destOrd="0" presId="urn:microsoft.com/office/officeart/2005/8/layout/vList6"/>
    <dgm:cxn modelId="{1439762A-0F2C-40DF-952D-7AAD39641447}" srcId="{5FF007EC-A2B5-477B-A596-3522A147F409}" destId="{25AED734-F00D-41DF-ACED-60B91E7413CB}" srcOrd="2" destOrd="0" parTransId="{AC9052B9-2182-483F-B281-E7582EA5E671}" sibTransId="{F2D333A4-B2CA-4522-AF4A-413CDEAC077E}"/>
    <dgm:cxn modelId="{777D092E-7274-48E5-BC21-1DAB4484A70E}" type="presOf" srcId="{92DB08BD-E7F8-47BC-B10B-FCF16D2D5A0B}" destId="{052D6B06-9FDE-4632-B252-543740621EAF}" srcOrd="0" destOrd="1" presId="urn:microsoft.com/office/officeart/2005/8/layout/vList6"/>
    <dgm:cxn modelId="{1B89C161-8A65-4A4F-A634-5BD5CDAB08BC}" type="presOf" srcId="{88630210-6451-4DDA-94E7-45254B440BE4}" destId="{21372674-C78F-426C-8495-9B1D48B0A596}" srcOrd="0" destOrd="0" presId="urn:microsoft.com/office/officeart/2005/8/layout/vList6"/>
    <dgm:cxn modelId="{44BF7143-2A2E-4FA8-A488-9E62A9D10D11}" type="presOf" srcId="{524B8B66-2E9C-4512-B3D9-CEBBD63E0CB9}" destId="{E903F49D-CD7B-4897-8963-0DE39D5C561E}" srcOrd="0" destOrd="0" presId="urn:microsoft.com/office/officeart/2005/8/layout/vList6"/>
    <dgm:cxn modelId="{E5210446-4770-4378-923E-C7B6C568DCA6}" type="presOf" srcId="{9A7C6F7C-0F3E-4FA8-B40E-10843379D9F5}" destId="{5B9F81F6-283D-46F6-B153-F5884BB0A601}" srcOrd="0" destOrd="0" presId="urn:microsoft.com/office/officeart/2005/8/layout/vList6"/>
    <dgm:cxn modelId="{4C3EE36A-5052-4C32-9819-89A37D2FFE40}" srcId="{25AED734-F00D-41DF-ACED-60B91E7413CB}" destId="{625504CC-8AEA-4CA0-895C-DF20FFF84C7A}" srcOrd="1" destOrd="0" parTransId="{270D4989-ECF8-4763-8BD7-CD3077B608B4}" sibTransId="{D83E125A-990F-4BAB-A230-3A9851C75BCC}"/>
    <dgm:cxn modelId="{9762F36A-044A-4E8D-A7C7-8C480647EFCB}" type="presOf" srcId="{84EE9D8D-C881-42A4-9B7C-B3233BFFC8D3}" destId="{6F2AB9EA-177A-4BF2-ADC9-C1974415790F}" srcOrd="0" destOrd="1" presId="urn:microsoft.com/office/officeart/2005/8/layout/vList6"/>
    <dgm:cxn modelId="{4913D54F-96A0-43C6-BB98-BBAD9B338450}" srcId="{5FF007EC-A2B5-477B-A596-3522A147F409}" destId="{295E90FA-52C5-4854-B5B1-2BF6E83728B4}" srcOrd="4" destOrd="0" parTransId="{050F78D4-493E-45D9-B80D-747C0483F30B}" sibTransId="{F9D25C29-0180-490E-91B2-E6818F24F5F5}"/>
    <dgm:cxn modelId="{CBCBF771-7CBD-4841-BAA6-7CC9390FD351}" srcId="{5FF007EC-A2B5-477B-A596-3522A147F409}" destId="{168BDD55-A06F-4AB3-B2A8-384190882341}" srcOrd="0" destOrd="0" parTransId="{58C73306-29B0-4F7A-B303-2728C78C74B6}" sibTransId="{19EB4D44-75D7-4EDA-A3AF-DDBFEF42D05C}"/>
    <dgm:cxn modelId="{28C14774-35D0-4BB1-B321-D542F86826EE}" srcId="{5FF007EC-A2B5-477B-A596-3522A147F409}" destId="{9A7C6F7C-0F3E-4FA8-B40E-10843379D9F5}" srcOrd="5" destOrd="0" parTransId="{FD99A241-5069-44A4-A5CE-FBF33B27C794}" sibTransId="{30E12B25-B6DC-44C3-A0EE-E9922056EEF6}"/>
    <dgm:cxn modelId="{37F08154-EEB6-479B-9043-4C55DF4DB920}" type="presOf" srcId="{25AED734-F00D-41DF-ACED-60B91E7413CB}" destId="{9B2A4F4A-60F9-4847-B2CF-0CC41845F9D2}" srcOrd="0" destOrd="0" presId="urn:microsoft.com/office/officeart/2005/8/layout/vList6"/>
    <dgm:cxn modelId="{0FF90758-8B16-4680-98D7-82D4247AE715}" srcId="{168BDD55-A06F-4AB3-B2A8-384190882341}" destId="{00E6AF97-B581-49E0-8FE3-672D78A0A0B9}" srcOrd="0" destOrd="0" parTransId="{6864217E-DA76-4D94-BD45-9FCD239D5E67}" sibTransId="{5936F46A-BA5B-41C4-9A8E-3649AF2EE353}"/>
    <dgm:cxn modelId="{7CB6AC7A-4F31-4D79-89E9-7837BBAF41E8}" type="presOf" srcId="{F333EC76-2C86-4046-B8E5-79CD96E6BD68}" destId="{D8555749-8245-48D9-A380-C92EAA70A16C}" srcOrd="0" destOrd="0" presId="urn:microsoft.com/office/officeart/2005/8/layout/vList6"/>
    <dgm:cxn modelId="{A0C6AE7F-100D-4EDB-A7E5-DA44CED1DA29}" srcId="{5FF007EC-A2B5-477B-A596-3522A147F409}" destId="{524B8B66-2E9C-4512-B3D9-CEBBD63E0CB9}" srcOrd="3" destOrd="0" parTransId="{1853A833-331B-44DA-93BF-D882DAF0DF54}" sibTransId="{D187C2F1-5C40-4026-B69F-11E7ACA58520}"/>
    <dgm:cxn modelId="{57B90792-0489-40B8-BE2A-32B0B01C4F99}" srcId="{9A7C6F7C-0F3E-4FA8-B40E-10843379D9F5}" destId="{3C2F2705-BEA2-4C26-AEC4-73D6F9A2FB2D}" srcOrd="0" destOrd="0" parTransId="{7C5A4502-AB7C-412E-A2C2-D47E61CD006C}" sibTransId="{C17FA2D0-3700-4343-8FEF-EE54FF8B251D}"/>
    <dgm:cxn modelId="{2B459F9E-E9A3-47B0-A0F4-CD38F8446639}" srcId="{BE4BDE6B-5CBE-4506-BB81-4005E4DE384F}" destId="{F333EC76-2C86-4046-B8E5-79CD96E6BD68}" srcOrd="0" destOrd="0" parTransId="{29BD561A-A636-48DC-B069-CE3EFFAE10A2}" sibTransId="{4623A4ED-6218-4DEB-823B-906C1CF0A35C}"/>
    <dgm:cxn modelId="{63CB7F9F-678D-4F7C-B1FA-025F08D9F5F6}" type="presOf" srcId="{168BDD55-A06F-4AB3-B2A8-384190882341}" destId="{DF23C2B4-C6E6-4EBC-B6D1-04531735160D}" srcOrd="0" destOrd="0" presId="urn:microsoft.com/office/officeart/2005/8/layout/vList6"/>
    <dgm:cxn modelId="{10EDDCA0-0626-4D3F-829F-E47E1809DB53}" srcId="{25AED734-F00D-41DF-ACED-60B91E7413CB}" destId="{23763D76-B360-4293-86BC-DEEA56E072E9}" srcOrd="0" destOrd="0" parTransId="{8F99C02A-32DD-479B-890A-7E42B95E37AC}" sibTransId="{C9190B1D-BAB8-44FF-8DB3-7A3AAD50A861}"/>
    <dgm:cxn modelId="{ED8240A3-741A-4FA8-9C71-89A6129F3FDB}" srcId="{295E90FA-52C5-4854-B5B1-2BF6E83728B4}" destId="{88630210-6451-4DDA-94E7-45254B440BE4}" srcOrd="0" destOrd="0" parTransId="{5662A197-59B2-47B0-BCD3-D362057F0476}" sibTransId="{8D4E5660-4615-4410-819B-540FE514F556}"/>
    <dgm:cxn modelId="{814965A4-CCC7-4055-89B6-405451F3EE83}" type="presOf" srcId="{00E6AF97-B581-49E0-8FE3-672D78A0A0B9}" destId="{6F2AB9EA-177A-4BF2-ADC9-C1974415790F}" srcOrd="0" destOrd="0" presId="urn:microsoft.com/office/officeart/2005/8/layout/vList6"/>
    <dgm:cxn modelId="{8F2CBAA8-1417-47F8-95B9-D4893083A260}" srcId="{524B8B66-2E9C-4512-B3D9-CEBBD63E0CB9}" destId="{92DB08BD-E7F8-47BC-B10B-FCF16D2D5A0B}" srcOrd="1" destOrd="0" parTransId="{A48EF85A-5807-4A75-9335-91F6732A0E1F}" sibTransId="{8925A242-70F0-4F7B-B4FB-A40F050E3655}"/>
    <dgm:cxn modelId="{F83EF5B2-CF07-431D-8A11-A11469C03BE1}" srcId="{168BDD55-A06F-4AB3-B2A8-384190882341}" destId="{84EE9D8D-C881-42A4-9B7C-B3233BFFC8D3}" srcOrd="1" destOrd="0" parTransId="{2F9C8DD0-56F0-4C86-846A-C022C7D968A4}" sibTransId="{E33C778A-6418-4E00-B2AC-385106DF1767}"/>
    <dgm:cxn modelId="{7C61FFB4-C766-434B-950F-BB9177B46409}" type="presOf" srcId="{3C2F2705-BEA2-4C26-AEC4-73D6F9A2FB2D}" destId="{AB4BD3CB-231A-4926-BBFF-86C53488B34D}" srcOrd="0" destOrd="0" presId="urn:microsoft.com/office/officeart/2005/8/layout/vList6"/>
    <dgm:cxn modelId="{74C655C5-3EE4-4076-B584-040B5DE1B8A6}" type="presOf" srcId="{1F3DA7E8-97AD-4A35-9CFA-89FADEDE56C5}" destId="{21372674-C78F-426C-8495-9B1D48B0A596}" srcOrd="0" destOrd="1" presId="urn:microsoft.com/office/officeart/2005/8/layout/vList6"/>
    <dgm:cxn modelId="{B5219ED5-2836-4426-B207-C4BCBD4FEDCD}" srcId="{BE4BDE6B-5CBE-4506-BB81-4005E4DE384F}" destId="{DD96F6CE-DAA4-4A89-B3C2-F6EDF76E8740}" srcOrd="1" destOrd="0" parTransId="{44ACB56B-1438-4110-A9D3-BA3B2B64F10B}" sibTransId="{D979806E-F617-4F32-8DAE-FD75B9920E4B}"/>
    <dgm:cxn modelId="{8950CEDB-5974-4348-BBD4-BDE876733C67}" type="presOf" srcId="{DD96F6CE-DAA4-4A89-B3C2-F6EDF76E8740}" destId="{D8555749-8245-48D9-A380-C92EAA70A16C}" srcOrd="0" destOrd="1" presId="urn:microsoft.com/office/officeart/2005/8/layout/vList6"/>
    <dgm:cxn modelId="{1C1457EC-F7AB-413F-AB98-A90D1B2956F3}" type="presOf" srcId="{BE4BDE6B-5CBE-4506-BB81-4005E4DE384F}" destId="{D621EEE3-C56B-4B71-830B-BD8F4CD5A502}" srcOrd="0" destOrd="0" presId="urn:microsoft.com/office/officeart/2005/8/layout/vList6"/>
    <dgm:cxn modelId="{F61C04ED-4F5E-4725-BEEC-F9EF0458E4DB}" srcId="{524B8B66-2E9C-4512-B3D9-CEBBD63E0CB9}" destId="{40695447-D6C6-4F00-8FA4-BCB8A67DE716}" srcOrd="0" destOrd="0" parTransId="{5EE3FC9E-F978-4FAE-B305-BA40FBBC6C50}" sibTransId="{727A069C-D65B-4100-B5E9-8B74081317C5}"/>
    <dgm:cxn modelId="{9CB808F0-C8FF-44EB-B393-B96CF8D1045D}" type="presOf" srcId="{40695447-D6C6-4F00-8FA4-BCB8A67DE716}" destId="{052D6B06-9FDE-4632-B252-543740621EAF}" srcOrd="0" destOrd="0" presId="urn:microsoft.com/office/officeart/2005/8/layout/vList6"/>
    <dgm:cxn modelId="{F07D82F2-EB50-4174-9EEE-F4C816355E42}" srcId="{295E90FA-52C5-4854-B5B1-2BF6E83728B4}" destId="{1F3DA7E8-97AD-4A35-9CFA-89FADEDE56C5}" srcOrd="1" destOrd="0" parTransId="{AB1FC73C-FB84-412C-A333-09C81C79D344}" sibTransId="{916151F7-C8E7-42AD-9F8F-68CD28322A8E}"/>
    <dgm:cxn modelId="{E6BC0CE4-BAC6-46B0-AD04-B84EA094718A}" type="presParOf" srcId="{E384C6F4-70E8-4C56-B12E-FB95C69BD4C1}" destId="{D738A59B-02AC-431E-A368-4F9326C53787}" srcOrd="0" destOrd="0" presId="urn:microsoft.com/office/officeart/2005/8/layout/vList6"/>
    <dgm:cxn modelId="{8E233272-DC90-48A2-93C2-F044DCB13487}" type="presParOf" srcId="{D738A59B-02AC-431E-A368-4F9326C53787}" destId="{DF23C2B4-C6E6-4EBC-B6D1-04531735160D}" srcOrd="0" destOrd="0" presId="urn:microsoft.com/office/officeart/2005/8/layout/vList6"/>
    <dgm:cxn modelId="{56412BA8-323E-4EDE-A5D4-BDF4EB34CA7A}" type="presParOf" srcId="{D738A59B-02AC-431E-A368-4F9326C53787}" destId="{6F2AB9EA-177A-4BF2-ADC9-C1974415790F}" srcOrd="1" destOrd="0" presId="urn:microsoft.com/office/officeart/2005/8/layout/vList6"/>
    <dgm:cxn modelId="{1940A20C-E1BD-437A-9FB3-F61571852E69}" type="presParOf" srcId="{E384C6F4-70E8-4C56-B12E-FB95C69BD4C1}" destId="{59241A1C-D3B3-43DD-A094-46BA0CA73575}" srcOrd="1" destOrd="0" presId="urn:microsoft.com/office/officeart/2005/8/layout/vList6"/>
    <dgm:cxn modelId="{893D0A40-DA60-41A4-8644-45FF8E7191FB}" type="presParOf" srcId="{E384C6F4-70E8-4C56-B12E-FB95C69BD4C1}" destId="{697D8267-4D06-43A8-88F8-D75AFFC51C97}" srcOrd="2" destOrd="0" presId="urn:microsoft.com/office/officeart/2005/8/layout/vList6"/>
    <dgm:cxn modelId="{CA87B6EB-6378-45D8-B26C-952BB5E6C4DE}" type="presParOf" srcId="{697D8267-4D06-43A8-88F8-D75AFFC51C97}" destId="{D621EEE3-C56B-4B71-830B-BD8F4CD5A502}" srcOrd="0" destOrd="0" presId="urn:microsoft.com/office/officeart/2005/8/layout/vList6"/>
    <dgm:cxn modelId="{9B92B024-6492-42A9-9F58-040BB729F161}" type="presParOf" srcId="{697D8267-4D06-43A8-88F8-D75AFFC51C97}" destId="{D8555749-8245-48D9-A380-C92EAA70A16C}" srcOrd="1" destOrd="0" presId="urn:microsoft.com/office/officeart/2005/8/layout/vList6"/>
    <dgm:cxn modelId="{411A7353-EE94-4C42-936B-B740AB0C5206}" type="presParOf" srcId="{E384C6F4-70E8-4C56-B12E-FB95C69BD4C1}" destId="{A5E4F218-336A-482B-A6CE-96B4BF59BB27}" srcOrd="3" destOrd="0" presId="urn:microsoft.com/office/officeart/2005/8/layout/vList6"/>
    <dgm:cxn modelId="{62AF3973-6DCE-4FEA-99CC-8F456AC4CE77}" type="presParOf" srcId="{E384C6F4-70E8-4C56-B12E-FB95C69BD4C1}" destId="{34F080F9-B120-4D96-91F5-E6FC91E14A24}" srcOrd="4" destOrd="0" presId="urn:microsoft.com/office/officeart/2005/8/layout/vList6"/>
    <dgm:cxn modelId="{F4A6274F-4F99-47FA-8DC5-24CEA89F367D}" type="presParOf" srcId="{34F080F9-B120-4D96-91F5-E6FC91E14A24}" destId="{9B2A4F4A-60F9-4847-B2CF-0CC41845F9D2}" srcOrd="0" destOrd="0" presId="urn:microsoft.com/office/officeart/2005/8/layout/vList6"/>
    <dgm:cxn modelId="{714EEA4B-8B6F-45D6-8E70-D7AF5A469C4A}" type="presParOf" srcId="{34F080F9-B120-4D96-91F5-E6FC91E14A24}" destId="{9C385061-6601-4631-9341-D0B1FB795280}" srcOrd="1" destOrd="0" presId="urn:microsoft.com/office/officeart/2005/8/layout/vList6"/>
    <dgm:cxn modelId="{C6BBD047-D7E7-4439-AAA3-D00F5705A101}" type="presParOf" srcId="{E384C6F4-70E8-4C56-B12E-FB95C69BD4C1}" destId="{E8C0B73A-612A-4CE0-9689-9560998FE6EA}" srcOrd="5" destOrd="0" presId="urn:microsoft.com/office/officeart/2005/8/layout/vList6"/>
    <dgm:cxn modelId="{00436393-7F59-4450-BDF1-02ADC83159D5}" type="presParOf" srcId="{E384C6F4-70E8-4C56-B12E-FB95C69BD4C1}" destId="{8E735F4E-9D95-4085-BB6D-5C863126A237}" srcOrd="6" destOrd="0" presId="urn:microsoft.com/office/officeart/2005/8/layout/vList6"/>
    <dgm:cxn modelId="{C44616AE-4D39-44F2-BCC8-1F4C75760476}" type="presParOf" srcId="{8E735F4E-9D95-4085-BB6D-5C863126A237}" destId="{E903F49D-CD7B-4897-8963-0DE39D5C561E}" srcOrd="0" destOrd="0" presId="urn:microsoft.com/office/officeart/2005/8/layout/vList6"/>
    <dgm:cxn modelId="{DD99BA73-E983-44E9-B033-2A758C549579}" type="presParOf" srcId="{8E735F4E-9D95-4085-BB6D-5C863126A237}" destId="{052D6B06-9FDE-4632-B252-543740621EAF}" srcOrd="1" destOrd="0" presId="urn:microsoft.com/office/officeart/2005/8/layout/vList6"/>
    <dgm:cxn modelId="{561DE3C2-F19C-4151-9E38-89F9BD95E7D7}" type="presParOf" srcId="{E384C6F4-70E8-4C56-B12E-FB95C69BD4C1}" destId="{F4B9B03B-EA64-4A72-9981-82A3260D4000}" srcOrd="7" destOrd="0" presId="urn:microsoft.com/office/officeart/2005/8/layout/vList6"/>
    <dgm:cxn modelId="{DF9D9509-D7E3-454A-A9C3-0FAA56BEE54E}" type="presParOf" srcId="{E384C6F4-70E8-4C56-B12E-FB95C69BD4C1}" destId="{6A48E1D4-1741-49E1-87EE-5DAEBCA2B09B}" srcOrd="8" destOrd="0" presId="urn:microsoft.com/office/officeart/2005/8/layout/vList6"/>
    <dgm:cxn modelId="{AAA27024-957D-456D-A0B5-601B492B1348}" type="presParOf" srcId="{6A48E1D4-1741-49E1-87EE-5DAEBCA2B09B}" destId="{C0F8261C-2C70-4189-B893-F6BF467D0A22}" srcOrd="0" destOrd="0" presId="urn:microsoft.com/office/officeart/2005/8/layout/vList6"/>
    <dgm:cxn modelId="{FA63C8F8-ED42-47B8-A496-EFC0E9213B2C}" type="presParOf" srcId="{6A48E1D4-1741-49E1-87EE-5DAEBCA2B09B}" destId="{21372674-C78F-426C-8495-9B1D48B0A596}" srcOrd="1" destOrd="0" presId="urn:microsoft.com/office/officeart/2005/8/layout/vList6"/>
    <dgm:cxn modelId="{72A928AE-FC7C-457D-AD6C-1293DE4E0F10}" type="presParOf" srcId="{E384C6F4-70E8-4C56-B12E-FB95C69BD4C1}" destId="{8BAF4F5B-A928-46A8-A0A8-39EEBC694A83}" srcOrd="9" destOrd="0" presId="urn:microsoft.com/office/officeart/2005/8/layout/vList6"/>
    <dgm:cxn modelId="{59F01FB5-8136-4B35-BF83-C100806C72F6}" type="presParOf" srcId="{E384C6F4-70E8-4C56-B12E-FB95C69BD4C1}" destId="{633A120D-0B27-42D3-9349-AC7ED8794FB6}" srcOrd="10" destOrd="0" presId="urn:microsoft.com/office/officeart/2005/8/layout/vList6"/>
    <dgm:cxn modelId="{CB512E82-4F74-47DA-9828-85E0EB77FB4F}" type="presParOf" srcId="{633A120D-0B27-42D3-9349-AC7ED8794FB6}" destId="{5B9F81F6-283D-46F6-B153-F5884BB0A601}" srcOrd="0" destOrd="0" presId="urn:microsoft.com/office/officeart/2005/8/layout/vList6"/>
    <dgm:cxn modelId="{7001561C-1F26-4D99-BE82-17B526635F42}" type="presParOf" srcId="{633A120D-0B27-42D3-9349-AC7ED8794FB6}" destId="{AB4BD3CB-231A-4926-BBFF-86C53488B34D}" srcOrd="1" destOrd="0" presId="urn:microsoft.com/office/officeart/2005/8/layout/vList6"/>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0DB0B84-B478-45DC-ABF5-28BFB655CB4B}" type="doc">
      <dgm:prSet loTypeId="urn:microsoft.com/office/officeart/2005/8/layout/orgChart1" loCatId="hierarchy" qsTypeId="urn:microsoft.com/office/officeart/2005/8/quickstyle/simple4" qsCatId="simple" csTypeId="urn:microsoft.com/office/officeart/2005/8/colors/colorful1" csCatId="colorful" phldr="1"/>
      <dgm:spPr/>
      <dgm:t>
        <a:bodyPr/>
        <a:lstStyle/>
        <a:p>
          <a:endParaRPr lang="de-DE"/>
        </a:p>
      </dgm:t>
    </dgm:pt>
    <dgm:pt modelId="{D905062B-8226-40E6-B9D3-BD5ADF0F4FF2}">
      <dgm:prSet custT="1"/>
      <dgm:spPr/>
      <dgm:t>
        <a:bodyPr/>
        <a:lstStyle/>
        <a:p>
          <a:r>
            <a:rPr lang="de-DE" sz="1000"/>
            <a:t>KFZ</a:t>
          </a:r>
        </a:p>
      </dgm:t>
    </dgm:pt>
    <dgm:pt modelId="{36EDEBC1-FD4B-48A5-8A31-04DC8AE2BACA}" type="parTrans" cxnId="{B6C53EFC-5BC9-48CC-BFB0-A0EEE186C6BB}">
      <dgm:prSet/>
      <dgm:spPr/>
      <dgm:t>
        <a:bodyPr/>
        <a:lstStyle/>
        <a:p>
          <a:endParaRPr lang="de-DE" sz="1600"/>
        </a:p>
      </dgm:t>
    </dgm:pt>
    <dgm:pt modelId="{E7AAB7DF-AE68-4897-B209-16CDAF80B241}" type="sibTrans" cxnId="{B6C53EFC-5BC9-48CC-BFB0-A0EEE186C6BB}">
      <dgm:prSet/>
      <dgm:spPr/>
      <dgm:t>
        <a:bodyPr/>
        <a:lstStyle/>
        <a:p>
          <a:endParaRPr lang="de-DE" sz="1600"/>
        </a:p>
      </dgm:t>
    </dgm:pt>
    <dgm:pt modelId="{260BF826-EEE7-475B-8302-9EB7EF0FB178}">
      <dgm:prSet custT="1"/>
      <dgm:spPr/>
      <dgm:t>
        <a:bodyPr/>
        <a:lstStyle/>
        <a:p>
          <a:r>
            <a:rPr lang="de-DE" sz="1000" dirty="0" err="1"/>
            <a:t>Kun_id</a:t>
          </a:r>
          <a:endParaRPr lang="de-DE" sz="1000" dirty="0"/>
        </a:p>
      </dgm:t>
    </dgm:pt>
    <dgm:pt modelId="{D986DDF4-1EF7-454B-AAD9-CB8F8E5D05FE}" type="parTrans" cxnId="{EC973A6C-627D-4BEA-8EB3-192F6B2219B6}">
      <dgm:prSet/>
      <dgm:spPr/>
      <dgm:t>
        <a:bodyPr/>
        <a:lstStyle/>
        <a:p>
          <a:endParaRPr lang="de-DE" sz="1600"/>
        </a:p>
      </dgm:t>
    </dgm:pt>
    <dgm:pt modelId="{50D2DE74-66EF-4834-9242-D4A1DCA8EF54}" type="sibTrans" cxnId="{EC973A6C-627D-4BEA-8EB3-192F6B2219B6}">
      <dgm:prSet/>
      <dgm:spPr/>
      <dgm:t>
        <a:bodyPr/>
        <a:lstStyle/>
        <a:p>
          <a:endParaRPr lang="de-DE" sz="1600"/>
        </a:p>
      </dgm:t>
    </dgm:pt>
    <dgm:pt modelId="{9B690F89-C137-4480-A64F-8C9CC477881B}">
      <dgm:prSet custT="1"/>
      <dgm:spPr/>
      <dgm:t>
        <a:bodyPr/>
        <a:lstStyle/>
        <a:p>
          <a:r>
            <a:rPr lang="de-DE" sz="1000" dirty="0" err="1"/>
            <a:t>Kun_Name</a:t>
          </a:r>
          <a:endParaRPr lang="de-DE" sz="1000" dirty="0"/>
        </a:p>
      </dgm:t>
    </dgm:pt>
    <dgm:pt modelId="{6327ACA4-8DD3-4D7E-92EE-CAB24854A3DE}" type="parTrans" cxnId="{772AD565-E83F-4A3E-9DB1-93C01A7F806A}">
      <dgm:prSet/>
      <dgm:spPr/>
      <dgm:t>
        <a:bodyPr/>
        <a:lstStyle/>
        <a:p>
          <a:endParaRPr lang="de-DE" sz="1600"/>
        </a:p>
      </dgm:t>
    </dgm:pt>
    <dgm:pt modelId="{B0C7F2E1-2CE9-46BA-B179-F02B3F349A3D}" type="sibTrans" cxnId="{772AD565-E83F-4A3E-9DB1-93C01A7F806A}">
      <dgm:prSet/>
      <dgm:spPr/>
      <dgm:t>
        <a:bodyPr/>
        <a:lstStyle/>
        <a:p>
          <a:endParaRPr lang="de-DE" sz="1600"/>
        </a:p>
      </dgm:t>
    </dgm:pt>
    <dgm:pt modelId="{AC906E97-D03B-4750-9C07-2B06BC127A18}">
      <dgm:prSet custT="1"/>
      <dgm:spPr/>
      <dgm:t>
        <a:bodyPr/>
        <a:lstStyle/>
        <a:p>
          <a:r>
            <a:rPr lang="de-DE" sz="1000" dirty="0"/>
            <a:t>Straße</a:t>
          </a:r>
        </a:p>
      </dgm:t>
    </dgm:pt>
    <dgm:pt modelId="{835F6CC9-99D5-4275-9CA6-00661E7D5A45}" type="parTrans" cxnId="{EFD1C8F2-E234-4139-9626-3499B081EBEE}">
      <dgm:prSet/>
      <dgm:spPr/>
      <dgm:t>
        <a:bodyPr/>
        <a:lstStyle/>
        <a:p>
          <a:endParaRPr lang="de-DE" sz="1600"/>
        </a:p>
      </dgm:t>
    </dgm:pt>
    <dgm:pt modelId="{B23F22EF-0D08-4E71-B5F5-ACDB292EBCD3}" type="sibTrans" cxnId="{EFD1C8F2-E234-4139-9626-3499B081EBEE}">
      <dgm:prSet/>
      <dgm:spPr/>
      <dgm:t>
        <a:bodyPr/>
        <a:lstStyle/>
        <a:p>
          <a:endParaRPr lang="de-DE" sz="1600"/>
        </a:p>
      </dgm:t>
    </dgm:pt>
    <dgm:pt modelId="{147FBBE8-93CF-4731-9367-659C214A8742}">
      <dgm:prSet custT="1"/>
      <dgm:spPr/>
      <dgm:t>
        <a:bodyPr/>
        <a:lstStyle/>
        <a:p>
          <a:r>
            <a:rPr lang="de-DE" sz="1000" dirty="0"/>
            <a:t>Telefon</a:t>
          </a:r>
        </a:p>
      </dgm:t>
    </dgm:pt>
    <dgm:pt modelId="{C08DA3F1-3B71-450F-8F23-2BD5655189BC}" type="parTrans" cxnId="{ACFC585D-68E0-42B8-A223-C5916F2DA5FD}">
      <dgm:prSet/>
      <dgm:spPr/>
      <dgm:t>
        <a:bodyPr/>
        <a:lstStyle/>
        <a:p>
          <a:endParaRPr lang="de-DE" sz="1600"/>
        </a:p>
      </dgm:t>
    </dgm:pt>
    <dgm:pt modelId="{D8B7CE80-ACEB-496A-A6EA-A90D9E02262F}" type="sibTrans" cxnId="{ACFC585D-68E0-42B8-A223-C5916F2DA5FD}">
      <dgm:prSet/>
      <dgm:spPr/>
      <dgm:t>
        <a:bodyPr/>
        <a:lstStyle/>
        <a:p>
          <a:endParaRPr lang="de-DE" sz="1600"/>
        </a:p>
      </dgm:t>
    </dgm:pt>
    <dgm:pt modelId="{24BECC70-CE8D-46BB-9181-BCA3B7D4F43E}">
      <dgm:prSet custT="1"/>
      <dgm:spPr/>
      <dgm:t>
        <a:bodyPr/>
        <a:lstStyle/>
        <a:p>
          <a:r>
            <a:rPr lang="de-DE" sz="1000" dirty="0"/>
            <a:t>E-Mail</a:t>
          </a:r>
        </a:p>
      </dgm:t>
    </dgm:pt>
    <dgm:pt modelId="{506ED219-11C5-4CB9-9B02-07FB41E991C2}" type="parTrans" cxnId="{98092041-88E3-4327-95B4-C3A7314F3640}">
      <dgm:prSet/>
      <dgm:spPr/>
      <dgm:t>
        <a:bodyPr/>
        <a:lstStyle/>
        <a:p>
          <a:endParaRPr lang="de-DE" sz="1600"/>
        </a:p>
      </dgm:t>
    </dgm:pt>
    <dgm:pt modelId="{A5A695C1-F71B-4984-8258-628BAA8CA826}" type="sibTrans" cxnId="{98092041-88E3-4327-95B4-C3A7314F3640}">
      <dgm:prSet/>
      <dgm:spPr/>
      <dgm:t>
        <a:bodyPr/>
        <a:lstStyle/>
        <a:p>
          <a:endParaRPr lang="de-DE" sz="1600"/>
        </a:p>
      </dgm:t>
    </dgm:pt>
    <dgm:pt modelId="{923B5847-D916-4A69-B5C4-2102D56856F9}">
      <dgm:prSet custT="1"/>
      <dgm:spPr/>
      <dgm:t>
        <a:bodyPr/>
        <a:lstStyle/>
        <a:p>
          <a:r>
            <a:rPr lang="de-DE" sz="1000" dirty="0" err="1"/>
            <a:t>Ort_id</a:t>
          </a:r>
          <a:endParaRPr lang="de-DE" sz="1000" dirty="0"/>
        </a:p>
      </dgm:t>
    </dgm:pt>
    <dgm:pt modelId="{9CAEC793-A85E-45AF-802E-E537687945F7}" type="parTrans" cxnId="{06D21ED6-E58B-45C3-9182-6827EDE3A5BD}">
      <dgm:prSet/>
      <dgm:spPr/>
      <dgm:t>
        <a:bodyPr/>
        <a:lstStyle/>
        <a:p>
          <a:endParaRPr lang="de-DE" sz="1600"/>
        </a:p>
      </dgm:t>
    </dgm:pt>
    <dgm:pt modelId="{1FE63736-852B-4577-ADE1-641C3CF71C70}" type="sibTrans" cxnId="{06D21ED6-E58B-45C3-9182-6827EDE3A5BD}">
      <dgm:prSet/>
      <dgm:spPr/>
      <dgm:t>
        <a:bodyPr/>
        <a:lstStyle/>
        <a:p>
          <a:endParaRPr lang="de-DE" sz="1600"/>
        </a:p>
      </dgm:t>
    </dgm:pt>
    <dgm:pt modelId="{B064233E-C0FD-41D0-B557-FB28A877A36A}">
      <dgm:prSet custT="1"/>
      <dgm:spPr/>
      <dgm:t>
        <a:bodyPr/>
        <a:lstStyle/>
        <a:p>
          <a:r>
            <a:rPr lang="de-DE" sz="1000" dirty="0"/>
            <a:t>Haus-nummer</a:t>
          </a:r>
        </a:p>
      </dgm:t>
    </dgm:pt>
    <dgm:pt modelId="{2F96FAFA-B8B5-46C0-BB50-CBD97A236D5C}" type="parTrans" cxnId="{C93E4DB9-F640-4A89-A361-7C0D32C7BE0B}">
      <dgm:prSet/>
      <dgm:spPr/>
      <dgm:t>
        <a:bodyPr/>
        <a:lstStyle/>
        <a:p>
          <a:endParaRPr lang="de-DE" sz="1600"/>
        </a:p>
      </dgm:t>
    </dgm:pt>
    <dgm:pt modelId="{61A292B9-ECE0-443C-B218-4A6C31061C61}" type="sibTrans" cxnId="{C93E4DB9-F640-4A89-A361-7C0D32C7BE0B}">
      <dgm:prSet/>
      <dgm:spPr/>
      <dgm:t>
        <a:bodyPr/>
        <a:lstStyle/>
        <a:p>
          <a:endParaRPr lang="de-DE" sz="1600"/>
        </a:p>
      </dgm:t>
    </dgm:pt>
    <dgm:pt modelId="{F7343D46-28E1-4BB4-9755-6F666BF2AC39}">
      <dgm:prSet custT="1"/>
      <dgm:spPr/>
      <dgm:t>
        <a:bodyPr/>
        <a:lstStyle/>
        <a:p>
          <a:r>
            <a:rPr lang="de-DE" sz="1000" dirty="0"/>
            <a:t>Ort</a:t>
          </a:r>
        </a:p>
      </dgm:t>
    </dgm:pt>
    <dgm:pt modelId="{B905E722-AC71-4819-95D4-4A9D23D2E89F}" type="parTrans" cxnId="{400B4A2D-1361-421C-9026-305CD2229105}">
      <dgm:prSet/>
      <dgm:spPr/>
      <dgm:t>
        <a:bodyPr/>
        <a:lstStyle/>
        <a:p>
          <a:endParaRPr lang="de-DE" sz="1600"/>
        </a:p>
      </dgm:t>
    </dgm:pt>
    <dgm:pt modelId="{B9BFA5A3-7132-47D5-B104-DE7991894459}" type="sibTrans" cxnId="{400B4A2D-1361-421C-9026-305CD2229105}">
      <dgm:prSet/>
      <dgm:spPr/>
      <dgm:t>
        <a:bodyPr/>
        <a:lstStyle/>
        <a:p>
          <a:endParaRPr lang="de-DE" sz="1600"/>
        </a:p>
      </dgm:t>
    </dgm:pt>
    <dgm:pt modelId="{0C6601D7-0A69-45AB-81DF-DE749031B2F8}">
      <dgm:prSet custT="1"/>
      <dgm:spPr/>
      <dgm:t>
        <a:bodyPr/>
        <a:lstStyle/>
        <a:p>
          <a:r>
            <a:rPr lang="de-DE" sz="1000" dirty="0" err="1"/>
            <a:t>Ort_id</a:t>
          </a:r>
          <a:endParaRPr lang="de-DE" sz="1000" dirty="0"/>
        </a:p>
      </dgm:t>
    </dgm:pt>
    <dgm:pt modelId="{774D199A-B00B-48B4-8AA4-8B3EE0D9080E}" type="parTrans" cxnId="{C6D0F217-62A7-436E-8D07-03D8B1D79A39}">
      <dgm:prSet/>
      <dgm:spPr/>
      <dgm:t>
        <a:bodyPr/>
        <a:lstStyle/>
        <a:p>
          <a:endParaRPr lang="de-DE" sz="1600"/>
        </a:p>
      </dgm:t>
    </dgm:pt>
    <dgm:pt modelId="{877A540E-9A11-4063-9A89-00DD303093E3}" type="sibTrans" cxnId="{C6D0F217-62A7-436E-8D07-03D8B1D79A39}">
      <dgm:prSet/>
      <dgm:spPr/>
      <dgm:t>
        <a:bodyPr/>
        <a:lstStyle/>
        <a:p>
          <a:endParaRPr lang="de-DE" sz="1600"/>
        </a:p>
      </dgm:t>
    </dgm:pt>
    <dgm:pt modelId="{4887F99A-64DF-489A-ACA0-FAD8795D0CD4}">
      <dgm:prSet custT="1"/>
      <dgm:spPr/>
      <dgm:t>
        <a:bodyPr/>
        <a:lstStyle/>
        <a:p>
          <a:r>
            <a:rPr lang="de-DE" sz="1000" dirty="0"/>
            <a:t>PLZ</a:t>
          </a:r>
        </a:p>
      </dgm:t>
    </dgm:pt>
    <dgm:pt modelId="{7C4C0EEC-AAB2-4686-B8A4-7FBC05124D11}" type="parTrans" cxnId="{F29D0C37-0F82-45C7-9FD7-3D9B0CD23DB3}">
      <dgm:prSet/>
      <dgm:spPr/>
      <dgm:t>
        <a:bodyPr/>
        <a:lstStyle/>
        <a:p>
          <a:endParaRPr lang="de-DE" sz="1600"/>
        </a:p>
      </dgm:t>
    </dgm:pt>
    <dgm:pt modelId="{6C1EF07C-2EC5-4112-BACE-C6DE4D2D2385}" type="sibTrans" cxnId="{F29D0C37-0F82-45C7-9FD7-3D9B0CD23DB3}">
      <dgm:prSet/>
      <dgm:spPr/>
      <dgm:t>
        <a:bodyPr/>
        <a:lstStyle/>
        <a:p>
          <a:endParaRPr lang="de-DE" sz="1600"/>
        </a:p>
      </dgm:t>
    </dgm:pt>
    <dgm:pt modelId="{28300C0E-DDB8-49E5-982F-4D999D7C60E1}">
      <dgm:prSet custT="1"/>
      <dgm:spPr/>
      <dgm:t>
        <a:bodyPr/>
        <a:lstStyle/>
        <a:p>
          <a:r>
            <a:rPr lang="de-DE" sz="1000" dirty="0"/>
            <a:t>Ortsname</a:t>
          </a:r>
        </a:p>
      </dgm:t>
    </dgm:pt>
    <dgm:pt modelId="{E9D89CC5-C93E-42E8-A6AF-B05F6B6557D3}" type="parTrans" cxnId="{26F9A3E0-4563-45AF-8E37-B58992488664}">
      <dgm:prSet/>
      <dgm:spPr/>
      <dgm:t>
        <a:bodyPr/>
        <a:lstStyle/>
        <a:p>
          <a:endParaRPr lang="de-DE" sz="1600"/>
        </a:p>
      </dgm:t>
    </dgm:pt>
    <dgm:pt modelId="{0CF67339-F005-4942-A529-D74585273812}" type="sibTrans" cxnId="{26F9A3E0-4563-45AF-8E37-B58992488664}">
      <dgm:prSet/>
      <dgm:spPr/>
      <dgm:t>
        <a:bodyPr/>
        <a:lstStyle/>
        <a:p>
          <a:endParaRPr lang="de-DE" sz="1600"/>
        </a:p>
      </dgm:t>
    </dgm:pt>
    <dgm:pt modelId="{FEFB6219-3A1F-44AD-A50F-5446D62D42C3}">
      <dgm:prSet custT="1"/>
      <dgm:spPr/>
      <dgm:t>
        <a:bodyPr/>
        <a:lstStyle/>
        <a:p>
          <a:r>
            <a:rPr lang="de-DE" sz="1000" dirty="0"/>
            <a:t>Kunde</a:t>
          </a:r>
        </a:p>
      </dgm:t>
    </dgm:pt>
    <dgm:pt modelId="{ADEA8BBA-E9F3-4D8A-96E4-431914DBC7B1}" type="sibTrans" cxnId="{4B4C69C9-CEA3-4A70-B99C-790BF6EC61CD}">
      <dgm:prSet/>
      <dgm:spPr/>
      <dgm:t>
        <a:bodyPr/>
        <a:lstStyle/>
        <a:p>
          <a:endParaRPr lang="de-DE" sz="1600"/>
        </a:p>
      </dgm:t>
    </dgm:pt>
    <dgm:pt modelId="{212DAB52-4BFD-415C-80C7-4BD0F1D1D76E}" type="parTrans" cxnId="{4B4C69C9-CEA3-4A70-B99C-790BF6EC61CD}">
      <dgm:prSet/>
      <dgm:spPr/>
      <dgm:t>
        <a:bodyPr/>
        <a:lstStyle/>
        <a:p>
          <a:endParaRPr lang="de-DE" sz="1600"/>
        </a:p>
      </dgm:t>
    </dgm:pt>
    <dgm:pt modelId="{3E35C48A-0844-47A6-B895-00E2D0DC19B9}">
      <dgm:prSet custT="1"/>
      <dgm:spPr/>
      <dgm:t>
        <a:bodyPr/>
        <a:lstStyle/>
        <a:p>
          <a:r>
            <a:rPr lang="de-DE" sz="1000" dirty="0"/>
            <a:t>Auftrag</a:t>
          </a:r>
        </a:p>
      </dgm:t>
    </dgm:pt>
    <dgm:pt modelId="{9AC7D920-61D4-4E31-A854-BC6BB6002098}" type="parTrans" cxnId="{ED7BB92A-B12C-4E2B-A07C-0CF6A0D1CE43}">
      <dgm:prSet/>
      <dgm:spPr/>
      <dgm:t>
        <a:bodyPr/>
        <a:lstStyle/>
        <a:p>
          <a:endParaRPr lang="de-DE" sz="1600"/>
        </a:p>
      </dgm:t>
    </dgm:pt>
    <dgm:pt modelId="{5F56301C-57A1-4CE6-862C-5DEBFFEB19CD}" type="sibTrans" cxnId="{ED7BB92A-B12C-4E2B-A07C-0CF6A0D1CE43}">
      <dgm:prSet/>
      <dgm:spPr/>
      <dgm:t>
        <a:bodyPr/>
        <a:lstStyle/>
        <a:p>
          <a:endParaRPr lang="de-DE" sz="1600"/>
        </a:p>
      </dgm:t>
    </dgm:pt>
    <dgm:pt modelId="{CDF4396E-1B7D-4555-A087-AE6E13AD9D68}">
      <dgm:prSet custT="1"/>
      <dgm:spPr/>
      <dgm:t>
        <a:bodyPr/>
        <a:lstStyle/>
        <a:p>
          <a:r>
            <a:rPr lang="de-DE" sz="1000" dirty="0" err="1"/>
            <a:t>Auf_id</a:t>
          </a:r>
          <a:endParaRPr lang="de-DE" sz="1000" dirty="0"/>
        </a:p>
      </dgm:t>
    </dgm:pt>
    <dgm:pt modelId="{147A607A-A690-40D6-959B-5784D34A879F}" type="parTrans" cxnId="{3B135367-5EEE-4E73-86BF-522C8831370D}">
      <dgm:prSet/>
      <dgm:spPr/>
      <dgm:t>
        <a:bodyPr/>
        <a:lstStyle/>
        <a:p>
          <a:endParaRPr lang="de-DE" sz="1600"/>
        </a:p>
      </dgm:t>
    </dgm:pt>
    <dgm:pt modelId="{3DFDE7B5-DB99-45B9-8FBD-364289A3782A}" type="sibTrans" cxnId="{3B135367-5EEE-4E73-86BF-522C8831370D}">
      <dgm:prSet/>
      <dgm:spPr/>
      <dgm:t>
        <a:bodyPr/>
        <a:lstStyle/>
        <a:p>
          <a:endParaRPr lang="de-DE" sz="1600"/>
        </a:p>
      </dgm:t>
    </dgm:pt>
    <dgm:pt modelId="{740F2894-59B8-43C7-8CD2-4B398F95904D}">
      <dgm:prSet custT="1"/>
      <dgm:spPr/>
      <dgm:t>
        <a:bodyPr/>
        <a:lstStyle/>
        <a:p>
          <a:r>
            <a:rPr lang="de-DE" sz="1000" dirty="0" err="1"/>
            <a:t>Kun_id</a:t>
          </a:r>
          <a:endParaRPr lang="de-DE" sz="1000" dirty="0"/>
        </a:p>
      </dgm:t>
    </dgm:pt>
    <dgm:pt modelId="{DBCFF9A3-D454-42EC-874B-22220F04B4CA}" type="parTrans" cxnId="{E7037AF1-F269-4870-B946-561705CD4B39}">
      <dgm:prSet/>
      <dgm:spPr/>
      <dgm:t>
        <a:bodyPr/>
        <a:lstStyle/>
        <a:p>
          <a:endParaRPr lang="de-DE" sz="1600"/>
        </a:p>
      </dgm:t>
    </dgm:pt>
    <dgm:pt modelId="{1F229F17-A2F1-478D-A96B-D4C0FBC8F999}" type="sibTrans" cxnId="{E7037AF1-F269-4870-B946-561705CD4B39}">
      <dgm:prSet/>
      <dgm:spPr/>
      <dgm:t>
        <a:bodyPr/>
        <a:lstStyle/>
        <a:p>
          <a:endParaRPr lang="de-DE" sz="1600"/>
        </a:p>
      </dgm:t>
    </dgm:pt>
    <dgm:pt modelId="{9D51EBFB-6A18-427C-AA07-3C6CD8DEDEE4}">
      <dgm:prSet custT="1"/>
      <dgm:spPr/>
      <dgm:t>
        <a:bodyPr/>
        <a:lstStyle/>
        <a:p>
          <a:r>
            <a:rPr lang="de-DE" sz="1000" dirty="0"/>
            <a:t>Bestell-datum</a:t>
          </a:r>
        </a:p>
      </dgm:t>
    </dgm:pt>
    <dgm:pt modelId="{7F9603D1-82F1-42EE-BBE1-902CADE7C0B9}" type="parTrans" cxnId="{CA702262-7E88-41E8-B9C0-BD345B0A14A4}">
      <dgm:prSet/>
      <dgm:spPr/>
      <dgm:t>
        <a:bodyPr/>
        <a:lstStyle/>
        <a:p>
          <a:endParaRPr lang="de-DE" sz="1600"/>
        </a:p>
      </dgm:t>
    </dgm:pt>
    <dgm:pt modelId="{1A1FCF3F-0CA4-4BAB-A912-201F31008FBC}" type="sibTrans" cxnId="{CA702262-7E88-41E8-B9C0-BD345B0A14A4}">
      <dgm:prSet/>
      <dgm:spPr/>
      <dgm:t>
        <a:bodyPr/>
        <a:lstStyle/>
        <a:p>
          <a:endParaRPr lang="de-DE" sz="1600"/>
        </a:p>
      </dgm:t>
    </dgm:pt>
    <dgm:pt modelId="{F748754C-8971-44BF-B5A1-F45A3E159A16}">
      <dgm:prSet custT="1"/>
      <dgm:spPr/>
      <dgm:t>
        <a:bodyPr/>
        <a:lstStyle/>
        <a:p>
          <a:r>
            <a:rPr lang="de-DE" sz="1000" dirty="0"/>
            <a:t>Position</a:t>
          </a:r>
        </a:p>
      </dgm:t>
    </dgm:pt>
    <dgm:pt modelId="{504BA2DC-B6AF-47BA-BFD0-41BD95BC0D1A}" type="parTrans" cxnId="{2C6C8029-9E2F-4948-BD42-F71CBD2B9721}">
      <dgm:prSet/>
      <dgm:spPr/>
      <dgm:t>
        <a:bodyPr/>
        <a:lstStyle/>
        <a:p>
          <a:endParaRPr lang="de-DE" sz="1600"/>
        </a:p>
      </dgm:t>
    </dgm:pt>
    <dgm:pt modelId="{9892E78F-5B12-47E2-B5C6-1AF5CB95D4CA}" type="sibTrans" cxnId="{2C6C8029-9E2F-4948-BD42-F71CBD2B9721}">
      <dgm:prSet/>
      <dgm:spPr/>
      <dgm:t>
        <a:bodyPr/>
        <a:lstStyle/>
        <a:p>
          <a:endParaRPr lang="de-DE" sz="1600"/>
        </a:p>
      </dgm:t>
    </dgm:pt>
    <dgm:pt modelId="{17038732-669E-4CFA-A4E2-C3324C308E2A}">
      <dgm:prSet custT="1"/>
      <dgm:spPr/>
      <dgm:t>
        <a:bodyPr/>
        <a:lstStyle/>
        <a:p>
          <a:r>
            <a:rPr lang="de-DE" sz="1000" dirty="0" err="1"/>
            <a:t>Pos_id</a:t>
          </a:r>
          <a:endParaRPr lang="de-DE" sz="1000" dirty="0"/>
        </a:p>
      </dgm:t>
    </dgm:pt>
    <dgm:pt modelId="{163A612D-3C41-40C6-BF17-B48C88AF46DF}" type="parTrans" cxnId="{2FFAE861-AFAB-4EEE-BD98-9BBE5179D49B}">
      <dgm:prSet/>
      <dgm:spPr/>
      <dgm:t>
        <a:bodyPr/>
        <a:lstStyle/>
        <a:p>
          <a:endParaRPr lang="de-DE" sz="1600"/>
        </a:p>
      </dgm:t>
    </dgm:pt>
    <dgm:pt modelId="{FEC8F457-80DA-4E41-8D84-A411280859AB}" type="sibTrans" cxnId="{2FFAE861-AFAB-4EEE-BD98-9BBE5179D49B}">
      <dgm:prSet/>
      <dgm:spPr/>
      <dgm:t>
        <a:bodyPr/>
        <a:lstStyle/>
        <a:p>
          <a:endParaRPr lang="de-DE" sz="1600"/>
        </a:p>
      </dgm:t>
    </dgm:pt>
    <dgm:pt modelId="{90A91D39-FEAF-44E6-B740-D7179E12338F}">
      <dgm:prSet custT="1"/>
      <dgm:spPr/>
      <dgm:t>
        <a:bodyPr/>
        <a:lstStyle/>
        <a:p>
          <a:r>
            <a:rPr lang="de-DE" sz="1000" dirty="0" err="1"/>
            <a:t>Art_id</a:t>
          </a:r>
          <a:endParaRPr lang="de-DE" sz="1000" dirty="0"/>
        </a:p>
      </dgm:t>
    </dgm:pt>
    <dgm:pt modelId="{003B6041-09E5-4A48-B44F-1F3631171B27}" type="parTrans" cxnId="{1665CFC5-25DD-43F6-A8AF-167D82720667}">
      <dgm:prSet/>
      <dgm:spPr/>
      <dgm:t>
        <a:bodyPr/>
        <a:lstStyle/>
        <a:p>
          <a:endParaRPr lang="de-DE" sz="1600"/>
        </a:p>
      </dgm:t>
    </dgm:pt>
    <dgm:pt modelId="{E70A4A29-D3B8-4586-8754-F56D8AAAB2FD}" type="sibTrans" cxnId="{1665CFC5-25DD-43F6-A8AF-167D82720667}">
      <dgm:prSet/>
      <dgm:spPr/>
      <dgm:t>
        <a:bodyPr/>
        <a:lstStyle/>
        <a:p>
          <a:endParaRPr lang="de-DE" sz="1600"/>
        </a:p>
      </dgm:t>
    </dgm:pt>
    <dgm:pt modelId="{D8AEE7E7-572F-44A7-BBA5-B9C5A40CEBB2}">
      <dgm:prSet custT="1"/>
      <dgm:spPr/>
      <dgm:t>
        <a:bodyPr/>
        <a:lstStyle/>
        <a:p>
          <a:r>
            <a:rPr lang="de-DE" sz="1000" dirty="0" err="1"/>
            <a:t>Auf_id</a:t>
          </a:r>
          <a:endParaRPr lang="de-DE" sz="1000" dirty="0"/>
        </a:p>
      </dgm:t>
    </dgm:pt>
    <dgm:pt modelId="{911B80F1-669B-4FD6-824E-B64FC96BFD26}" type="parTrans" cxnId="{00343C5A-30E3-4C1A-AC13-41D9C534FA63}">
      <dgm:prSet/>
      <dgm:spPr/>
      <dgm:t>
        <a:bodyPr/>
        <a:lstStyle/>
        <a:p>
          <a:endParaRPr lang="de-DE" sz="1600"/>
        </a:p>
      </dgm:t>
    </dgm:pt>
    <dgm:pt modelId="{09AC59FC-8A80-459B-A1F6-31D8700C2680}" type="sibTrans" cxnId="{00343C5A-30E3-4C1A-AC13-41D9C534FA63}">
      <dgm:prSet/>
      <dgm:spPr/>
      <dgm:t>
        <a:bodyPr/>
        <a:lstStyle/>
        <a:p>
          <a:endParaRPr lang="de-DE" sz="1600"/>
        </a:p>
      </dgm:t>
    </dgm:pt>
    <dgm:pt modelId="{368C539E-F086-4350-A582-AEFA06CC5086}">
      <dgm:prSet custT="1"/>
      <dgm:spPr/>
      <dgm:t>
        <a:bodyPr/>
        <a:lstStyle/>
        <a:p>
          <a:r>
            <a:rPr lang="de-DE" sz="1000" dirty="0"/>
            <a:t>Menge</a:t>
          </a:r>
        </a:p>
      </dgm:t>
    </dgm:pt>
    <dgm:pt modelId="{CC553AFD-B2B1-4DF1-A50B-1B6FC648D82D}" type="parTrans" cxnId="{463327CE-14C8-49AB-8EA9-66D9396B2333}">
      <dgm:prSet/>
      <dgm:spPr/>
      <dgm:t>
        <a:bodyPr/>
        <a:lstStyle/>
        <a:p>
          <a:endParaRPr lang="de-DE" sz="1600"/>
        </a:p>
      </dgm:t>
    </dgm:pt>
    <dgm:pt modelId="{79CCBA3B-E2FF-4901-9338-A9CE087931B8}" type="sibTrans" cxnId="{463327CE-14C8-49AB-8EA9-66D9396B2333}">
      <dgm:prSet/>
      <dgm:spPr/>
      <dgm:t>
        <a:bodyPr/>
        <a:lstStyle/>
        <a:p>
          <a:endParaRPr lang="de-DE" sz="1600"/>
        </a:p>
      </dgm:t>
    </dgm:pt>
    <dgm:pt modelId="{52FB6789-BE22-4F60-869E-5D8E7BEC1916}">
      <dgm:prSet custT="1"/>
      <dgm:spPr/>
      <dgm:t>
        <a:bodyPr/>
        <a:lstStyle/>
        <a:p>
          <a:r>
            <a:rPr lang="de-DE" sz="1000" dirty="0"/>
            <a:t>Rabatt</a:t>
          </a:r>
        </a:p>
      </dgm:t>
    </dgm:pt>
    <dgm:pt modelId="{0CBD26C0-1CF1-4BDA-A08A-B9155152675D}" type="parTrans" cxnId="{40AE6203-204A-4D1E-B5F2-C887EDBEC092}">
      <dgm:prSet/>
      <dgm:spPr/>
      <dgm:t>
        <a:bodyPr/>
        <a:lstStyle/>
        <a:p>
          <a:endParaRPr lang="de-DE" sz="1600"/>
        </a:p>
      </dgm:t>
    </dgm:pt>
    <dgm:pt modelId="{25DF7C2F-BE76-4AAE-A2B6-CB45DEBD89BF}" type="sibTrans" cxnId="{40AE6203-204A-4D1E-B5F2-C887EDBEC092}">
      <dgm:prSet/>
      <dgm:spPr/>
      <dgm:t>
        <a:bodyPr/>
        <a:lstStyle/>
        <a:p>
          <a:endParaRPr lang="de-DE" sz="1600"/>
        </a:p>
      </dgm:t>
    </dgm:pt>
    <dgm:pt modelId="{A381C2D1-DE03-4852-858E-DCFCE792A1C1}">
      <dgm:prSet custT="1"/>
      <dgm:spPr/>
      <dgm:t>
        <a:bodyPr/>
        <a:lstStyle/>
        <a:p>
          <a:r>
            <a:rPr lang="de-DE" sz="1000" dirty="0"/>
            <a:t>Artikel</a:t>
          </a:r>
        </a:p>
      </dgm:t>
    </dgm:pt>
    <dgm:pt modelId="{14470683-9FD1-4582-B1C7-784629B41B81}" type="parTrans" cxnId="{9E5D24D1-B8CF-45F8-ADBD-DA2811FEFC9B}">
      <dgm:prSet/>
      <dgm:spPr/>
      <dgm:t>
        <a:bodyPr/>
        <a:lstStyle/>
        <a:p>
          <a:endParaRPr lang="de-DE" sz="1600"/>
        </a:p>
      </dgm:t>
    </dgm:pt>
    <dgm:pt modelId="{9F35D008-BD22-4D6C-BD61-F184C550B2E3}" type="sibTrans" cxnId="{9E5D24D1-B8CF-45F8-ADBD-DA2811FEFC9B}">
      <dgm:prSet/>
      <dgm:spPr/>
      <dgm:t>
        <a:bodyPr/>
        <a:lstStyle/>
        <a:p>
          <a:endParaRPr lang="de-DE" sz="1600"/>
        </a:p>
      </dgm:t>
    </dgm:pt>
    <dgm:pt modelId="{7CA0449F-2DC0-4961-8395-48C3E8E3BB41}">
      <dgm:prSet custT="1"/>
      <dgm:spPr/>
      <dgm:t>
        <a:bodyPr/>
        <a:lstStyle/>
        <a:p>
          <a:r>
            <a:rPr lang="de-DE" sz="1000" dirty="0" err="1"/>
            <a:t>Art_id</a:t>
          </a:r>
          <a:endParaRPr lang="de-DE" sz="1000" dirty="0"/>
        </a:p>
      </dgm:t>
    </dgm:pt>
    <dgm:pt modelId="{AF8A8BED-4FA3-4995-8453-AC69263E4F7B}" type="parTrans" cxnId="{D4EC7578-1338-4B29-ACDC-53394E071FD4}">
      <dgm:prSet/>
      <dgm:spPr/>
      <dgm:t>
        <a:bodyPr/>
        <a:lstStyle/>
        <a:p>
          <a:endParaRPr lang="de-DE" sz="1600"/>
        </a:p>
      </dgm:t>
    </dgm:pt>
    <dgm:pt modelId="{C19F0CD0-6EC3-4E79-A51F-A2658BDDF63D}" type="sibTrans" cxnId="{D4EC7578-1338-4B29-ACDC-53394E071FD4}">
      <dgm:prSet/>
      <dgm:spPr/>
      <dgm:t>
        <a:bodyPr/>
        <a:lstStyle/>
        <a:p>
          <a:endParaRPr lang="de-DE" sz="1600"/>
        </a:p>
      </dgm:t>
    </dgm:pt>
    <dgm:pt modelId="{C15616C1-E6E5-4C73-BB55-3DF0B9C7E4CA}">
      <dgm:prSet custT="1"/>
      <dgm:spPr/>
      <dgm:t>
        <a:bodyPr/>
        <a:lstStyle/>
        <a:p>
          <a:r>
            <a:rPr lang="de-DE" sz="1000" dirty="0" err="1"/>
            <a:t>Art_name</a:t>
          </a:r>
          <a:endParaRPr lang="de-DE" sz="1000" dirty="0"/>
        </a:p>
      </dgm:t>
    </dgm:pt>
    <dgm:pt modelId="{3ADC823A-73D3-4229-869C-AF8C19F969B1}" type="parTrans" cxnId="{9131A502-585F-4ACB-B007-29F1AA7F3EE1}">
      <dgm:prSet/>
      <dgm:spPr/>
      <dgm:t>
        <a:bodyPr/>
        <a:lstStyle/>
        <a:p>
          <a:endParaRPr lang="de-DE" sz="1600"/>
        </a:p>
      </dgm:t>
    </dgm:pt>
    <dgm:pt modelId="{DAF918D6-12EA-4D78-976A-5A6FCD0EE0FF}" type="sibTrans" cxnId="{9131A502-585F-4ACB-B007-29F1AA7F3EE1}">
      <dgm:prSet/>
      <dgm:spPr/>
      <dgm:t>
        <a:bodyPr/>
        <a:lstStyle/>
        <a:p>
          <a:endParaRPr lang="de-DE" sz="1600"/>
        </a:p>
      </dgm:t>
    </dgm:pt>
    <dgm:pt modelId="{96D96C04-A735-4604-B971-E39763DFE27E}">
      <dgm:prSet custT="1"/>
      <dgm:spPr/>
      <dgm:t>
        <a:bodyPr/>
        <a:lstStyle/>
        <a:p>
          <a:r>
            <a:rPr lang="de-DE" sz="1000" dirty="0"/>
            <a:t>Melde-bestand</a:t>
          </a:r>
        </a:p>
      </dgm:t>
    </dgm:pt>
    <dgm:pt modelId="{D2848664-7F31-4C0E-8052-231E01AAD71A}" type="parTrans" cxnId="{60A3129E-5C7D-4245-8935-85717BEA6075}">
      <dgm:prSet/>
      <dgm:spPr/>
      <dgm:t>
        <a:bodyPr/>
        <a:lstStyle/>
        <a:p>
          <a:endParaRPr lang="de-DE" sz="1600"/>
        </a:p>
      </dgm:t>
    </dgm:pt>
    <dgm:pt modelId="{FFC6279B-D47C-46C9-9035-BFE4825877D1}" type="sibTrans" cxnId="{60A3129E-5C7D-4245-8935-85717BEA6075}">
      <dgm:prSet/>
      <dgm:spPr/>
      <dgm:t>
        <a:bodyPr/>
        <a:lstStyle/>
        <a:p>
          <a:endParaRPr lang="de-DE" sz="1600"/>
        </a:p>
      </dgm:t>
    </dgm:pt>
    <dgm:pt modelId="{F3E2038D-1AD3-4CDF-819D-1A3A0C7FCD4C}">
      <dgm:prSet custT="1"/>
      <dgm:spPr/>
      <dgm:t>
        <a:bodyPr/>
        <a:lstStyle/>
        <a:p>
          <a:r>
            <a:rPr lang="de-DE" sz="1000" dirty="0"/>
            <a:t>Lager-bestand</a:t>
          </a:r>
        </a:p>
      </dgm:t>
    </dgm:pt>
    <dgm:pt modelId="{99ADCBFC-F476-4BFA-AEB5-25A42EB301A1}" type="parTrans" cxnId="{982542E8-9CDB-4F09-89CB-8E664DF217CE}">
      <dgm:prSet/>
      <dgm:spPr/>
      <dgm:t>
        <a:bodyPr/>
        <a:lstStyle/>
        <a:p>
          <a:endParaRPr lang="de-DE" sz="1600"/>
        </a:p>
      </dgm:t>
    </dgm:pt>
    <dgm:pt modelId="{82DA2162-893E-4FAA-AA93-FF1008D28D94}" type="sibTrans" cxnId="{982542E8-9CDB-4F09-89CB-8E664DF217CE}">
      <dgm:prSet/>
      <dgm:spPr/>
      <dgm:t>
        <a:bodyPr/>
        <a:lstStyle/>
        <a:p>
          <a:endParaRPr lang="de-DE" sz="1600"/>
        </a:p>
      </dgm:t>
    </dgm:pt>
    <dgm:pt modelId="{EAF3E1D3-0367-4412-B212-5DE37726A158}">
      <dgm:prSet custT="1"/>
      <dgm:spPr/>
      <dgm:t>
        <a:bodyPr/>
        <a:lstStyle/>
        <a:p>
          <a:r>
            <a:rPr lang="de-DE" sz="1000" dirty="0"/>
            <a:t>Stückpreis</a:t>
          </a:r>
        </a:p>
      </dgm:t>
    </dgm:pt>
    <dgm:pt modelId="{ED2F10E8-8B2F-4CEC-B1CF-D58563DF5873}" type="parTrans" cxnId="{7D74E1B1-9C62-4D7D-8A0D-242CB8AC81E4}">
      <dgm:prSet/>
      <dgm:spPr/>
      <dgm:t>
        <a:bodyPr/>
        <a:lstStyle/>
        <a:p>
          <a:endParaRPr lang="de-DE" sz="1600"/>
        </a:p>
      </dgm:t>
    </dgm:pt>
    <dgm:pt modelId="{E95E638E-E049-4237-8628-0DE3FFD8BF97}" type="sibTrans" cxnId="{7D74E1B1-9C62-4D7D-8A0D-242CB8AC81E4}">
      <dgm:prSet/>
      <dgm:spPr/>
      <dgm:t>
        <a:bodyPr/>
        <a:lstStyle/>
        <a:p>
          <a:endParaRPr lang="de-DE" sz="1600"/>
        </a:p>
      </dgm:t>
    </dgm:pt>
    <dgm:pt modelId="{6B40063E-098E-4915-A050-6F44416CBFC9}" type="pres">
      <dgm:prSet presAssocID="{F0DB0B84-B478-45DC-ABF5-28BFB655CB4B}" presName="hierChild1" presStyleCnt="0">
        <dgm:presLayoutVars>
          <dgm:orgChart val="1"/>
          <dgm:chPref val="1"/>
          <dgm:dir/>
          <dgm:animOne val="branch"/>
          <dgm:animLvl val="lvl"/>
          <dgm:resizeHandles/>
        </dgm:presLayoutVars>
      </dgm:prSet>
      <dgm:spPr/>
    </dgm:pt>
    <dgm:pt modelId="{9E907512-75C1-468D-AE9B-DE60B67D59DB}" type="pres">
      <dgm:prSet presAssocID="{D905062B-8226-40E6-B9D3-BD5ADF0F4FF2}" presName="hierRoot1" presStyleCnt="0">
        <dgm:presLayoutVars>
          <dgm:hierBranch val="init"/>
        </dgm:presLayoutVars>
      </dgm:prSet>
      <dgm:spPr/>
    </dgm:pt>
    <dgm:pt modelId="{EC6544AE-19F6-459D-960C-9ED6BB8E5D6C}" type="pres">
      <dgm:prSet presAssocID="{D905062B-8226-40E6-B9D3-BD5ADF0F4FF2}" presName="rootComposite1" presStyleCnt="0"/>
      <dgm:spPr/>
    </dgm:pt>
    <dgm:pt modelId="{A0E82846-5497-460E-8F7C-0C44AE56CA51}" type="pres">
      <dgm:prSet presAssocID="{D905062B-8226-40E6-B9D3-BD5ADF0F4FF2}" presName="rootText1" presStyleLbl="node0" presStyleIdx="0" presStyleCnt="1">
        <dgm:presLayoutVars>
          <dgm:chPref val="3"/>
        </dgm:presLayoutVars>
      </dgm:prSet>
      <dgm:spPr/>
    </dgm:pt>
    <dgm:pt modelId="{CC99DF9B-DCE8-4B5E-9BF7-420995C8ECE2}" type="pres">
      <dgm:prSet presAssocID="{D905062B-8226-40E6-B9D3-BD5ADF0F4FF2}" presName="rootConnector1" presStyleLbl="node1" presStyleIdx="0" presStyleCnt="0"/>
      <dgm:spPr/>
    </dgm:pt>
    <dgm:pt modelId="{814408D5-F49D-468D-9057-0373677A51C2}" type="pres">
      <dgm:prSet presAssocID="{D905062B-8226-40E6-B9D3-BD5ADF0F4FF2}" presName="hierChild2" presStyleCnt="0"/>
      <dgm:spPr/>
    </dgm:pt>
    <dgm:pt modelId="{2DC919CE-908A-49EB-911F-4D459ACDF8E3}" type="pres">
      <dgm:prSet presAssocID="{B905E722-AC71-4819-95D4-4A9D23D2E89F}" presName="Name37" presStyleLbl="parChTrans1D2" presStyleIdx="0" presStyleCnt="5"/>
      <dgm:spPr/>
    </dgm:pt>
    <dgm:pt modelId="{C7B990F8-2663-4746-B7F4-C1245ED3E5B1}" type="pres">
      <dgm:prSet presAssocID="{F7343D46-28E1-4BB4-9755-6F666BF2AC39}" presName="hierRoot2" presStyleCnt="0">
        <dgm:presLayoutVars>
          <dgm:hierBranch val="init"/>
        </dgm:presLayoutVars>
      </dgm:prSet>
      <dgm:spPr/>
    </dgm:pt>
    <dgm:pt modelId="{B07B1001-641A-4F49-B4ED-E75414EFF215}" type="pres">
      <dgm:prSet presAssocID="{F7343D46-28E1-4BB4-9755-6F666BF2AC39}" presName="rootComposite" presStyleCnt="0"/>
      <dgm:spPr/>
    </dgm:pt>
    <dgm:pt modelId="{1A40FA0F-2AF1-4E66-A0F5-6139F3E60436}" type="pres">
      <dgm:prSet presAssocID="{F7343D46-28E1-4BB4-9755-6F666BF2AC39}" presName="rootText" presStyleLbl="node2" presStyleIdx="0" presStyleCnt="5">
        <dgm:presLayoutVars>
          <dgm:chPref val="3"/>
        </dgm:presLayoutVars>
      </dgm:prSet>
      <dgm:spPr/>
    </dgm:pt>
    <dgm:pt modelId="{C9482B7F-5113-4664-83EA-F3761973AA3F}" type="pres">
      <dgm:prSet presAssocID="{F7343D46-28E1-4BB4-9755-6F666BF2AC39}" presName="rootConnector" presStyleLbl="node2" presStyleIdx="0" presStyleCnt="5"/>
      <dgm:spPr/>
    </dgm:pt>
    <dgm:pt modelId="{FF1D9FCB-3EA4-402D-AE3E-7DFE5F6B4C49}" type="pres">
      <dgm:prSet presAssocID="{F7343D46-28E1-4BB4-9755-6F666BF2AC39}" presName="hierChild4" presStyleCnt="0"/>
      <dgm:spPr/>
    </dgm:pt>
    <dgm:pt modelId="{A990FBE3-536C-403B-A8A2-C6AB47DAC219}" type="pres">
      <dgm:prSet presAssocID="{774D199A-B00B-48B4-8AA4-8B3EE0D9080E}" presName="Name37" presStyleLbl="parChTrans1D3" presStyleIdx="0" presStyleCnt="23"/>
      <dgm:spPr/>
    </dgm:pt>
    <dgm:pt modelId="{259E1D5B-A5DF-421C-8EC1-6683355B1F6E}" type="pres">
      <dgm:prSet presAssocID="{0C6601D7-0A69-45AB-81DF-DE749031B2F8}" presName="hierRoot2" presStyleCnt="0">
        <dgm:presLayoutVars>
          <dgm:hierBranch val="init"/>
        </dgm:presLayoutVars>
      </dgm:prSet>
      <dgm:spPr/>
    </dgm:pt>
    <dgm:pt modelId="{48CB387C-BEC7-4E5A-B8D9-A8C5936AD958}" type="pres">
      <dgm:prSet presAssocID="{0C6601D7-0A69-45AB-81DF-DE749031B2F8}" presName="rootComposite" presStyleCnt="0"/>
      <dgm:spPr/>
    </dgm:pt>
    <dgm:pt modelId="{F1B82CC1-9737-49D9-93AB-D12CDDEE964A}" type="pres">
      <dgm:prSet presAssocID="{0C6601D7-0A69-45AB-81DF-DE749031B2F8}" presName="rootText" presStyleLbl="node3" presStyleIdx="0" presStyleCnt="23">
        <dgm:presLayoutVars>
          <dgm:chPref val="3"/>
        </dgm:presLayoutVars>
      </dgm:prSet>
      <dgm:spPr/>
    </dgm:pt>
    <dgm:pt modelId="{60A56FCB-9DC3-4407-B3DA-F4BD5E660A9C}" type="pres">
      <dgm:prSet presAssocID="{0C6601D7-0A69-45AB-81DF-DE749031B2F8}" presName="rootConnector" presStyleLbl="node3" presStyleIdx="0" presStyleCnt="23"/>
      <dgm:spPr/>
    </dgm:pt>
    <dgm:pt modelId="{CCAD6F85-1E80-4710-866F-801100DF1FDF}" type="pres">
      <dgm:prSet presAssocID="{0C6601D7-0A69-45AB-81DF-DE749031B2F8}" presName="hierChild4" presStyleCnt="0"/>
      <dgm:spPr/>
    </dgm:pt>
    <dgm:pt modelId="{FA4CC0D7-B956-46E8-8528-322363223872}" type="pres">
      <dgm:prSet presAssocID="{0C6601D7-0A69-45AB-81DF-DE749031B2F8}" presName="hierChild5" presStyleCnt="0"/>
      <dgm:spPr/>
    </dgm:pt>
    <dgm:pt modelId="{D4279276-8483-4266-B8F7-191FD4B90472}" type="pres">
      <dgm:prSet presAssocID="{7C4C0EEC-AAB2-4686-B8A4-7FBC05124D11}" presName="Name37" presStyleLbl="parChTrans1D3" presStyleIdx="1" presStyleCnt="23"/>
      <dgm:spPr/>
    </dgm:pt>
    <dgm:pt modelId="{98882BF4-FCA0-498B-8971-AB1B07FA5C6A}" type="pres">
      <dgm:prSet presAssocID="{4887F99A-64DF-489A-ACA0-FAD8795D0CD4}" presName="hierRoot2" presStyleCnt="0">
        <dgm:presLayoutVars>
          <dgm:hierBranch val="init"/>
        </dgm:presLayoutVars>
      </dgm:prSet>
      <dgm:spPr/>
    </dgm:pt>
    <dgm:pt modelId="{AA0FDED6-25E5-494B-A59F-29B94D267E04}" type="pres">
      <dgm:prSet presAssocID="{4887F99A-64DF-489A-ACA0-FAD8795D0CD4}" presName="rootComposite" presStyleCnt="0"/>
      <dgm:spPr/>
    </dgm:pt>
    <dgm:pt modelId="{99BC8703-A174-4025-85FF-C75DF46C60C6}" type="pres">
      <dgm:prSet presAssocID="{4887F99A-64DF-489A-ACA0-FAD8795D0CD4}" presName="rootText" presStyleLbl="node3" presStyleIdx="1" presStyleCnt="23">
        <dgm:presLayoutVars>
          <dgm:chPref val="3"/>
        </dgm:presLayoutVars>
      </dgm:prSet>
      <dgm:spPr/>
    </dgm:pt>
    <dgm:pt modelId="{8638C478-68E5-4ABD-9740-7FFB0B7FAACF}" type="pres">
      <dgm:prSet presAssocID="{4887F99A-64DF-489A-ACA0-FAD8795D0CD4}" presName="rootConnector" presStyleLbl="node3" presStyleIdx="1" presStyleCnt="23"/>
      <dgm:spPr/>
    </dgm:pt>
    <dgm:pt modelId="{0C13A68B-311C-49D4-8215-73FE538749C3}" type="pres">
      <dgm:prSet presAssocID="{4887F99A-64DF-489A-ACA0-FAD8795D0CD4}" presName="hierChild4" presStyleCnt="0"/>
      <dgm:spPr/>
    </dgm:pt>
    <dgm:pt modelId="{92C3082D-61E0-4AB5-82A7-0DB14C4C3EEA}" type="pres">
      <dgm:prSet presAssocID="{4887F99A-64DF-489A-ACA0-FAD8795D0CD4}" presName="hierChild5" presStyleCnt="0"/>
      <dgm:spPr/>
    </dgm:pt>
    <dgm:pt modelId="{DEFAFE0B-A2EE-411F-93B8-F317A7E63A52}" type="pres">
      <dgm:prSet presAssocID="{E9D89CC5-C93E-42E8-A6AF-B05F6B6557D3}" presName="Name37" presStyleLbl="parChTrans1D3" presStyleIdx="2" presStyleCnt="23"/>
      <dgm:spPr/>
    </dgm:pt>
    <dgm:pt modelId="{120419E7-097E-4DCE-89B1-776FE6C5AC11}" type="pres">
      <dgm:prSet presAssocID="{28300C0E-DDB8-49E5-982F-4D999D7C60E1}" presName="hierRoot2" presStyleCnt="0">
        <dgm:presLayoutVars>
          <dgm:hierBranch val="init"/>
        </dgm:presLayoutVars>
      </dgm:prSet>
      <dgm:spPr/>
    </dgm:pt>
    <dgm:pt modelId="{E2EC8099-929B-4762-8937-A2E4BCA94E1E}" type="pres">
      <dgm:prSet presAssocID="{28300C0E-DDB8-49E5-982F-4D999D7C60E1}" presName="rootComposite" presStyleCnt="0"/>
      <dgm:spPr/>
    </dgm:pt>
    <dgm:pt modelId="{1501263F-B79C-468E-8CDD-A7468950138E}" type="pres">
      <dgm:prSet presAssocID="{28300C0E-DDB8-49E5-982F-4D999D7C60E1}" presName="rootText" presStyleLbl="node3" presStyleIdx="2" presStyleCnt="23">
        <dgm:presLayoutVars>
          <dgm:chPref val="3"/>
        </dgm:presLayoutVars>
      </dgm:prSet>
      <dgm:spPr/>
    </dgm:pt>
    <dgm:pt modelId="{26738142-5499-4D58-B4BA-85EA2A4F31F7}" type="pres">
      <dgm:prSet presAssocID="{28300C0E-DDB8-49E5-982F-4D999D7C60E1}" presName="rootConnector" presStyleLbl="node3" presStyleIdx="2" presStyleCnt="23"/>
      <dgm:spPr/>
    </dgm:pt>
    <dgm:pt modelId="{13D3CE6A-A94E-4A1C-B7C6-49903CACEE00}" type="pres">
      <dgm:prSet presAssocID="{28300C0E-DDB8-49E5-982F-4D999D7C60E1}" presName="hierChild4" presStyleCnt="0"/>
      <dgm:spPr/>
    </dgm:pt>
    <dgm:pt modelId="{02CE83D3-1194-4C0D-ADBE-41C703F7539B}" type="pres">
      <dgm:prSet presAssocID="{28300C0E-DDB8-49E5-982F-4D999D7C60E1}" presName="hierChild5" presStyleCnt="0"/>
      <dgm:spPr/>
    </dgm:pt>
    <dgm:pt modelId="{2450479A-65C6-4E02-B15F-639A70291F72}" type="pres">
      <dgm:prSet presAssocID="{F7343D46-28E1-4BB4-9755-6F666BF2AC39}" presName="hierChild5" presStyleCnt="0"/>
      <dgm:spPr/>
    </dgm:pt>
    <dgm:pt modelId="{FBC60741-666D-4C9A-8E85-2FBDEFF75D1E}" type="pres">
      <dgm:prSet presAssocID="{212DAB52-4BFD-415C-80C7-4BD0F1D1D76E}" presName="Name37" presStyleLbl="parChTrans1D2" presStyleIdx="1" presStyleCnt="5"/>
      <dgm:spPr/>
    </dgm:pt>
    <dgm:pt modelId="{36D8BEBA-ECC0-4DEB-88F4-D5FFAFF94A47}" type="pres">
      <dgm:prSet presAssocID="{FEFB6219-3A1F-44AD-A50F-5446D62D42C3}" presName="hierRoot2" presStyleCnt="0">
        <dgm:presLayoutVars>
          <dgm:hierBranch val="init"/>
        </dgm:presLayoutVars>
      </dgm:prSet>
      <dgm:spPr/>
    </dgm:pt>
    <dgm:pt modelId="{29E9B7E3-EF0E-4C1A-9A6C-DF5133FE7179}" type="pres">
      <dgm:prSet presAssocID="{FEFB6219-3A1F-44AD-A50F-5446D62D42C3}" presName="rootComposite" presStyleCnt="0"/>
      <dgm:spPr/>
    </dgm:pt>
    <dgm:pt modelId="{908BBE12-63B8-4DBF-90F0-B9F05A5629A5}" type="pres">
      <dgm:prSet presAssocID="{FEFB6219-3A1F-44AD-A50F-5446D62D42C3}" presName="rootText" presStyleLbl="node2" presStyleIdx="1" presStyleCnt="5">
        <dgm:presLayoutVars>
          <dgm:chPref val="3"/>
        </dgm:presLayoutVars>
      </dgm:prSet>
      <dgm:spPr/>
    </dgm:pt>
    <dgm:pt modelId="{BA7BF887-DD7B-423E-BD50-F92D1E63C723}" type="pres">
      <dgm:prSet presAssocID="{FEFB6219-3A1F-44AD-A50F-5446D62D42C3}" presName="rootConnector" presStyleLbl="node2" presStyleIdx="1" presStyleCnt="5"/>
      <dgm:spPr/>
    </dgm:pt>
    <dgm:pt modelId="{92CA8C9E-36EB-4161-B350-D2C91C5AF90A}" type="pres">
      <dgm:prSet presAssocID="{FEFB6219-3A1F-44AD-A50F-5446D62D42C3}" presName="hierChild4" presStyleCnt="0"/>
      <dgm:spPr/>
    </dgm:pt>
    <dgm:pt modelId="{1E05FC00-71E5-4353-8E51-748779809F05}" type="pres">
      <dgm:prSet presAssocID="{D986DDF4-1EF7-454B-AAD9-CB8F8E5D05FE}" presName="Name37" presStyleLbl="parChTrans1D3" presStyleIdx="3" presStyleCnt="23"/>
      <dgm:spPr/>
    </dgm:pt>
    <dgm:pt modelId="{63A9F861-96F1-4C15-B57E-978286DA849A}" type="pres">
      <dgm:prSet presAssocID="{260BF826-EEE7-475B-8302-9EB7EF0FB178}" presName="hierRoot2" presStyleCnt="0">
        <dgm:presLayoutVars>
          <dgm:hierBranch val="init"/>
        </dgm:presLayoutVars>
      </dgm:prSet>
      <dgm:spPr/>
    </dgm:pt>
    <dgm:pt modelId="{E3987617-DB39-42CD-8DA9-720C0B0AEAD9}" type="pres">
      <dgm:prSet presAssocID="{260BF826-EEE7-475B-8302-9EB7EF0FB178}" presName="rootComposite" presStyleCnt="0"/>
      <dgm:spPr/>
    </dgm:pt>
    <dgm:pt modelId="{A9C2D33E-16D5-4DC6-8C89-25D55E2E6FE5}" type="pres">
      <dgm:prSet presAssocID="{260BF826-EEE7-475B-8302-9EB7EF0FB178}" presName="rootText" presStyleLbl="node3" presStyleIdx="3" presStyleCnt="23">
        <dgm:presLayoutVars>
          <dgm:chPref val="3"/>
        </dgm:presLayoutVars>
      </dgm:prSet>
      <dgm:spPr/>
    </dgm:pt>
    <dgm:pt modelId="{730CC6AA-114C-4C61-A978-4F15142158F1}" type="pres">
      <dgm:prSet presAssocID="{260BF826-EEE7-475B-8302-9EB7EF0FB178}" presName="rootConnector" presStyleLbl="node3" presStyleIdx="3" presStyleCnt="23"/>
      <dgm:spPr/>
    </dgm:pt>
    <dgm:pt modelId="{91D868B7-2CFC-4245-B203-3EE9E6EE0D6F}" type="pres">
      <dgm:prSet presAssocID="{260BF826-EEE7-475B-8302-9EB7EF0FB178}" presName="hierChild4" presStyleCnt="0"/>
      <dgm:spPr/>
    </dgm:pt>
    <dgm:pt modelId="{A3B7A3FF-4F74-4B9B-A146-FFB292D9A2F7}" type="pres">
      <dgm:prSet presAssocID="{260BF826-EEE7-475B-8302-9EB7EF0FB178}" presName="hierChild5" presStyleCnt="0"/>
      <dgm:spPr/>
    </dgm:pt>
    <dgm:pt modelId="{99EABC6F-1778-4829-96CB-7C411F523956}" type="pres">
      <dgm:prSet presAssocID="{6327ACA4-8DD3-4D7E-92EE-CAB24854A3DE}" presName="Name37" presStyleLbl="parChTrans1D3" presStyleIdx="4" presStyleCnt="23"/>
      <dgm:spPr/>
    </dgm:pt>
    <dgm:pt modelId="{92249DE9-002F-41E0-B8F4-ABE324F8279B}" type="pres">
      <dgm:prSet presAssocID="{9B690F89-C137-4480-A64F-8C9CC477881B}" presName="hierRoot2" presStyleCnt="0">
        <dgm:presLayoutVars>
          <dgm:hierBranch val="init"/>
        </dgm:presLayoutVars>
      </dgm:prSet>
      <dgm:spPr/>
    </dgm:pt>
    <dgm:pt modelId="{A7BD13A3-AF24-47D8-96D4-EA649C11E851}" type="pres">
      <dgm:prSet presAssocID="{9B690F89-C137-4480-A64F-8C9CC477881B}" presName="rootComposite" presStyleCnt="0"/>
      <dgm:spPr/>
    </dgm:pt>
    <dgm:pt modelId="{EE1AC892-4167-4426-98A0-16DF128B4DD0}" type="pres">
      <dgm:prSet presAssocID="{9B690F89-C137-4480-A64F-8C9CC477881B}" presName="rootText" presStyleLbl="node3" presStyleIdx="4" presStyleCnt="23">
        <dgm:presLayoutVars>
          <dgm:chPref val="3"/>
        </dgm:presLayoutVars>
      </dgm:prSet>
      <dgm:spPr/>
    </dgm:pt>
    <dgm:pt modelId="{918AC6D2-EA80-4EBD-A3E5-86BA4A401766}" type="pres">
      <dgm:prSet presAssocID="{9B690F89-C137-4480-A64F-8C9CC477881B}" presName="rootConnector" presStyleLbl="node3" presStyleIdx="4" presStyleCnt="23"/>
      <dgm:spPr/>
    </dgm:pt>
    <dgm:pt modelId="{EBEC8069-B751-4665-BC8D-763673FB6B73}" type="pres">
      <dgm:prSet presAssocID="{9B690F89-C137-4480-A64F-8C9CC477881B}" presName="hierChild4" presStyleCnt="0"/>
      <dgm:spPr/>
    </dgm:pt>
    <dgm:pt modelId="{14F4B553-E9B6-4D1F-AA36-CAE8252C90C4}" type="pres">
      <dgm:prSet presAssocID="{9B690F89-C137-4480-A64F-8C9CC477881B}" presName="hierChild5" presStyleCnt="0"/>
      <dgm:spPr/>
    </dgm:pt>
    <dgm:pt modelId="{B62DE658-F46D-48CF-A277-F80B1D501F2A}" type="pres">
      <dgm:prSet presAssocID="{835F6CC9-99D5-4275-9CA6-00661E7D5A45}" presName="Name37" presStyleLbl="parChTrans1D3" presStyleIdx="5" presStyleCnt="23"/>
      <dgm:spPr/>
    </dgm:pt>
    <dgm:pt modelId="{8252A61A-8ADD-4142-A2E1-018349C51CB0}" type="pres">
      <dgm:prSet presAssocID="{AC906E97-D03B-4750-9C07-2B06BC127A18}" presName="hierRoot2" presStyleCnt="0">
        <dgm:presLayoutVars>
          <dgm:hierBranch val="init"/>
        </dgm:presLayoutVars>
      </dgm:prSet>
      <dgm:spPr/>
    </dgm:pt>
    <dgm:pt modelId="{6F92D9DB-CBE6-49AB-BCB3-A5B6F40DDD39}" type="pres">
      <dgm:prSet presAssocID="{AC906E97-D03B-4750-9C07-2B06BC127A18}" presName="rootComposite" presStyleCnt="0"/>
      <dgm:spPr/>
    </dgm:pt>
    <dgm:pt modelId="{3C0284F8-344A-4A27-A093-414F41BA38FC}" type="pres">
      <dgm:prSet presAssocID="{AC906E97-D03B-4750-9C07-2B06BC127A18}" presName="rootText" presStyleLbl="node3" presStyleIdx="5" presStyleCnt="23">
        <dgm:presLayoutVars>
          <dgm:chPref val="3"/>
        </dgm:presLayoutVars>
      </dgm:prSet>
      <dgm:spPr/>
    </dgm:pt>
    <dgm:pt modelId="{0836C8B7-2F9E-4B03-B232-12F85155C072}" type="pres">
      <dgm:prSet presAssocID="{AC906E97-D03B-4750-9C07-2B06BC127A18}" presName="rootConnector" presStyleLbl="node3" presStyleIdx="5" presStyleCnt="23"/>
      <dgm:spPr/>
    </dgm:pt>
    <dgm:pt modelId="{A43CE897-8F1C-4ED9-BB28-861C89E27F34}" type="pres">
      <dgm:prSet presAssocID="{AC906E97-D03B-4750-9C07-2B06BC127A18}" presName="hierChild4" presStyleCnt="0"/>
      <dgm:spPr/>
    </dgm:pt>
    <dgm:pt modelId="{AB5C97C5-ECCC-479B-9FB2-9CA60E01594D}" type="pres">
      <dgm:prSet presAssocID="{AC906E97-D03B-4750-9C07-2B06BC127A18}" presName="hierChild5" presStyleCnt="0"/>
      <dgm:spPr/>
    </dgm:pt>
    <dgm:pt modelId="{0E7A3006-04FB-4AB4-B887-60B4768C5D23}" type="pres">
      <dgm:prSet presAssocID="{2F96FAFA-B8B5-46C0-BB50-CBD97A236D5C}" presName="Name37" presStyleLbl="parChTrans1D3" presStyleIdx="6" presStyleCnt="23"/>
      <dgm:spPr/>
    </dgm:pt>
    <dgm:pt modelId="{EDBFAE12-1675-460B-A5D6-2899EADF486E}" type="pres">
      <dgm:prSet presAssocID="{B064233E-C0FD-41D0-B557-FB28A877A36A}" presName="hierRoot2" presStyleCnt="0">
        <dgm:presLayoutVars>
          <dgm:hierBranch val="init"/>
        </dgm:presLayoutVars>
      </dgm:prSet>
      <dgm:spPr/>
    </dgm:pt>
    <dgm:pt modelId="{7DDAEA4B-B501-46D1-B473-98AA84D757EC}" type="pres">
      <dgm:prSet presAssocID="{B064233E-C0FD-41D0-B557-FB28A877A36A}" presName="rootComposite" presStyleCnt="0"/>
      <dgm:spPr/>
    </dgm:pt>
    <dgm:pt modelId="{7E7C973D-B32E-4B8F-972A-21AF2D1F604D}" type="pres">
      <dgm:prSet presAssocID="{B064233E-C0FD-41D0-B557-FB28A877A36A}" presName="rootText" presStyleLbl="node3" presStyleIdx="6" presStyleCnt="23">
        <dgm:presLayoutVars>
          <dgm:chPref val="3"/>
        </dgm:presLayoutVars>
      </dgm:prSet>
      <dgm:spPr/>
    </dgm:pt>
    <dgm:pt modelId="{12DE6807-D68C-414E-A400-EF24C3344119}" type="pres">
      <dgm:prSet presAssocID="{B064233E-C0FD-41D0-B557-FB28A877A36A}" presName="rootConnector" presStyleLbl="node3" presStyleIdx="6" presStyleCnt="23"/>
      <dgm:spPr/>
    </dgm:pt>
    <dgm:pt modelId="{E53AE4AA-7A00-4EBE-A644-57052C42FC1D}" type="pres">
      <dgm:prSet presAssocID="{B064233E-C0FD-41D0-B557-FB28A877A36A}" presName="hierChild4" presStyleCnt="0"/>
      <dgm:spPr/>
    </dgm:pt>
    <dgm:pt modelId="{A9625A63-B10A-42F6-A154-5C536AF30A75}" type="pres">
      <dgm:prSet presAssocID="{B064233E-C0FD-41D0-B557-FB28A877A36A}" presName="hierChild5" presStyleCnt="0"/>
      <dgm:spPr/>
    </dgm:pt>
    <dgm:pt modelId="{0755148B-E93C-4E8D-BDA3-FD11FEC3ECB7}" type="pres">
      <dgm:prSet presAssocID="{C08DA3F1-3B71-450F-8F23-2BD5655189BC}" presName="Name37" presStyleLbl="parChTrans1D3" presStyleIdx="7" presStyleCnt="23"/>
      <dgm:spPr/>
    </dgm:pt>
    <dgm:pt modelId="{FBAFA07D-9E3A-45BA-97E8-873C93FE6666}" type="pres">
      <dgm:prSet presAssocID="{147FBBE8-93CF-4731-9367-659C214A8742}" presName="hierRoot2" presStyleCnt="0">
        <dgm:presLayoutVars>
          <dgm:hierBranch val="init"/>
        </dgm:presLayoutVars>
      </dgm:prSet>
      <dgm:spPr/>
    </dgm:pt>
    <dgm:pt modelId="{7E740527-9E6A-416E-8AAE-779AC67EE124}" type="pres">
      <dgm:prSet presAssocID="{147FBBE8-93CF-4731-9367-659C214A8742}" presName="rootComposite" presStyleCnt="0"/>
      <dgm:spPr/>
    </dgm:pt>
    <dgm:pt modelId="{B3ED08DB-45AF-4ED5-BC41-036C6267D4B8}" type="pres">
      <dgm:prSet presAssocID="{147FBBE8-93CF-4731-9367-659C214A8742}" presName="rootText" presStyleLbl="node3" presStyleIdx="7" presStyleCnt="23">
        <dgm:presLayoutVars>
          <dgm:chPref val="3"/>
        </dgm:presLayoutVars>
      </dgm:prSet>
      <dgm:spPr/>
    </dgm:pt>
    <dgm:pt modelId="{1E041E7A-F72A-41DD-A7A9-2BA105FB9EB7}" type="pres">
      <dgm:prSet presAssocID="{147FBBE8-93CF-4731-9367-659C214A8742}" presName="rootConnector" presStyleLbl="node3" presStyleIdx="7" presStyleCnt="23"/>
      <dgm:spPr/>
    </dgm:pt>
    <dgm:pt modelId="{D0179442-0557-4144-AE61-C49CEF364545}" type="pres">
      <dgm:prSet presAssocID="{147FBBE8-93CF-4731-9367-659C214A8742}" presName="hierChild4" presStyleCnt="0"/>
      <dgm:spPr/>
    </dgm:pt>
    <dgm:pt modelId="{043DAF7D-5E06-4BBB-A348-3BE7F86EFAA8}" type="pres">
      <dgm:prSet presAssocID="{147FBBE8-93CF-4731-9367-659C214A8742}" presName="hierChild5" presStyleCnt="0"/>
      <dgm:spPr/>
    </dgm:pt>
    <dgm:pt modelId="{B70B2555-E90A-438E-B9A6-E1456D48282F}" type="pres">
      <dgm:prSet presAssocID="{506ED219-11C5-4CB9-9B02-07FB41E991C2}" presName="Name37" presStyleLbl="parChTrans1D3" presStyleIdx="8" presStyleCnt="23"/>
      <dgm:spPr/>
    </dgm:pt>
    <dgm:pt modelId="{4003B07E-6CF6-4209-95A1-67337B924169}" type="pres">
      <dgm:prSet presAssocID="{24BECC70-CE8D-46BB-9181-BCA3B7D4F43E}" presName="hierRoot2" presStyleCnt="0">
        <dgm:presLayoutVars>
          <dgm:hierBranch val="init"/>
        </dgm:presLayoutVars>
      </dgm:prSet>
      <dgm:spPr/>
    </dgm:pt>
    <dgm:pt modelId="{E4A32333-C1C8-4835-A684-DC7147D71BE5}" type="pres">
      <dgm:prSet presAssocID="{24BECC70-CE8D-46BB-9181-BCA3B7D4F43E}" presName="rootComposite" presStyleCnt="0"/>
      <dgm:spPr/>
    </dgm:pt>
    <dgm:pt modelId="{8798F0A4-E69F-44B7-B4D1-F5B764859C7E}" type="pres">
      <dgm:prSet presAssocID="{24BECC70-CE8D-46BB-9181-BCA3B7D4F43E}" presName="rootText" presStyleLbl="node3" presStyleIdx="8" presStyleCnt="23">
        <dgm:presLayoutVars>
          <dgm:chPref val="3"/>
        </dgm:presLayoutVars>
      </dgm:prSet>
      <dgm:spPr/>
    </dgm:pt>
    <dgm:pt modelId="{19DD56F1-6781-4FD3-B2D5-1CBD33198261}" type="pres">
      <dgm:prSet presAssocID="{24BECC70-CE8D-46BB-9181-BCA3B7D4F43E}" presName="rootConnector" presStyleLbl="node3" presStyleIdx="8" presStyleCnt="23"/>
      <dgm:spPr/>
    </dgm:pt>
    <dgm:pt modelId="{C95DA7A5-7434-4CFE-964A-636AEF0BC574}" type="pres">
      <dgm:prSet presAssocID="{24BECC70-CE8D-46BB-9181-BCA3B7D4F43E}" presName="hierChild4" presStyleCnt="0"/>
      <dgm:spPr/>
    </dgm:pt>
    <dgm:pt modelId="{23D7EFC4-86C7-497A-8D7E-97A71587F7BF}" type="pres">
      <dgm:prSet presAssocID="{24BECC70-CE8D-46BB-9181-BCA3B7D4F43E}" presName="hierChild5" presStyleCnt="0"/>
      <dgm:spPr/>
    </dgm:pt>
    <dgm:pt modelId="{9104CC0E-926A-4D4E-8186-6E2AFDD1B9E9}" type="pres">
      <dgm:prSet presAssocID="{9CAEC793-A85E-45AF-802E-E537687945F7}" presName="Name37" presStyleLbl="parChTrans1D3" presStyleIdx="9" presStyleCnt="23"/>
      <dgm:spPr/>
    </dgm:pt>
    <dgm:pt modelId="{C9DB83FD-52CE-49C5-B0F7-110EFA60FC0D}" type="pres">
      <dgm:prSet presAssocID="{923B5847-D916-4A69-B5C4-2102D56856F9}" presName="hierRoot2" presStyleCnt="0">
        <dgm:presLayoutVars>
          <dgm:hierBranch val="init"/>
        </dgm:presLayoutVars>
      </dgm:prSet>
      <dgm:spPr/>
    </dgm:pt>
    <dgm:pt modelId="{EC30A907-0AB4-4A01-9B75-33FDEF0E5BF9}" type="pres">
      <dgm:prSet presAssocID="{923B5847-D916-4A69-B5C4-2102D56856F9}" presName="rootComposite" presStyleCnt="0"/>
      <dgm:spPr/>
    </dgm:pt>
    <dgm:pt modelId="{482104FF-545B-428F-9A99-CF5DB32512B0}" type="pres">
      <dgm:prSet presAssocID="{923B5847-D916-4A69-B5C4-2102D56856F9}" presName="rootText" presStyleLbl="node3" presStyleIdx="9" presStyleCnt="23">
        <dgm:presLayoutVars>
          <dgm:chPref val="3"/>
        </dgm:presLayoutVars>
      </dgm:prSet>
      <dgm:spPr/>
    </dgm:pt>
    <dgm:pt modelId="{E6D7069A-46E6-4274-8313-2335409E8EA2}" type="pres">
      <dgm:prSet presAssocID="{923B5847-D916-4A69-B5C4-2102D56856F9}" presName="rootConnector" presStyleLbl="node3" presStyleIdx="9" presStyleCnt="23"/>
      <dgm:spPr/>
    </dgm:pt>
    <dgm:pt modelId="{0590CE13-D1E1-41E5-A06B-BE1ADFB5C966}" type="pres">
      <dgm:prSet presAssocID="{923B5847-D916-4A69-B5C4-2102D56856F9}" presName="hierChild4" presStyleCnt="0"/>
      <dgm:spPr/>
    </dgm:pt>
    <dgm:pt modelId="{78DB99C5-608A-4547-A940-4CE38500B67E}" type="pres">
      <dgm:prSet presAssocID="{923B5847-D916-4A69-B5C4-2102D56856F9}" presName="hierChild5" presStyleCnt="0"/>
      <dgm:spPr/>
    </dgm:pt>
    <dgm:pt modelId="{2E3F9D8B-E1E6-4511-AE19-1A99CAA624D7}" type="pres">
      <dgm:prSet presAssocID="{FEFB6219-3A1F-44AD-A50F-5446D62D42C3}" presName="hierChild5" presStyleCnt="0"/>
      <dgm:spPr/>
    </dgm:pt>
    <dgm:pt modelId="{4DAE45F1-F1F7-4C38-9A4C-62AFA5EAC6CC}" type="pres">
      <dgm:prSet presAssocID="{9AC7D920-61D4-4E31-A854-BC6BB6002098}" presName="Name37" presStyleLbl="parChTrans1D2" presStyleIdx="2" presStyleCnt="5"/>
      <dgm:spPr/>
    </dgm:pt>
    <dgm:pt modelId="{4AEDAC77-FDB7-4C52-A7C3-B6200BAC8703}" type="pres">
      <dgm:prSet presAssocID="{3E35C48A-0844-47A6-B895-00E2D0DC19B9}" presName="hierRoot2" presStyleCnt="0">
        <dgm:presLayoutVars>
          <dgm:hierBranch val="init"/>
        </dgm:presLayoutVars>
      </dgm:prSet>
      <dgm:spPr/>
    </dgm:pt>
    <dgm:pt modelId="{69C08878-DE9A-49C0-819A-EFCB58FAC444}" type="pres">
      <dgm:prSet presAssocID="{3E35C48A-0844-47A6-B895-00E2D0DC19B9}" presName="rootComposite" presStyleCnt="0"/>
      <dgm:spPr/>
    </dgm:pt>
    <dgm:pt modelId="{36944AE6-02F6-4A89-9A7B-7E7511698CC8}" type="pres">
      <dgm:prSet presAssocID="{3E35C48A-0844-47A6-B895-00E2D0DC19B9}" presName="rootText" presStyleLbl="node2" presStyleIdx="2" presStyleCnt="5">
        <dgm:presLayoutVars>
          <dgm:chPref val="3"/>
        </dgm:presLayoutVars>
      </dgm:prSet>
      <dgm:spPr/>
    </dgm:pt>
    <dgm:pt modelId="{29F7BD0C-3552-4BAA-8871-5765E9B8AE86}" type="pres">
      <dgm:prSet presAssocID="{3E35C48A-0844-47A6-B895-00E2D0DC19B9}" presName="rootConnector" presStyleLbl="node2" presStyleIdx="2" presStyleCnt="5"/>
      <dgm:spPr/>
    </dgm:pt>
    <dgm:pt modelId="{9A51B2D9-4861-4DC7-9D4B-3F98065F6FEF}" type="pres">
      <dgm:prSet presAssocID="{3E35C48A-0844-47A6-B895-00E2D0DC19B9}" presName="hierChild4" presStyleCnt="0"/>
      <dgm:spPr/>
    </dgm:pt>
    <dgm:pt modelId="{5E8FD173-7E5A-42E3-A545-2787CC3B6D8A}" type="pres">
      <dgm:prSet presAssocID="{147A607A-A690-40D6-959B-5784D34A879F}" presName="Name37" presStyleLbl="parChTrans1D3" presStyleIdx="10" presStyleCnt="23"/>
      <dgm:spPr/>
    </dgm:pt>
    <dgm:pt modelId="{27A85B1B-7952-4181-A034-B263F35ACC5E}" type="pres">
      <dgm:prSet presAssocID="{CDF4396E-1B7D-4555-A087-AE6E13AD9D68}" presName="hierRoot2" presStyleCnt="0">
        <dgm:presLayoutVars>
          <dgm:hierBranch val="init"/>
        </dgm:presLayoutVars>
      </dgm:prSet>
      <dgm:spPr/>
    </dgm:pt>
    <dgm:pt modelId="{7550810A-8A10-45E1-8F0F-385A74DFBF5A}" type="pres">
      <dgm:prSet presAssocID="{CDF4396E-1B7D-4555-A087-AE6E13AD9D68}" presName="rootComposite" presStyleCnt="0"/>
      <dgm:spPr/>
    </dgm:pt>
    <dgm:pt modelId="{38FC13C1-621D-4608-A5D0-F96825BE43AC}" type="pres">
      <dgm:prSet presAssocID="{CDF4396E-1B7D-4555-A087-AE6E13AD9D68}" presName="rootText" presStyleLbl="node3" presStyleIdx="10" presStyleCnt="23">
        <dgm:presLayoutVars>
          <dgm:chPref val="3"/>
        </dgm:presLayoutVars>
      </dgm:prSet>
      <dgm:spPr/>
    </dgm:pt>
    <dgm:pt modelId="{D28191E5-28C5-4EF5-8D20-044A1D26FE3D}" type="pres">
      <dgm:prSet presAssocID="{CDF4396E-1B7D-4555-A087-AE6E13AD9D68}" presName="rootConnector" presStyleLbl="node3" presStyleIdx="10" presStyleCnt="23"/>
      <dgm:spPr/>
    </dgm:pt>
    <dgm:pt modelId="{E6B63FCD-21CF-4881-B05E-E43C63E01EDE}" type="pres">
      <dgm:prSet presAssocID="{CDF4396E-1B7D-4555-A087-AE6E13AD9D68}" presName="hierChild4" presStyleCnt="0"/>
      <dgm:spPr/>
    </dgm:pt>
    <dgm:pt modelId="{B0ED5D27-06FA-4309-8AD9-30BB37442164}" type="pres">
      <dgm:prSet presAssocID="{CDF4396E-1B7D-4555-A087-AE6E13AD9D68}" presName="hierChild5" presStyleCnt="0"/>
      <dgm:spPr/>
    </dgm:pt>
    <dgm:pt modelId="{F749EA20-C4CF-43FF-A607-AC516B713D48}" type="pres">
      <dgm:prSet presAssocID="{DBCFF9A3-D454-42EC-874B-22220F04B4CA}" presName="Name37" presStyleLbl="parChTrans1D3" presStyleIdx="11" presStyleCnt="23"/>
      <dgm:spPr/>
    </dgm:pt>
    <dgm:pt modelId="{33629036-AC1F-45B7-B58B-8DBF2393CAF2}" type="pres">
      <dgm:prSet presAssocID="{740F2894-59B8-43C7-8CD2-4B398F95904D}" presName="hierRoot2" presStyleCnt="0">
        <dgm:presLayoutVars>
          <dgm:hierBranch val="init"/>
        </dgm:presLayoutVars>
      </dgm:prSet>
      <dgm:spPr/>
    </dgm:pt>
    <dgm:pt modelId="{CEA303A6-4AA7-4C2B-83D8-81613699450C}" type="pres">
      <dgm:prSet presAssocID="{740F2894-59B8-43C7-8CD2-4B398F95904D}" presName="rootComposite" presStyleCnt="0"/>
      <dgm:spPr/>
    </dgm:pt>
    <dgm:pt modelId="{97DB5454-A1A5-4903-AE11-921987EBD896}" type="pres">
      <dgm:prSet presAssocID="{740F2894-59B8-43C7-8CD2-4B398F95904D}" presName="rootText" presStyleLbl="node3" presStyleIdx="11" presStyleCnt="23">
        <dgm:presLayoutVars>
          <dgm:chPref val="3"/>
        </dgm:presLayoutVars>
      </dgm:prSet>
      <dgm:spPr/>
    </dgm:pt>
    <dgm:pt modelId="{A0CA81C2-85C4-4A94-B993-EA99591ED629}" type="pres">
      <dgm:prSet presAssocID="{740F2894-59B8-43C7-8CD2-4B398F95904D}" presName="rootConnector" presStyleLbl="node3" presStyleIdx="11" presStyleCnt="23"/>
      <dgm:spPr/>
    </dgm:pt>
    <dgm:pt modelId="{2AFA8F4A-25DF-451C-BFDA-EE80A9332BB4}" type="pres">
      <dgm:prSet presAssocID="{740F2894-59B8-43C7-8CD2-4B398F95904D}" presName="hierChild4" presStyleCnt="0"/>
      <dgm:spPr/>
    </dgm:pt>
    <dgm:pt modelId="{6C786E06-C5CE-4DF1-A0A7-D09DB5A6C927}" type="pres">
      <dgm:prSet presAssocID="{740F2894-59B8-43C7-8CD2-4B398F95904D}" presName="hierChild5" presStyleCnt="0"/>
      <dgm:spPr/>
    </dgm:pt>
    <dgm:pt modelId="{4FD5750D-E42E-4CCF-BE26-0FEB82C8FDFE}" type="pres">
      <dgm:prSet presAssocID="{7F9603D1-82F1-42EE-BBE1-902CADE7C0B9}" presName="Name37" presStyleLbl="parChTrans1D3" presStyleIdx="12" presStyleCnt="23"/>
      <dgm:spPr/>
    </dgm:pt>
    <dgm:pt modelId="{1A8A847E-A82F-4344-9EF0-26CF20D0FF04}" type="pres">
      <dgm:prSet presAssocID="{9D51EBFB-6A18-427C-AA07-3C6CD8DEDEE4}" presName="hierRoot2" presStyleCnt="0">
        <dgm:presLayoutVars>
          <dgm:hierBranch val="init"/>
        </dgm:presLayoutVars>
      </dgm:prSet>
      <dgm:spPr/>
    </dgm:pt>
    <dgm:pt modelId="{E1E27AC6-05BC-4AAF-8062-6D461374578D}" type="pres">
      <dgm:prSet presAssocID="{9D51EBFB-6A18-427C-AA07-3C6CD8DEDEE4}" presName="rootComposite" presStyleCnt="0"/>
      <dgm:spPr/>
    </dgm:pt>
    <dgm:pt modelId="{27D047DE-1A9A-4C54-AAA6-F091AF0193F7}" type="pres">
      <dgm:prSet presAssocID="{9D51EBFB-6A18-427C-AA07-3C6CD8DEDEE4}" presName="rootText" presStyleLbl="node3" presStyleIdx="12" presStyleCnt="23">
        <dgm:presLayoutVars>
          <dgm:chPref val="3"/>
        </dgm:presLayoutVars>
      </dgm:prSet>
      <dgm:spPr/>
    </dgm:pt>
    <dgm:pt modelId="{61CFD422-A143-4ABD-90B2-C18CF33305EA}" type="pres">
      <dgm:prSet presAssocID="{9D51EBFB-6A18-427C-AA07-3C6CD8DEDEE4}" presName="rootConnector" presStyleLbl="node3" presStyleIdx="12" presStyleCnt="23"/>
      <dgm:spPr/>
    </dgm:pt>
    <dgm:pt modelId="{4E41EAFF-3427-432C-BB10-29D4FF930C43}" type="pres">
      <dgm:prSet presAssocID="{9D51EBFB-6A18-427C-AA07-3C6CD8DEDEE4}" presName="hierChild4" presStyleCnt="0"/>
      <dgm:spPr/>
    </dgm:pt>
    <dgm:pt modelId="{E699E4F8-7D03-4B93-AB4B-C147D010D3D8}" type="pres">
      <dgm:prSet presAssocID="{9D51EBFB-6A18-427C-AA07-3C6CD8DEDEE4}" presName="hierChild5" presStyleCnt="0"/>
      <dgm:spPr/>
    </dgm:pt>
    <dgm:pt modelId="{04A8C231-AB08-41A0-A1F8-D60C462885AD}" type="pres">
      <dgm:prSet presAssocID="{3E35C48A-0844-47A6-B895-00E2D0DC19B9}" presName="hierChild5" presStyleCnt="0"/>
      <dgm:spPr/>
    </dgm:pt>
    <dgm:pt modelId="{98206F9B-7AF6-4652-AB5C-916166CB5354}" type="pres">
      <dgm:prSet presAssocID="{504BA2DC-B6AF-47BA-BFD0-41BD95BC0D1A}" presName="Name37" presStyleLbl="parChTrans1D2" presStyleIdx="3" presStyleCnt="5"/>
      <dgm:spPr/>
    </dgm:pt>
    <dgm:pt modelId="{A6E7F5B6-58A5-4877-A0ED-8BDF50258A6C}" type="pres">
      <dgm:prSet presAssocID="{F748754C-8971-44BF-B5A1-F45A3E159A16}" presName="hierRoot2" presStyleCnt="0">
        <dgm:presLayoutVars>
          <dgm:hierBranch val="init"/>
        </dgm:presLayoutVars>
      </dgm:prSet>
      <dgm:spPr/>
    </dgm:pt>
    <dgm:pt modelId="{ABD2755D-CF84-4801-BBBF-3CE39529B6C7}" type="pres">
      <dgm:prSet presAssocID="{F748754C-8971-44BF-B5A1-F45A3E159A16}" presName="rootComposite" presStyleCnt="0"/>
      <dgm:spPr/>
    </dgm:pt>
    <dgm:pt modelId="{DB735B7A-28B8-4C3B-9863-B17BE7AC949F}" type="pres">
      <dgm:prSet presAssocID="{F748754C-8971-44BF-B5A1-F45A3E159A16}" presName="rootText" presStyleLbl="node2" presStyleIdx="3" presStyleCnt="5">
        <dgm:presLayoutVars>
          <dgm:chPref val="3"/>
        </dgm:presLayoutVars>
      </dgm:prSet>
      <dgm:spPr/>
    </dgm:pt>
    <dgm:pt modelId="{5288D403-DA7D-4D90-ACC5-7542244978B1}" type="pres">
      <dgm:prSet presAssocID="{F748754C-8971-44BF-B5A1-F45A3E159A16}" presName="rootConnector" presStyleLbl="node2" presStyleIdx="3" presStyleCnt="5"/>
      <dgm:spPr/>
    </dgm:pt>
    <dgm:pt modelId="{02EA4003-4F62-49C0-B5A6-569F97624EF7}" type="pres">
      <dgm:prSet presAssocID="{F748754C-8971-44BF-B5A1-F45A3E159A16}" presName="hierChild4" presStyleCnt="0"/>
      <dgm:spPr/>
    </dgm:pt>
    <dgm:pt modelId="{55BB8BB7-0787-442C-BE1C-E402593ABB57}" type="pres">
      <dgm:prSet presAssocID="{163A612D-3C41-40C6-BF17-B48C88AF46DF}" presName="Name37" presStyleLbl="parChTrans1D3" presStyleIdx="13" presStyleCnt="23"/>
      <dgm:spPr/>
    </dgm:pt>
    <dgm:pt modelId="{F89E7CCF-3BC3-41DC-9AB3-0F43CB0EB7D4}" type="pres">
      <dgm:prSet presAssocID="{17038732-669E-4CFA-A4E2-C3324C308E2A}" presName="hierRoot2" presStyleCnt="0">
        <dgm:presLayoutVars>
          <dgm:hierBranch val="init"/>
        </dgm:presLayoutVars>
      </dgm:prSet>
      <dgm:spPr/>
    </dgm:pt>
    <dgm:pt modelId="{61DA9F15-FD08-4E21-9931-77BAACC27E44}" type="pres">
      <dgm:prSet presAssocID="{17038732-669E-4CFA-A4E2-C3324C308E2A}" presName="rootComposite" presStyleCnt="0"/>
      <dgm:spPr/>
    </dgm:pt>
    <dgm:pt modelId="{186BDEA5-4E36-4323-8EB9-0985FE26F52D}" type="pres">
      <dgm:prSet presAssocID="{17038732-669E-4CFA-A4E2-C3324C308E2A}" presName="rootText" presStyleLbl="node3" presStyleIdx="13" presStyleCnt="23">
        <dgm:presLayoutVars>
          <dgm:chPref val="3"/>
        </dgm:presLayoutVars>
      </dgm:prSet>
      <dgm:spPr/>
    </dgm:pt>
    <dgm:pt modelId="{36F773C9-1692-4725-A234-4A3182F5E222}" type="pres">
      <dgm:prSet presAssocID="{17038732-669E-4CFA-A4E2-C3324C308E2A}" presName="rootConnector" presStyleLbl="node3" presStyleIdx="13" presStyleCnt="23"/>
      <dgm:spPr/>
    </dgm:pt>
    <dgm:pt modelId="{6A7A8F02-DD45-4009-A317-8DC94804B4C6}" type="pres">
      <dgm:prSet presAssocID="{17038732-669E-4CFA-A4E2-C3324C308E2A}" presName="hierChild4" presStyleCnt="0"/>
      <dgm:spPr/>
    </dgm:pt>
    <dgm:pt modelId="{0FC79DED-2E35-4848-8DF8-D3F4051EA46C}" type="pres">
      <dgm:prSet presAssocID="{17038732-669E-4CFA-A4E2-C3324C308E2A}" presName="hierChild5" presStyleCnt="0"/>
      <dgm:spPr/>
    </dgm:pt>
    <dgm:pt modelId="{96F10A2B-D5AE-4D86-B4ED-8CBC8A5C146F}" type="pres">
      <dgm:prSet presAssocID="{003B6041-09E5-4A48-B44F-1F3631171B27}" presName="Name37" presStyleLbl="parChTrans1D3" presStyleIdx="14" presStyleCnt="23"/>
      <dgm:spPr/>
    </dgm:pt>
    <dgm:pt modelId="{12667947-7024-4DAE-838D-54F356E5A566}" type="pres">
      <dgm:prSet presAssocID="{90A91D39-FEAF-44E6-B740-D7179E12338F}" presName="hierRoot2" presStyleCnt="0">
        <dgm:presLayoutVars>
          <dgm:hierBranch val="init"/>
        </dgm:presLayoutVars>
      </dgm:prSet>
      <dgm:spPr/>
    </dgm:pt>
    <dgm:pt modelId="{2660E5A6-817A-42B9-A6A2-B99A74848F01}" type="pres">
      <dgm:prSet presAssocID="{90A91D39-FEAF-44E6-B740-D7179E12338F}" presName="rootComposite" presStyleCnt="0"/>
      <dgm:spPr/>
    </dgm:pt>
    <dgm:pt modelId="{FF141B75-6FE3-4973-BC64-406FA62900D8}" type="pres">
      <dgm:prSet presAssocID="{90A91D39-FEAF-44E6-B740-D7179E12338F}" presName="rootText" presStyleLbl="node3" presStyleIdx="14" presStyleCnt="23">
        <dgm:presLayoutVars>
          <dgm:chPref val="3"/>
        </dgm:presLayoutVars>
      </dgm:prSet>
      <dgm:spPr/>
    </dgm:pt>
    <dgm:pt modelId="{0F6704C5-DAB1-42E0-A5C8-8CBC24A564AD}" type="pres">
      <dgm:prSet presAssocID="{90A91D39-FEAF-44E6-B740-D7179E12338F}" presName="rootConnector" presStyleLbl="node3" presStyleIdx="14" presStyleCnt="23"/>
      <dgm:spPr/>
    </dgm:pt>
    <dgm:pt modelId="{BAE89365-C6B4-4329-9820-D6A0A128EE9F}" type="pres">
      <dgm:prSet presAssocID="{90A91D39-FEAF-44E6-B740-D7179E12338F}" presName="hierChild4" presStyleCnt="0"/>
      <dgm:spPr/>
    </dgm:pt>
    <dgm:pt modelId="{069F81F4-FE26-45CF-9757-7C25F14D0B3F}" type="pres">
      <dgm:prSet presAssocID="{90A91D39-FEAF-44E6-B740-D7179E12338F}" presName="hierChild5" presStyleCnt="0"/>
      <dgm:spPr/>
    </dgm:pt>
    <dgm:pt modelId="{AF28D9E9-CA05-4B17-9A23-6089D2F985A0}" type="pres">
      <dgm:prSet presAssocID="{911B80F1-669B-4FD6-824E-B64FC96BFD26}" presName="Name37" presStyleLbl="parChTrans1D3" presStyleIdx="15" presStyleCnt="23"/>
      <dgm:spPr/>
    </dgm:pt>
    <dgm:pt modelId="{6C809F5F-9905-4542-ACB0-FD4B32206D82}" type="pres">
      <dgm:prSet presAssocID="{D8AEE7E7-572F-44A7-BBA5-B9C5A40CEBB2}" presName="hierRoot2" presStyleCnt="0">
        <dgm:presLayoutVars>
          <dgm:hierBranch val="init"/>
        </dgm:presLayoutVars>
      </dgm:prSet>
      <dgm:spPr/>
    </dgm:pt>
    <dgm:pt modelId="{B81C2A15-6233-4061-BD41-D6D01901D175}" type="pres">
      <dgm:prSet presAssocID="{D8AEE7E7-572F-44A7-BBA5-B9C5A40CEBB2}" presName="rootComposite" presStyleCnt="0"/>
      <dgm:spPr/>
    </dgm:pt>
    <dgm:pt modelId="{2E8ABDDA-4C1F-4F32-8341-D269558C7263}" type="pres">
      <dgm:prSet presAssocID="{D8AEE7E7-572F-44A7-BBA5-B9C5A40CEBB2}" presName="rootText" presStyleLbl="node3" presStyleIdx="15" presStyleCnt="23">
        <dgm:presLayoutVars>
          <dgm:chPref val="3"/>
        </dgm:presLayoutVars>
      </dgm:prSet>
      <dgm:spPr/>
    </dgm:pt>
    <dgm:pt modelId="{1C021391-D7A5-4281-AB0C-FDC549130B26}" type="pres">
      <dgm:prSet presAssocID="{D8AEE7E7-572F-44A7-BBA5-B9C5A40CEBB2}" presName="rootConnector" presStyleLbl="node3" presStyleIdx="15" presStyleCnt="23"/>
      <dgm:spPr/>
    </dgm:pt>
    <dgm:pt modelId="{AE999D4B-27BD-4906-9AE2-5E8419E8FBBD}" type="pres">
      <dgm:prSet presAssocID="{D8AEE7E7-572F-44A7-BBA5-B9C5A40CEBB2}" presName="hierChild4" presStyleCnt="0"/>
      <dgm:spPr/>
    </dgm:pt>
    <dgm:pt modelId="{4CE2F647-09B6-49BB-8374-415B2D451C35}" type="pres">
      <dgm:prSet presAssocID="{D8AEE7E7-572F-44A7-BBA5-B9C5A40CEBB2}" presName="hierChild5" presStyleCnt="0"/>
      <dgm:spPr/>
    </dgm:pt>
    <dgm:pt modelId="{C55A33CB-C485-4DB5-A2AE-246CE790321B}" type="pres">
      <dgm:prSet presAssocID="{CC553AFD-B2B1-4DF1-A50B-1B6FC648D82D}" presName="Name37" presStyleLbl="parChTrans1D3" presStyleIdx="16" presStyleCnt="23"/>
      <dgm:spPr/>
    </dgm:pt>
    <dgm:pt modelId="{F928EE23-443F-4931-AE9E-E3AC91F26437}" type="pres">
      <dgm:prSet presAssocID="{368C539E-F086-4350-A582-AEFA06CC5086}" presName="hierRoot2" presStyleCnt="0">
        <dgm:presLayoutVars>
          <dgm:hierBranch val="init"/>
        </dgm:presLayoutVars>
      </dgm:prSet>
      <dgm:spPr/>
    </dgm:pt>
    <dgm:pt modelId="{539A9AB9-895E-4DC1-B72D-5060A12C15E5}" type="pres">
      <dgm:prSet presAssocID="{368C539E-F086-4350-A582-AEFA06CC5086}" presName="rootComposite" presStyleCnt="0"/>
      <dgm:spPr/>
    </dgm:pt>
    <dgm:pt modelId="{59B13B6D-559D-4577-B88C-E4EBB5B9330F}" type="pres">
      <dgm:prSet presAssocID="{368C539E-F086-4350-A582-AEFA06CC5086}" presName="rootText" presStyleLbl="node3" presStyleIdx="16" presStyleCnt="23">
        <dgm:presLayoutVars>
          <dgm:chPref val="3"/>
        </dgm:presLayoutVars>
      </dgm:prSet>
      <dgm:spPr/>
    </dgm:pt>
    <dgm:pt modelId="{61AC0E62-BBAB-4EAC-B3BD-17AC83B422D3}" type="pres">
      <dgm:prSet presAssocID="{368C539E-F086-4350-A582-AEFA06CC5086}" presName="rootConnector" presStyleLbl="node3" presStyleIdx="16" presStyleCnt="23"/>
      <dgm:spPr/>
    </dgm:pt>
    <dgm:pt modelId="{748A93CC-9704-40F9-8173-6B038CDCD33F}" type="pres">
      <dgm:prSet presAssocID="{368C539E-F086-4350-A582-AEFA06CC5086}" presName="hierChild4" presStyleCnt="0"/>
      <dgm:spPr/>
    </dgm:pt>
    <dgm:pt modelId="{16E63225-4D62-459D-80F7-24F3966DC046}" type="pres">
      <dgm:prSet presAssocID="{368C539E-F086-4350-A582-AEFA06CC5086}" presName="hierChild5" presStyleCnt="0"/>
      <dgm:spPr/>
    </dgm:pt>
    <dgm:pt modelId="{9DD19C2F-17F6-4DCD-89CD-5E8F22A4790C}" type="pres">
      <dgm:prSet presAssocID="{0CBD26C0-1CF1-4BDA-A08A-B9155152675D}" presName="Name37" presStyleLbl="parChTrans1D3" presStyleIdx="17" presStyleCnt="23"/>
      <dgm:spPr/>
    </dgm:pt>
    <dgm:pt modelId="{1824C079-82A6-419C-AF98-27E5A426E23F}" type="pres">
      <dgm:prSet presAssocID="{52FB6789-BE22-4F60-869E-5D8E7BEC1916}" presName="hierRoot2" presStyleCnt="0">
        <dgm:presLayoutVars>
          <dgm:hierBranch val="init"/>
        </dgm:presLayoutVars>
      </dgm:prSet>
      <dgm:spPr/>
    </dgm:pt>
    <dgm:pt modelId="{C042200B-FA2A-439E-8F06-8E1396B0D8E7}" type="pres">
      <dgm:prSet presAssocID="{52FB6789-BE22-4F60-869E-5D8E7BEC1916}" presName="rootComposite" presStyleCnt="0"/>
      <dgm:spPr/>
    </dgm:pt>
    <dgm:pt modelId="{C1D893FA-15AF-4B87-9690-0131022377B6}" type="pres">
      <dgm:prSet presAssocID="{52FB6789-BE22-4F60-869E-5D8E7BEC1916}" presName="rootText" presStyleLbl="node3" presStyleIdx="17" presStyleCnt="23">
        <dgm:presLayoutVars>
          <dgm:chPref val="3"/>
        </dgm:presLayoutVars>
      </dgm:prSet>
      <dgm:spPr/>
    </dgm:pt>
    <dgm:pt modelId="{3E48039E-7EF6-48C5-9DED-BBFA2764DBCB}" type="pres">
      <dgm:prSet presAssocID="{52FB6789-BE22-4F60-869E-5D8E7BEC1916}" presName="rootConnector" presStyleLbl="node3" presStyleIdx="17" presStyleCnt="23"/>
      <dgm:spPr/>
    </dgm:pt>
    <dgm:pt modelId="{95F8B9B3-E7E9-47F9-841F-91AA083BC335}" type="pres">
      <dgm:prSet presAssocID="{52FB6789-BE22-4F60-869E-5D8E7BEC1916}" presName="hierChild4" presStyleCnt="0"/>
      <dgm:spPr/>
    </dgm:pt>
    <dgm:pt modelId="{A5BD1076-D21C-4648-985F-C824D17F1175}" type="pres">
      <dgm:prSet presAssocID="{52FB6789-BE22-4F60-869E-5D8E7BEC1916}" presName="hierChild5" presStyleCnt="0"/>
      <dgm:spPr/>
    </dgm:pt>
    <dgm:pt modelId="{992539FE-DC18-4B3C-BDED-2DFFE5802CB6}" type="pres">
      <dgm:prSet presAssocID="{F748754C-8971-44BF-B5A1-F45A3E159A16}" presName="hierChild5" presStyleCnt="0"/>
      <dgm:spPr/>
    </dgm:pt>
    <dgm:pt modelId="{81953FDB-271D-4ADF-976F-14F165D0B507}" type="pres">
      <dgm:prSet presAssocID="{14470683-9FD1-4582-B1C7-784629B41B81}" presName="Name37" presStyleLbl="parChTrans1D2" presStyleIdx="4" presStyleCnt="5"/>
      <dgm:spPr/>
    </dgm:pt>
    <dgm:pt modelId="{D3732F57-D65F-490F-AC22-A19DAD63BCCF}" type="pres">
      <dgm:prSet presAssocID="{A381C2D1-DE03-4852-858E-DCFCE792A1C1}" presName="hierRoot2" presStyleCnt="0">
        <dgm:presLayoutVars>
          <dgm:hierBranch val="init"/>
        </dgm:presLayoutVars>
      </dgm:prSet>
      <dgm:spPr/>
    </dgm:pt>
    <dgm:pt modelId="{31BB9B38-8FD9-4986-918D-B58B4D72BC8D}" type="pres">
      <dgm:prSet presAssocID="{A381C2D1-DE03-4852-858E-DCFCE792A1C1}" presName="rootComposite" presStyleCnt="0"/>
      <dgm:spPr/>
    </dgm:pt>
    <dgm:pt modelId="{300F72C8-423F-4D7A-8511-F54946BD9910}" type="pres">
      <dgm:prSet presAssocID="{A381C2D1-DE03-4852-858E-DCFCE792A1C1}" presName="rootText" presStyleLbl="node2" presStyleIdx="4" presStyleCnt="5">
        <dgm:presLayoutVars>
          <dgm:chPref val="3"/>
        </dgm:presLayoutVars>
      </dgm:prSet>
      <dgm:spPr/>
    </dgm:pt>
    <dgm:pt modelId="{87EEC985-6495-408B-BC43-9F3C0A3C6351}" type="pres">
      <dgm:prSet presAssocID="{A381C2D1-DE03-4852-858E-DCFCE792A1C1}" presName="rootConnector" presStyleLbl="node2" presStyleIdx="4" presStyleCnt="5"/>
      <dgm:spPr/>
    </dgm:pt>
    <dgm:pt modelId="{E8812FE2-75B7-4EE1-8234-7954E1B1C2B0}" type="pres">
      <dgm:prSet presAssocID="{A381C2D1-DE03-4852-858E-DCFCE792A1C1}" presName="hierChild4" presStyleCnt="0"/>
      <dgm:spPr/>
    </dgm:pt>
    <dgm:pt modelId="{8430D391-D833-441C-A119-CB8CF75A5DE3}" type="pres">
      <dgm:prSet presAssocID="{AF8A8BED-4FA3-4995-8453-AC69263E4F7B}" presName="Name37" presStyleLbl="parChTrans1D3" presStyleIdx="18" presStyleCnt="23"/>
      <dgm:spPr/>
    </dgm:pt>
    <dgm:pt modelId="{97BD8D0C-FFF2-42EF-A9D9-2576A735AA38}" type="pres">
      <dgm:prSet presAssocID="{7CA0449F-2DC0-4961-8395-48C3E8E3BB41}" presName="hierRoot2" presStyleCnt="0">
        <dgm:presLayoutVars>
          <dgm:hierBranch val="init"/>
        </dgm:presLayoutVars>
      </dgm:prSet>
      <dgm:spPr/>
    </dgm:pt>
    <dgm:pt modelId="{673EAC19-9319-4AAC-87C9-6F0289EED33A}" type="pres">
      <dgm:prSet presAssocID="{7CA0449F-2DC0-4961-8395-48C3E8E3BB41}" presName="rootComposite" presStyleCnt="0"/>
      <dgm:spPr/>
    </dgm:pt>
    <dgm:pt modelId="{50ED118C-FD6F-4995-9C88-655CACB534B0}" type="pres">
      <dgm:prSet presAssocID="{7CA0449F-2DC0-4961-8395-48C3E8E3BB41}" presName="rootText" presStyleLbl="node3" presStyleIdx="18" presStyleCnt="23">
        <dgm:presLayoutVars>
          <dgm:chPref val="3"/>
        </dgm:presLayoutVars>
      </dgm:prSet>
      <dgm:spPr/>
    </dgm:pt>
    <dgm:pt modelId="{FFF2F7F3-4F8A-4989-9473-A935AF8F85D1}" type="pres">
      <dgm:prSet presAssocID="{7CA0449F-2DC0-4961-8395-48C3E8E3BB41}" presName="rootConnector" presStyleLbl="node3" presStyleIdx="18" presStyleCnt="23"/>
      <dgm:spPr/>
    </dgm:pt>
    <dgm:pt modelId="{6A99A882-0B47-4F2B-9983-AD7D869B7D6A}" type="pres">
      <dgm:prSet presAssocID="{7CA0449F-2DC0-4961-8395-48C3E8E3BB41}" presName="hierChild4" presStyleCnt="0"/>
      <dgm:spPr/>
    </dgm:pt>
    <dgm:pt modelId="{99A0D3D6-3E07-488E-A559-85B311396774}" type="pres">
      <dgm:prSet presAssocID="{7CA0449F-2DC0-4961-8395-48C3E8E3BB41}" presName="hierChild5" presStyleCnt="0"/>
      <dgm:spPr/>
    </dgm:pt>
    <dgm:pt modelId="{A6C3C22F-50C7-401B-AA59-08C36F3AD5FF}" type="pres">
      <dgm:prSet presAssocID="{3ADC823A-73D3-4229-869C-AF8C19F969B1}" presName="Name37" presStyleLbl="parChTrans1D3" presStyleIdx="19" presStyleCnt="23"/>
      <dgm:spPr/>
    </dgm:pt>
    <dgm:pt modelId="{48C859C3-E01E-4EFE-9AF9-E8A7891E88E8}" type="pres">
      <dgm:prSet presAssocID="{C15616C1-E6E5-4C73-BB55-3DF0B9C7E4CA}" presName="hierRoot2" presStyleCnt="0">
        <dgm:presLayoutVars>
          <dgm:hierBranch val="init"/>
        </dgm:presLayoutVars>
      </dgm:prSet>
      <dgm:spPr/>
    </dgm:pt>
    <dgm:pt modelId="{77B59A29-BD06-4E87-B009-878BEAB35C39}" type="pres">
      <dgm:prSet presAssocID="{C15616C1-E6E5-4C73-BB55-3DF0B9C7E4CA}" presName="rootComposite" presStyleCnt="0"/>
      <dgm:spPr/>
    </dgm:pt>
    <dgm:pt modelId="{8D0B0D71-5EB7-4544-92A0-4F1F9CC28B2A}" type="pres">
      <dgm:prSet presAssocID="{C15616C1-E6E5-4C73-BB55-3DF0B9C7E4CA}" presName="rootText" presStyleLbl="node3" presStyleIdx="19" presStyleCnt="23">
        <dgm:presLayoutVars>
          <dgm:chPref val="3"/>
        </dgm:presLayoutVars>
      </dgm:prSet>
      <dgm:spPr/>
    </dgm:pt>
    <dgm:pt modelId="{07E8B9D2-4452-4027-9655-C28071B502FF}" type="pres">
      <dgm:prSet presAssocID="{C15616C1-E6E5-4C73-BB55-3DF0B9C7E4CA}" presName="rootConnector" presStyleLbl="node3" presStyleIdx="19" presStyleCnt="23"/>
      <dgm:spPr/>
    </dgm:pt>
    <dgm:pt modelId="{709B1BBA-F50F-4384-BE52-BBA3DF349F29}" type="pres">
      <dgm:prSet presAssocID="{C15616C1-E6E5-4C73-BB55-3DF0B9C7E4CA}" presName="hierChild4" presStyleCnt="0"/>
      <dgm:spPr/>
    </dgm:pt>
    <dgm:pt modelId="{0B35E10B-1C52-492D-8FC9-7D14FA8F3ADA}" type="pres">
      <dgm:prSet presAssocID="{C15616C1-E6E5-4C73-BB55-3DF0B9C7E4CA}" presName="hierChild5" presStyleCnt="0"/>
      <dgm:spPr/>
    </dgm:pt>
    <dgm:pt modelId="{66859F49-5CAF-49A3-B800-DED4D28E832B}" type="pres">
      <dgm:prSet presAssocID="{D2848664-7F31-4C0E-8052-231E01AAD71A}" presName="Name37" presStyleLbl="parChTrans1D3" presStyleIdx="20" presStyleCnt="23"/>
      <dgm:spPr/>
    </dgm:pt>
    <dgm:pt modelId="{18B42742-8FDB-4170-8EDE-F0D6B3FF1F0A}" type="pres">
      <dgm:prSet presAssocID="{96D96C04-A735-4604-B971-E39763DFE27E}" presName="hierRoot2" presStyleCnt="0">
        <dgm:presLayoutVars>
          <dgm:hierBranch val="init"/>
        </dgm:presLayoutVars>
      </dgm:prSet>
      <dgm:spPr/>
    </dgm:pt>
    <dgm:pt modelId="{A9619A70-F8EA-41AC-B4F7-B48D81A10041}" type="pres">
      <dgm:prSet presAssocID="{96D96C04-A735-4604-B971-E39763DFE27E}" presName="rootComposite" presStyleCnt="0"/>
      <dgm:spPr/>
    </dgm:pt>
    <dgm:pt modelId="{5E61FF5F-169C-414C-B100-D42E86D2450C}" type="pres">
      <dgm:prSet presAssocID="{96D96C04-A735-4604-B971-E39763DFE27E}" presName="rootText" presStyleLbl="node3" presStyleIdx="20" presStyleCnt="23">
        <dgm:presLayoutVars>
          <dgm:chPref val="3"/>
        </dgm:presLayoutVars>
      </dgm:prSet>
      <dgm:spPr/>
    </dgm:pt>
    <dgm:pt modelId="{D037B0CF-C9AD-4490-B45E-1A6DFD6F0D7C}" type="pres">
      <dgm:prSet presAssocID="{96D96C04-A735-4604-B971-E39763DFE27E}" presName="rootConnector" presStyleLbl="node3" presStyleIdx="20" presStyleCnt="23"/>
      <dgm:spPr/>
    </dgm:pt>
    <dgm:pt modelId="{EB04D943-56EF-4F9B-99EE-BBEA7B2740B3}" type="pres">
      <dgm:prSet presAssocID="{96D96C04-A735-4604-B971-E39763DFE27E}" presName="hierChild4" presStyleCnt="0"/>
      <dgm:spPr/>
    </dgm:pt>
    <dgm:pt modelId="{9A299EBF-6BA7-4000-894C-03EABFC32E40}" type="pres">
      <dgm:prSet presAssocID="{96D96C04-A735-4604-B971-E39763DFE27E}" presName="hierChild5" presStyleCnt="0"/>
      <dgm:spPr/>
    </dgm:pt>
    <dgm:pt modelId="{D052C1F2-1B1D-4B1E-8DA4-759EF2C8EF0C}" type="pres">
      <dgm:prSet presAssocID="{99ADCBFC-F476-4BFA-AEB5-25A42EB301A1}" presName="Name37" presStyleLbl="parChTrans1D3" presStyleIdx="21" presStyleCnt="23"/>
      <dgm:spPr/>
    </dgm:pt>
    <dgm:pt modelId="{2E276396-0461-4A05-9C00-BBBC12BB672A}" type="pres">
      <dgm:prSet presAssocID="{F3E2038D-1AD3-4CDF-819D-1A3A0C7FCD4C}" presName="hierRoot2" presStyleCnt="0">
        <dgm:presLayoutVars>
          <dgm:hierBranch val="init"/>
        </dgm:presLayoutVars>
      </dgm:prSet>
      <dgm:spPr/>
    </dgm:pt>
    <dgm:pt modelId="{879907CA-3F12-488C-9290-4E7CC9FFE9F2}" type="pres">
      <dgm:prSet presAssocID="{F3E2038D-1AD3-4CDF-819D-1A3A0C7FCD4C}" presName="rootComposite" presStyleCnt="0"/>
      <dgm:spPr/>
    </dgm:pt>
    <dgm:pt modelId="{AA601002-A2E6-4518-95EF-B539F6CA8BBF}" type="pres">
      <dgm:prSet presAssocID="{F3E2038D-1AD3-4CDF-819D-1A3A0C7FCD4C}" presName="rootText" presStyleLbl="node3" presStyleIdx="21" presStyleCnt="23">
        <dgm:presLayoutVars>
          <dgm:chPref val="3"/>
        </dgm:presLayoutVars>
      </dgm:prSet>
      <dgm:spPr/>
    </dgm:pt>
    <dgm:pt modelId="{56665E3D-45B2-48A3-99F8-59B57C39E545}" type="pres">
      <dgm:prSet presAssocID="{F3E2038D-1AD3-4CDF-819D-1A3A0C7FCD4C}" presName="rootConnector" presStyleLbl="node3" presStyleIdx="21" presStyleCnt="23"/>
      <dgm:spPr/>
    </dgm:pt>
    <dgm:pt modelId="{39F2F689-51C5-4904-8C51-92F18012E4D8}" type="pres">
      <dgm:prSet presAssocID="{F3E2038D-1AD3-4CDF-819D-1A3A0C7FCD4C}" presName="hierChild4" presStyleCnt="0"/>
      <dgm:spPr/>
    </dgm:pt>
    <dgm:pt modelId="{2E228F93-096D-427D-B1FA-831B806F3B09}" type="pres">
      <dgm:prSet presAssocID="{F3E2038D-1AD3-4CDF-819D-1A3A0C7FCD4C}" presName="hierChild5" presStyleCnt="0"/>
      <dgm:spPr/>
    </dgm:pt>
    <dgm:pt modelId="{FBE801FF-A8BC-4A70-895F-95F8538AA72B}" type="pres">
      <dgm:prSet presAssocID="{ED2F10E8-8B2F-4CEC-B1CF-D58563DF5873}" presName="Name37" presStyleLbl="parChTrans1D3" presStyleIdx="22" presStyleCnt="23"/>
      <dgm:spPr/>
    </dgm:pt>
    <dgm:pt modelId="{3B030427-88F9-4F92-93A5-ED4817986A3D}" type="pres">
      <dgm:prSet presAssocID="{EAF3E1D3-0367-4412-B212-5DE37726A158}" presName="hierRoot2" presStyleCnt="0">
        <dgm:presLayoutVars>
          <dgm:hierBranch val="init"/>
        </dgm:presLayoutVars>
      </dgm:prSet>
      <dgm:spPr/>
    </dgm:pt>
    <dgm:pt modelId="{D34A95F4-E589-4F8C-9607-0B1C80C913EC}" type="pres">
      <dgm:prSet presAssocID="{EAF3E1D3-0367-4412-B212-5DE37726A158}" presName="rootComposite" presStyleCnt="0"/>
      <dgm:spPr/>
    </dgm:pt>
    <dgm:pt modelId="{A6C6976D-9D0D-443E-B9CE-12345B282C0E}" type="pres">
      <dgm:prSet presAssocID="{EAF3E1D3-0367-4412-B212-5DE37726A158}" presName="rootText" presStyleLbl="node3" presStyleIdx="22" presStyleCnt="23">
        <dgm:presLayoutVars>
          <dgm:chPref val="3"/>
        </dgm:presLayoutVars>
      </dgm:prSet>
      <dgm:spPr/>
    </dgm:pt>
    <dgm:pt modelId="{D4FCB51B-44A9-41E2-9CCE-0ACEBAE8B82C}" type="pres">
      <dgm:prSet presAssocID="{EAF3E1D3-0367-4412-B212-5DE37726A158}" presName="rootConnector" presStyleLbl="node3" presStyleIdx="22" presStyleCnt="23"/>
      <dgm:spPr/>
    </dgm:pt>
    <dgm:pt modelId="{8FEDA7C3-F776-4E00-88ED-E3C5FDAB8BE8}" type="pres">
      <dgm:prSet presAssocID="{EAF3E1D3-0367-4412-B212-5DE37726A158}" presName="hierChild4" presStyleCnt="0"/>
      <dgm:spPr/>
    </dgm:pt>
    <dgm:pt modelId="{89FE0DD3-A4B1-46D7-90B3-F6A373B1A1CE}" type="pres">
      <dgm:prSet presAssocID="{EAF3E1D3-0367-4412-B212-5DE37726A158}" presName="hierChild5" presStyleCnt="0"/>
      <dgm:spPr/>
    </dgm:pt>
    <dgm:pt modelId="{B95FC23A-E855-4F6E-84A0-A4CA0CEC7517}" type="pres">
      <dgm:prSet presAssocID="{A381C2D1-DE03-4852-858E-DCFCE792A1C1}" presName="hierChild5" presStyleCnt="0"/>
      <dgm:spPr/>
    </dgm:pt>
    <dgm:pt modelId="{5DECE4D5-91B9-4F39-AC83-3A7C65F2FD71}" type="pres">
      <dgm:prSet presAssocID="{D905062B-8226-40E6-B9D3-BD5ADF0F4FF2}" presName="hierChild3" presStyleCnt="0"/>
      <dgm:spPr/>
    </dgm:pt>
  </dgm:ptLst>
  <dgm:cxnLst>
    <dgm:cxn modelId="{05242500-7647-4E5C-9F3F-DE351606A2AB}" type="presOf" srcId="{923B5847-D916-4A69-B5C4-2102D56856F9}" destId="{E6D7069A-46E6-4274-8313-2335409E8EA2}" srcOrd="1" destOrd="0" presId="urn:microsoft.com/office/officeart/2005/8/layout/orgChart1"/>
    <dgm:cxn modelId="{6188D501-6888-4CAF-9B60-5AD0EDEB668D}" type="presOf" srcId="{4887F99A-64DF-489A-ACA0-FAD8795D0CD4}" destId="{99BC8703-A174-4025-85FF-C75DF46C60C6}" srcOrd="0" destOrd="0" presId="urn:microsoft.com/office/officeart/2005/8/layout/orgChart1"/>
    <dgm:cxn modelId="{E6A05002-F4B3-4766-A59F-BD13A38E0EBD}" type="presOf" srcId="{9CAEC793-A85E-45AF-802E-E537687945F7}" destId="{9104CC0E-926A-4D4E-8186-6E2AFDD1B9E9}" srcOrd="0" destOrd="0" presId="urn:microsoft.com/office/officeart/2005/8/layout/orgChart1"/>
    <dgm:cxn modelId="{9131A502-585F-4ACB-B007-29F1AA7F3EE1}" srcId="{A381C2D1-DE03-4852-858E-DCFCE792A1C1}" destId="{C15616C1-E6E5-4C73-BB55-3DF0B9C7E4CA}" srcOrd="1" destOrd="0" parTransId="{3ADC823A-73D3-4229-869C-AF8C19F969B1}" sibTransId="{DAF918D6-12EA-4D78-976A-5A6FCD0EE0FF}"/>
    <dgm:cxn modelId="{40AE6203-204A-4D1E-B5F2-C887EDBEC092}" srcId="{F748754C-8971-44BF-B5A1-F45A3E159A16}" destId="{52FB6789-BE22-4F60-869E-5D8E7BEC1916}" srcOrd="4" destOrd="0" parTransId="{0CBD26C0-1CF1-4BDA-A08A-B9155152675D}" sibTransId="{25DF7C2F-BE76-4AAE-A2B6-CB45DEBD89BF}"/>
    <dgm:cxn modelId="{A94EF605-F5E4-41AB-AFDE-B17EC3DC3C13}" type="presOf" srcId="{504BA2DC-B6AF-47BA-BFD0-41BD95BC0D1A}" destId="{98206F9B-7AF6-4652-AB5C-916166CB5354}" srcOrd="0" destOrd="0" presId="urn:microsoft.com/office/officeart/2005/8/layout/orgChart1"/>
    <dgm:cxn modelId="{88A25C09-C734-43D7-9D74-CCC03E9D6EB8}" type="presOf" srcId="{260BF826-EEE7-475B-8302-9EB7EF0FB178}" destId="{730CC6AA-114C-4C61-A978-4F15142158F1}" srcOrd="1" destOrd="0" presId="urn:microsoft.com/office/officeart/2005/8/layout/orgChart1"/>
    <dgm:cxn modelId="{F5F7100D-6D75-4A77-A37A-1CA6512AA8E1}" type="presOf" srcId="{CC553AFD-B2B1-4DF1-A50B-1B6FC648D82D}" destId="{C55A33CB-C485-4DB5-A2AE-246CE790321B}" srcOrd="0" destOrd="0" presId="urn:microsoft.com/office/officeart/2005/8/layout/orgChart1"/>
    <dgm:cxn modelId="{E4481A0D-D5E2-41DD-BF05-68247C889589}" type="presOf" srcId="{AC906E97-D03B-4750-9C07-2B06BC127A18}" destId="{0836C8B7-2F9E-4B03-B232-12F85155C072}" srcOrd="1" destOrd="0" presId="urn:microsoft.com/office/officeart/2005/8/layout/orgChart1"/>
    <dgm:cxn modelId="{2791F90D-6EB9-4B0A-A99B-C8E2BD184464}" type="presOf" srcId="{7F9603D1-82F1-42EE-BBE1-902CADE7C0B9}" destId="{4FD5750D-E42E-4CCF-BE26-0FEB82C8FDFE}" srcOrd="0" destOrd="0" presId="urn:microsoft.com/office/officeart/2005/8/layout/orgChart1"/>
    <dgm:cxn modelId="{B6174211-4C88-4BAA-9003-30930F88C5ED}" type="presOf" srcId="{147FBBE8-93CF-4731-9367-659C214A8742}" destId="{B3ED08DB-45AF-4ED5-BC41-036C6267D4B8}" srcOrd="0" destOrd="0" presId="urn:microsoft.com/office/officeart/2005/8/layout/orgChart1"/>
    <dgm:cxn modelId="{C9F90012-8515-47D2-9925-F2D5D262935A}" type="presOf" srcId="{0CBD26C0-1CF1-4BDA-A08A-B9155152675D}" destId="{9DD19C2F-17F6-4DCD-89CD-5E8F22A4790C}" srcOrd="0" destOrd="0" presId="urn:microsoft.com/office/officeart/2005/8/layout/orgChart1"/>
    <dgm:cxn modelId="{A359EB16-98F6-4573-B39D-ABF17F9BCFDD}" type="presOf" srcId="{003B6041-09E5-4A48-B44F-1F3631171B27}" destId="{96F10A2B-D5AE-4D86-B4ED-8CBC8A5C146F}" srcOrd="0" destOrd="0" presId="urn:microsoft.com/office/officeart/2005/8/layout/orgChart1"/>
    <dgm:cxn modelId="{C6D0F217-62A7-436E-8D07-03D8B1D79A39}" srcId="{F7343D46-28E1-4BB4-9755-6F666BF2AC39}" destId="{0C6601D7-0A69-45AB-81DF-DE749031B2F8}" srcOrd="0" destOrd="0" parTransId="{774D199A-B00B-48B4-8AA4-8B3EE0D9080E}" sibTransId="{877A540E-9A11-4063-9A89-00DD303093E3}"/>
    <dgm:cxn modelId="{99780918-2DB8-40FA-90D1-A9F71AD9B611}" type="presOf" srcId="{B064233E-C0FD-41D0-B557-FB28A877A36A}" destId="{12DE6807-D68C-414E-A400-EF24C3344119}" srcOrd="1" destOrd="0" presId="urn:microsoft.com/office/officeart/2005/8/layout/orgChart1"/>
    <dgm:cxn modelId="{FF1C241B-0BB7-4E5C-B933-A81C1D1AA822}" type="presOf" srcId="{212DAB52-4BFD-415C-80C7-4BD0F1D1D76E}" destId="{FBC60741-666D-4C9A-8E85-2FBDEFF75D1E}" srcOrd="0" destOrd="0" presId="urn:microsoft.com/office/officeart/2005/8/layout/orgChart1"/>
    <dgm:cxn modelId="{B71C8A1B-7386-4910-8D77-40DEFEF8A69E}" type="presOf" srcId="{3ADC823A-73D3-4229-869C-AF8C19F969B1}" destId="{A6C3C22F-50C7-401B-AA59-08C36F3AD5FF}" srcOrd="0" destOrd="0" presId="urn:microsoft.com/office/officeart/2005/8/layout/orgChart1"/>
    <dgm:cxn modelId="{BA236E21-B1EF-46AD-9005-CB196B5D215C}" type="presOf" srcId="{0C6601D7-0A69-45AB-81DF-DE749031B2F8}" destId="{F1B82CC1-9737-49D9-93AB-D12CDDEE964A}" srcOrd="0" destOrd="0" presId="urn:microsoft.com/office/officeart/2005/8/layout/orgChart1"/>
    <dgm:cxn modelId="{2DE33123-6C84-49CE-84A9-233277EC2BDD}" type="presOf" srcId="{F0DB0B84-B478-45DC-ABF5-28BFB655CB4B}" destId="{6B40063E-098E-4915-A050-6F44416CBFC9}" srcOrd="0" destOrd="0" presId="urn:microsoft.com/office/officeart/2005/8/layout/orgChart1"/>
    <dgm:cxn modelId="{A4420E24-C684-4775-A0B6-54FE666E283A}" type="presOf" srcId="{AF8A8BED-4FA3-4995-8453-AC69263E4F7B}" destId="{8430D391-D833-441C-A119-CB8CF75A5DE3}" srcOrd="0" destOrd="0" presId="urn:microsoft.com/office/officeart/2005/8/layout/orgChart1"/>
    <dgm:cxn modelId="{D99B7924-F157-4DFD-AE85-CCF307D81F5F}" type="presOf" srcId="{D8AEE7E7-572F-44A7-BBA5-B9C5A40CEBB2}" destId="{2E8ABDDA-4C1F-4F32-8341-D269558C7263}" srcOrd="0" destOrd="0" presId="urn:microsoft.com/office/officeart/2005/8/layout/orgChart1"/>
    <dgm:cxn modelId="{523DC027-A300-49D7-AB34-C8E37B16717B}" type="presOf" srcId="{368C539E-F086-4350-A582-AEFA06CC5086}" destId="{59B13B6D-559D-4577-B88C-E4EBB5B9330F}" srcOrd="0" destOrd="0" presId="urn:microsoft.com/office/officeart/2005/8/layout/orgChart1"/>
    <dgm:cxn modelId="{2C6C8029-9E2F-4948-BD42-F71CBD2B9721}" srcId="{D905062B-8226-40E6-B9D3-BD5ADF0F4FF2}" destId="{F748754C-8971-44BF-B5A1-F45A3E159A16}" srcOrd="3" destOrd="0" parTransId="{504BA2DC-B6AF-47BA-BFD0-41BD95BC0D1A}" sibTransId="{9892E78F-5B12-47E2-B5C6-1AF5CB95D4CA}"/>
    <dgm:cxn modelId="{DE69702A-10FF-4F37-A864-C8604FA39AC5}" type="presOf" srcId="{774D199A-B00B-48B4-8AA4-8B3EE0D9080E}" destId="{A990FBE3-536C-403B-A8A2-C6AB47DAC219}" srcOrd="0" destOrd="0" presId="urn:microsoft.com/office/officeart/2005/8/layout/orgChart1"/>
    <dgm:cxn modelId="{ED7BB92A-B12C-4E2B-A07C-0CF6A0D1CE43}" srcId="{D905062B-8226-40E6-B9D3-BD5ADF0F4FF2}" destId="{3E35C48A-0844-47A6-B895-00E2D0DC19B9}" srcOrd="2" destOrd="0" parTransId="{9AC7D920-61D4-4E31-A854-BC6BB6002098}" sibTransId="{5F56301C-57A1-4CE6-862C-5DEBFFEB19CD}"/>
    <dgm:cxn modelId="{5F51632B-99CE-4725-A281-74D4D61331A7}" type="presOf" srcId="{A381C2D1-DE03-4852-858E-DCFCE792A1C1}" destId="{300F72C8-423F-4D7A-8511-F54946BD9910}" srcOrd="0" destOrd="0" presId="urn:microsoft.com/office/officeart/2005/8/layout/orgChart1"/>
    <dgm:cxn modelId="{400B4A2D-1361-421C-9026-305CD2229105}" srcId="{D905062B-8226-40E6-B9D3-BD5ADF0F4FF2}" destId="{F7343D46-28E1-4BB4-9755-6F666BF2AC39}" srcOrd="0" destOrd="0" parTransId="{B905E722-AC71-4819-95D4-4A9D23D2E89F}" sibTransId="{B9BFA5A3-7132-47D5-B104-DE7991894459}"/>
    <dgm:cxn modelId="{92127A2E-695F-4EFE-B695-0929F96FF584}" type="presOf" srcId="{2F96FAFA-B8B5-46C0-BB50-CBD97A236D5C}" destId="{0E7A3006-04FB-4AB4-B887-60B4768C5D23}" srcOrd="0" destOrd="0" presId="urn:microsoft.com/office/officeart/2005/8/layout/orgChart1"/>
    <dgm:cxn modelId="{F29D0C37-0F82-45C7-9FD7-3D9B0CD23DB3}" srcId="{F7343D46-28E1-4BB4-9755-6F666BF2AC39}" destId="{4887F99A-64DF-489A-ACA0-FAD8795D0CD4}" srcOrd="1" destOrd="0" parTransId="{7C4C0EEC-AAB2-4686-B8A4-7FBC05124D11}" sibTransId="{6C1EF07C-2EC5-4112-BACE-C6DE4D2D2385}"/>
    <dgm:cxn modelId="{ACFC585D-68E0-42B8-A223-C5916F2DA5FD}" srcId="{FEFB6219-3A1F-44AD-A50F-5446D62D42C3}" destId="{147FBBE8-93CF-4731-9367-659C214A8742}" srcOrd="4" destOrd="0" parTransId="{C08DA3F1-3B71-450F-8F23-2BD5655189BC}" sibTransId="{D8B7CE80-ACEB-496A-A6EA-A90D9E02262F}"/>
    <dgm:cxn modelId="{3419BA5D-0C10-4BDE-B820-C791B2646072}" type="presOf" srcId="{52FB6789-BE22-4F60-869E-5D8E7BEC1916}" destId="{C1D893FA-15AF-4B87-9690-0131022377B6}" srcOrd="0" destOrd="0" presId="urn:microsoft.com/office/officeart/2005/8/layout/orgChart1"/>
    <dgm:cxn modelId="{98092041-88E3-4327-95B4-C3A7314F3640}" srcId="{FEFB6219-3A1F-44AD-A50F-5446D62D42C3}" destId="{24BECC70-CE8D-46BB-9181-BCA3B7D4F43E}" srcOrd="5" destOrd="0" parTransId="{506ED219-11C5-4CB9-9B02-07FB41E991C2}" sibTransId="{A5A695C1-F71B-4984-8258-628BAA8CA826}"/>
    <dgm:cxn modelId="{52C94461-F8DB-4A9A-B347-87A0DB22B45C}" type="presOf" srcId="{AC906E97-D03B-4750-9C07-2B06BC127A18}" destId="{3C0284F8-344A-4A27-A093-414F41BA38FC}" srcOrd="0" destOrd="0" presId="urn:microsoft.com/office/officeart/2005/8/layout/orgChart1"/>
    <dgm:cxn modelId="{2FFAE861-AFAB-4EEE-BD98-9BBE5179D49B}" srcId="{F748754C-8971-44BF-B5A1-F45A3E159A16}" destId="{17038732-669E-4CFA-A4E2-C3324C308E2A}" srcOrd="0" destOrd="0" parTransId="{163A612D-3C41-40C6-BF17-B48C88AF46DF}" sibTransId="{FEC8F457-80DA-4E41-8D84-A411280859AB}"/>
    <dgm:cxn modelId="{CA702262-7E88-41E8-B9C0-BD345B0A14A4}" srcId="{3E35C48A-0844-47A6-B895-00E2D0DC19B9}" destId="{9D51EBFB-6A18-427C-AA07-3C6CD8DEDEE4}" srcOrd="2" destOrd="0" parTransId="{7F9603D1-82F1-42EE-BBE1-902CADE7C0B9}" sibTransId="{1A1FCF3F-0CA4-4BAB-A912-201F31008FBC}"/>
    <dgm:cxn modelId="{A6982344-2E3E-4F3F-A2EC-8B5B0803354B}" type="presOf" srcId="{24BECC70-CE8D-46BB-9181-BCA3B7D4F43E}" destId="{8798F0A4-E69F-44B7-B4D1-F5B764859C7E}" srcOrd="0" destOrd="0" presId="urn:microsoft.com/office/officeart/2005/8/layout/orgChart1"/>
    <dgm:cxn modelId="{6A17D644-60B3-4CE2-B147-380E1144AD7A}" type="presOf" srcId="{F748754C-8971-44BF-B5A1-F45A3E159A16}" destId="{DB735B7A-28B8-4C3B-9863-B17BE7AC949F}" srcOrd="0" destOrd="0" presId="urn:microsoft.com/office/officeart/2005/8/layout/orgChart1"/>
    <dgm:cxn modelId="{6E376E65-07D3-4EC2-8AFA-FBAAB63DACDF}" type="presOf" srcId="{24BECC70-CE8D-46BB-9181-BCA3B7D4F43E}" destId="{19DD56F1-6781-4FD3-B2D5-1CBD33198261}" srcOrd="1" destOrd="0" presId="urn:microsoft.com/office/officeart/2005/8/layout/orgChart1"/>
    <dgm:cxn modelId="{772AD565-E83F-4A3E-9DB1-93C01A7F806A}" srcId="{FEFB6219-3A1F-44AD-A50F-5446D62D42C3}" destId="{9B690F89-C137-4480-A64F-8C9CC477881B}" srcOrd="1" destOrd="0" parTransId="{6327ACA4-8DD3-4D7E-92EE-CAB24854A3DE}" sibTransId="{B0C7F2E1-2CE9-46BA-B179-F02B3F349A3D}"/>
    <dgm:cxn modelId="{3B135367-5EEE-4E73-86BF-522C8831370D}" srcId="{3E35C48A-0844-47A6-B895-00E2D0DC19B9}" destId="{CDF4396E-1B7D-4555-A087-AE6E13AD9D68}" srcOrd="0" destOrd="0" parTransId="{147A607A-A690-40D6-959B-5784D34A879F}" sibTransId="{3DFDE7B5-DB99-45B9-8FBD-364289A3782A}"/>
    <dgm:cxn modelId="{DC38096A-90D8-4D09-9AEF-63A7D2D8791A}" type="presOf" srcId="{CDF4396E-1B7D-4555-A087-AE6E13AD9D68}" destId="{38FC13C1-621D-4608-A5D0-F96825BE43AC}" srcOrd="0" destOrd="0" presId="urn:microsoft.com/office/officeart/2005/8/layout/orgChart1"/>
    <dgm:cxn modelId="{6E5D354C-E248-4FBA-B35D-3FBB13F59909}" type="presOf" srcId="{9D51EBFB-6A18-427C-AA07-3C6CD8DEDEE4}" destId="{61CFD422-A143-4ABD-90B2-C18CF33305EA}" srcOrd="1" destOrd="0" presId="urn:microsoft.com/office/officeart/2005/8/layout/orgChart1"/>
    <dgm:cxn modelId="{EC973A6C-627D-4BEA-8EB3-192F6B2219B6}" srcId="{FEFB6219-3A1F-44AD-A50F-5446D62D42C3}" destId="{260BF826-EEE7-475B-8302-9EB7EF0FB178}" srcOrd="0" destOrd="0" parTransId="{D986DDF4-1EF7-454B-AAD9-CB8F8E5D05FE}" sibTransId="{50D2DE74-66EF-4834-9242-D4A1DCA8EF54}"/>
    <dgm:cxn modelId="{14E5804D-201D-4085-937A-9F7DEE8D14BC}" type="presOf" srcId="{7CA0449F-2DC0-4961-8395-48C3E8E3BB41}" destId="{50ED118C-FD6F-4995-9C88-655CACB534B0}" srcOrd="0" destOrd="0" presId="urn:microsoft.com/office/officeart/2005/8/layout/orgChart1"/>
    <dgm:cxn modelId="{55E4546E-6A60-4192-AA80-0AAC38FE8F72}" type="presOf" srcId="{D986DDF4-1EF7-454B-AAD9-CB8F8E5D05FE}" destId="{1E05FC00-71E5-4353-8E51-748779809F05}" srcOrd="0" destOrd="0" presId="urn:microsoft.com/office/officeart/2005/8/layout/orgChart1"/>
    <dgm:cxn modelId="{51D9BA50-A6FD-4ADC-914B-22F281AE28F0}" type="presOf" srcId="{163A612D-3C41-40C6-BF17-B48C88AF46DF}" destId="{55BB8BB7-0787-442C-BE1C-E402593ABB57}" srcOrd="0" destOrd="0" presId="urn:microsoft.com/office/officeart/2005/8/layout/orgChart1"/>
    <dgm:cxn modelId="{577E8B71-8E62-4296-A85F-748D36E923AB}" type="presOf" srcId="{EAF3E1D3-0367-4412-B212-5DE37726A158}" destId="{A6C6976D-9D0D-443E-B9CE-12345B282C0E}" srcOrd="0" destOrd="0" presId="urn:microsoft.com/office/officeart/2005/8/layout/orgChart1"/>
    <dgm:cxn modelId="{813C5D73-5655-4923-87D6-339FB51D1DDB}" type="presOf" srcId="{C15616C1-E6E5-4C73-BB55-3DF0B9C7E4CA}" destId="{8D0B0D71-5EB7-4544-92A0-4F1F9CC28B2A}" srcOrd="0" destOrd="0" presId="urn:microsoft.com/office/officeart/2005/8/layout/orgChart1"/>
    <dgm:cxn modelId="{0DFDF455-AE7D-4F41-8DDE-150904093A6E}" type="presOf" srcId="{835F6CC9-99D5-4275-9CA6-00661E7D5A45}" destId="{B62DE658-F46D-48CF-A277-F80B1D501F2A}" srcOrd="0" destOrd="0" presId="urn:microsoft.com/office/officeart/2005/8/layout/orgChart1"/>
    <dgm:cxn modelId="{D4EC7578-1338-4B29-ACDC-53394E071FD4}" srcId="{A381C2D1-DE03-4852-858E-DCFCE792A1C1}" destId="{7CA0449F-2DC0-4961-8395-48C3E8E3BB41}" srcOrd="0" destOrd="0" parTransId="{AF8A8BED-4FA3-4995-8453-AC69263E4F7B}" sibTransId="{C19F0CD0-6EC3-4E79-A51F-A2658BDDF63D}"/>
    <dgm:cxn modelId="{4827D959-9605-4135-983B-E7D3D243B78E}" type="presOf" srcId="{D905062B-8226-40E6-B9D3-BD5ADF0F4FF2}" destId="{CC99DF9B-DCE8-4B5E-9BF7-420995C8ECE2}" srcOrd="1" destOrd="0" presId="urn:microsoft.com/office/officeart/2005/8/layout/orgChart1"/>
    <dgm:cxn modelId="{00343C5A-30E3-4C1A-AC13-41D9C534FA63}" srcId="{F748754C-8971-44BF-B5A1-F45A3E159A16}" destId="{D8AEE7E7-572F-44A7-BBA5-B9C5A40CEBB2}" srcOrd="2" destOrd="0" parTransId="{911B80F1-669B-4FD6-824E-B64FC96BFD26}" sibTransId="{09AC59FC-8A80-459B-A1F6-31D8700C2680}"/>
    <dgm:cxn modelId="{EEC26F7A-B862-438E-B633-89D5067BC48D}" type="presOf" srcId="{FEFB6219-3A1F-44AD-A50F-5446D62D42C3}" destId="{908BBE12-63B8-4DBF-90F0-B9F05A5629A5}" srcOrd="0" destOrd="0" presId="urn:microsoft.com/office/officeart/2005/8/layout/orgChart1"/>
    <dgm:cxn modelId="{4724C97B-F8DD-4266-9E2A-06BFB0A7AEC2}" type="presOf" srcId="{ED2F10E8-8B2F-4CEC-B1CF-D58563DF5873}" destId="{FBE801FF-A8BC-4A70-895F-95F8538AA72B}" srcOrd="0" destOrd="0" presId="urn:microsoft.com/office/officeart/2005/8/layout/orgChart1"/>
    <dgm:cxn modelId="{4096E07B-1A98-47FF-8424-ADFAB344FD2E}" type="presOf" srcId="{9AC7D920-61D4-4E31-A854-BC6BB6002098}" destId="{4DAE45F1-F1F7-4C38-9A4C-62AFA5EAC6CC}" srcOrd="0" destOrd="0" presId="urn:microsoft.com/office/officeart/2005/8/layout/orgChart1"/>
    <dgm:cxn modelId="{E177417D-4654-4A7F-B503-1C080ED8C9E6}" type="presOf" srcId="{A381C2D1-DE03-4852-858E-DCFCE792A1C1}" destId="{87EEC985-6495-408B-BC43-9F3C0A3C6351}" srcOrd="1" destOrd="0" presId="urn:microsoft.com/office/officeart/2005/8/layout/orgChart1"/>
    <dgm:cxn modelId="{3021F27F-6465-493F-9DE5-E20CAB9F84DA}" type="presOf" srcId="{147FBBE8-93CF-4731-9367-659C214A8742}" destId="{1E041E7A-F72A-41DD-A7A9-2BA105FB9EB7}" srcOrd="1" destOrd="0" presId="urn:microsoft.com/office/officeart/2005/8/layout/orgChart1"/>
    <dgm:cxn modelId="{44220081-AB3B-4C97-8424-2FA47809D88F}" type="presOf" srcId="{147A607A-A690-40D6-959B-5784D34A879F}" destId="{5E8FD173-7E5A-42E3-A545-2787CC3B6D8A}" srcOrd="0" destOrd="0" presId="urn:microsoft.com/office/officeart/2005/8/layout/orgChart1"/>
    <dgm:cxn modelId="{B6DD5581-7985-4ECF-909D-F3980DF86775}" type="presOf" srcId="{7C4C0EEC-AAB2-4686-B8A4-7FBC05124D11}" destId="{D4279276-8483-4266-B8F7-191FD4B90472}" srcOrd="0" destOrd="0" presId="urn:microsoft.com/office/officeart/2005/8/layout/orgChart1"/>
    <dgm:cxn modelId="{444B6289-AAC7-494B-8F6C-952248D3A8B8}" type="presOf" srcId="{3E35C48A-0844-47A6-B895-00E2D0DC19B9}" destId="{29F7BD0C-3552-4BAA-8871-5765E9B8AE86}" srcOrd="1" destOrd="0" presId="urn:microsoft.com/office/officeart/2005/8/layout/orgChart1"/>
    <dgm:cxn modelId="{EDF7AE8B-C553-40E5-A6A0-0D19F7812517}" type="presOf" srcId="{260BF826-EEE7-475B-8302-9EB7EF0FB178}" destId="{A9C2D33E-16D5-4DC6-8C89-25D55E2E6FE5}" srcOrd="0" destOrd="0" presId="urn:microsoft.com/office/officeart/2005/8/layout/orgChart1"/>
    <dgm:cxn modelId="{26615D8D-17D5-4729-AB4F-9CB76364C26C}" type="presOf" srcId="{96D96C04-A735-4604-B971-E39763DFE27E}" destId="{5E61FF5F-169C-414C-B100-D42E86D2450C}" srcOrd="0" destOrd="0" presId="urn:microsoft.com/office/officeart/2005/8/layout/orgChart1"/>
    <dgm:cxn modelId="{092B7794-C453-4E55-846A-3C304DA45833}" type="presOf" srcId="{9D51EBFB-6A18-427C-AA07-3C6CD8DEDEE4}" destId="{27D047DE-1A9A-4C54-AAA6-F091AF0193F7}" srcOrd="0" destOrd="0" presId="urn:microsoft.com/office/officeart/2005/8/layout/orgChart1"/>
    <dgm:cxn modelId="{3213A094-8DA0-40AA-AC8D-62771FEBD7F5}" type="presOf" srcId="{7CA0449F-2DC0-4961-8395-48C3E8E3BB41}" destId="{FFF2F7F3-4F8A-4989-9473-A935AF8F85D1}" srcOrd="1" destOrd="0" presId="urn:microsoft.com/office/officeart/2005/8/layout/orgChart1"/>
    <dgm:cxn modelId="{EFBF2E98-AF87-4745-8B81-32073F597C98}" type="presOf" srcId="{3E35C48A-0844-47A6-B895-00E2D0DC19B9}" destId="{36944AE6-02F6-4A89-9A7B-7E7511698CC8}" srcOrd="0" destOrd="0" presId="urn:microsoft.com/office/officeart/2005/8/layout/orgChart1"/>
    <dgm:cxn modelId="{1B4C8B99-1BFD-4DBA-A10F-2A944EA36EC2}" type="presOf" srcId="{90A91D39-FEAF-44E6-B740-D7179E12338F}" destId="{0F6704C5-DAB1-42E0-A5C8-8CBC24A564AD}" srcOrd="1" destOrd="0" presId="urn:microsoft.com/office/officeart/2005/8/layout/orgChart1"/>
    <dgm:cxn modelId="{E592DB9D-9A61-4C4A-9805-2AC3C71B4AB2}" type="presOf" srcId="{28300C0E-DDB8-49E5-982F-4D999D7C60E1}" destId="{26738142-5499-4D58-B4BA-85EA2A4F31F7}" srcOrd="1" destOrd="0" presId="urn:microsoft.com/office/officeart/2005/8/layout/orgChart1"/>
    <dgm:cxn modelId="{60A3129E-5C7D-4245-8935-85717BEA6075}" srcId="{A381C2D1-DE03-4852-858E-DCFCE792A1C1}" destId="{96D96C04-A735-4604-B971-E39763DFE27E}" srcOrd="2" destOrd="0" parTransId="{D2848664-7F31-4C0E-8052-231E01AAD71A}" sibTransId="{FFC6279B-D47C-46C9-9035-BFE4825877D1}"/>
    <dgm:cxn modelId="{3BDDEB9F-E6C4-468F-8F7C-A805AC7C58A6}" type="presOf" srcId="{F3E2038D-1AD3-4CDF-819D-1A3A0C7FCD4C}" destId="{56665E3D-45B2-48A3-99F8-59B57C39E545}" srcOrd="1" destOrd="0" presId="urn:microsoft.com/office/officeart/2005/8/layout/orgChart1"/>
    <dgm:cxn modelId="{62BBECAC-30BD-407A-BEF7-B4D252F8431C}" type="presOf" srcId="{C15616C1-E6E5-4C73-BB55-3DF0B9C7E4CA}" destId="{07E8B9D2-4452-4027-9655-C28071B502FF}" srcOrd="1" destOrd="0" presId="urn:microsoft.com/office/officeart/2005/8/layout/orgChart1"/>
    <dgm:cxn modelId="{49F4E9B0-9E57-4099-8C7B-6872E9616C1B}" type="presOf" srcId="{368C539E-F086-4350-A582-AEFA06CC5086}" destId="{61AC0E62-BBAB-4EAC-B3BD-17AC83B422D3}" srcOrd="1" destOrd="0" presId="urn:microsoft.com/office/officeart/2005/8/layout/orgChart1"/>
    <dgm:cxn modelId="{7D74E1B1-9C62-4D7D-8A0D-242CB8AC81E4}" srcId="{A381C2D1-DE03-4852-858E-DCFCE792A1C1}" destId="{EAF3E1D3-0367-4412-B212-5DE37726A158}" srcOrd="4" destOrd="0" parTransId="{ED2F10E8-8B2F-4CEC-B1CF-D58563DF5873}" sibTransId="{E95E638E-E049-4237-8628-0DE3FFD8BF97}"/>
    <dgm:cxn modelId="{9FF2A6B3-6739-40F4-8CFE-3C814577178C}" type="presOf" srcId="{506ED219-11C5-4CB9-9B02-07FB41E991C2}" destId="{B70B2555-E90A-438E-B9A6-E1456D48282F}" srcOrd="0" destOrd="0" presId="urn:microsoft.com/office/officeart/2005/8/layout/orgChart1"/>
    <dgm:cxn modelId="{CE58FCB6-0043-4F7D-8CD4-D7E73220D79D}" type="presOf" srcId="{D8AEE7E7-572F-44A7-BBA5-B9C5A40CEBB2}" destId="{1C021391-D7A5-4281-AB0C-FDC549130B26}" srcOrd="1" destOrd="0" presId="urn:microsoft.com/office/officeart/2005/8/layout/orgChart1"/>
    <dgm:cxn modelId="{837C10B8-D181-4537-9877-3D7AA67E9ECD}" type="presOf" srcId="{923B5847-D916-4A69-B5C4-2102D56856F9}" destId="{482104FF-545B-428F-9A99-CF5DB32512B0}" srcOrd="0" destOrd="0" presId="urn:microsoft.com/office/officeart/2005/8/layout/orgChart1"/>
    <dgm:cxn modelId="{C93E4DB9-F640-4A89-A361-7C0D32C7BE0B}" srcId="{FEFB6219-3A1F-44AD-A50F-5446D62D42C3}" destId="{B064233E-C0FD-41D0-B557-FB28A877A36A}" srcOrd="3" destOrd="0" parTransId="{2F96FAFA-B8B5-46C0-BB50-CBD97A236D5C}" sibTransId="{61A292B9-ECE0-443C-B218-4A6C31061C61}"/>
    <dgm:cxn modelId="{8FC782B9-29C6-4504-B988-D32D6983353F}" type="presOf" srcId="{B064233E-C0FD-41D0-B557-FB28A877A36A}" destId="{7E7C973D-B32E-4B8F-972A-21AF2D1F604D}" srcOrd="0" destOrd="0" presId="urn:microsoft.com/office/officeart/2005/8/layout/orgChart1"/>
    <dgm:cxn modelId="{70F82DBA-0F40-4563-96AF-CD24FFD3B48C}" type="presOf" srcId="{911B80F1-669B-4FD6-824E-B64FC96BFD26}" destId="{AF28D9E9-CA05-4B17-9A23-6089D2F985A0}" srcOrd="0" destOrd="0" presId="urn:microsoft.com/office/officeart/2005/8/layout/orgChart1"/>
    <dgm:cxn modelId="{7E302EBA-87EC-4509-B41E-4B59B1875834}" type="presOf" srcId="{28300C0E-DDB8-49E5-982F-4D999D7C60E1}" destId="{1501263F-B79C-468E-8CDD-A7468950138E}" srcOrd="0" destOrd="0" presId="urn:microsoft.com/office/officeart/2005/8/layout/orgChart1"/>
    <dgm:cxn modelId="{4DD26CBC-F670-4CAA-B2CE-4C4A9C7E956C}" type="presOf" srcId="{D2848664-7F31-4C0E-8052-231E01AAD71A}" destId="{66859F49-5CAF-49A3-B800-DED4D28E832B}" srcOrd="0" destOrd="0" presId="urn:microsoft.com/office/officeart/2005/8/layout/orgChart1"/>
    <dgm:cxn modelId="{FA7632C0-B00C-461A-8B94-D3CC274ED95D}" type="presOf" srcId="{D905062B-8226-40E6-B9D3-BD5ADF0F4FF2}" destId="{A0E82846-5497-460E-8F7C-0C44AE56CA51}" srcOrd="0" destOrd="0" presId="urn:microsoft.com/office/officeart/2005/8/layout/orgChart1"/>
    <dgm:cxn modelId="{8E772CC1-7A05-4824-921D-92854553E57B}" type="presOf" srcId="{F3E2038D-1AD3-4CDF-819D-1A3A0C7FCD4C}" destId="{AA601002-A2E6-4518-95EF-B539F6CA8BBF}" srcOrd="0" destOrd="0" presId="urn:microsoft.com/office/officeart/2005/8/layout/orgChart1"/>
    <dgm:cxn modelId="{AED3DEC1-6E06-4989-B803-5B493ABD2BE2}" type="presOf" srcId="{17038732-669E-4CFA-A4E2-C3324C308E2A}" destId="{186BDEA5-4E36-4323-8EB9-0985FE26F52D}" srcOrd="0" destOrd="0" presId="urn:microsoft.com/office/officeart/2005/8/layout/orgChart1"/>
    <dgm:cxn modelId="{71A096C4-8BD9-4BFE-9801-1B00366BE3AA}" type="presOf" srcId="{C08DA3F1-3B71-450F-8F23-2BD5655189BC}" destId="{0755148B-E93C-4E8D-BDA3-FD11FEC3ECB7}" srcOrd="0" destOrd="0" presId="urn:microsoft.com/office/officeart/2005/8/layout/orgChart1"/>
    <dgm:cxn modelId="{063E9BC4-005F-422C-9E39-AD6513E81169}" type="presOf" srcId="{740F2894-59B8-43C7-8CD2-4B398F95904D}" destId="{97DB5454-A1A5-4903-AE11-921987EBD896}" srcOrd="0" destOrd="0" presId="urn:microsoft.com/office/officeart/2005/8/layout/orgChart1"/>
    <dgm:cxn modelId="{8CEF9FC4-DA48-4949-B5B2-E1AC9CED93CF}" type="presOf" srcId="{DBCFF9A3-D454-42EC-874B-22220F04B4CA}" destId="{F749EA20-C4CF-43FF-A607-AC516B713D48}" srcOrd="0" destOrd="0" presId="urn:microsoft.com/office/officeart/2005/8/layout/orgChart1"/>
    <dgm:cxn modelId="{1665CFC5-25DD-43F6-A8AF-167D82720667}" srcId="{F748754C-8971-44BF-B5A1-F45A3E159A16}" destId="{90A91D39-FEAF-44E6-B740-D7179E12338F}" srcOrd="1" destOrd="0" parTransId="{003B6041-09E5-4A48-B44F-1F3631171B27}" sibTransId="{E70A4A29-D3B8-4586-8754-F56D8AAAB2FD}"/>
    <dgm:cxn modelId="{4B4C69C9-CEA3-4A70-B99C-790BF6EC61CD}" srcId="{D905062B-8226-40E6-B9D3-BD5ADF0F4FF2}" destId="{FEFB6219-3A1F-44AD-A50F-5446D62D42C3}" srcOrd="1" destOrd="0" parTransId="{212DAB52-4BFD-415C-80C7-4BD0F1D1D76E}" sibTransId="{ADEA8BBA-E9F3-4D8A-96E4-431914DBC7B1}"/>
    <dgm:cxn modelId="{DE21A9C9-CCAB-4FEA-9FB5-EC7B14281FCB}" type="presOf" srcId="{0C6601D7-0A69-45AB-81DF-DE749031B2F8}" destId="{60A56FCB-9DC3-4407-B3DA-F4BD5E660A9C}" srcOrd="1" destOrd="0" presId="urn:microsoft.com/office/officeart/2005/8/layout/orgChart1"/>
    <dgm:cxn modelId="{463327CE-14C8-49AB-8EA9-66D9396B2333}" srcId="{F748754C-8971-44BF-B5A1-F45A3E159A16}" destId="{368C539E-F086-4350-A582-AEFA06CC5086}" srcOrd="3" destOrd="0" parTransId="{CC553AFD-B2B1-4DF1-A50B-1B6FC648D82D}" sibTransId="{79CCBA3B-E2FF-4901-9338-A9CE087931B8}"/>
    <dgm:cxn modelId="{E2FD4CCF-ED46-4850-98BC-B96E2AF5E2A8}" type="presOf" srcId="{9B690F89-C137-4480-A64F-8C9CC477881B}" destId="{918AC6D2-EA80-4EBD-A3E5-86BA4A401766}" srcOrd="1" destOrd="0" presId="urn:microsoft.com/office/officeart/2005/8/layout/orgChart1"/>
    <dgm:cxn modelId="{841F99D0-DDF2-4DEC-8F3D-F5538B25C84B}" type="presOf" srcId="{4887F99A-64DF-489A-ACA0-FAD8795D0CD4}" destId="{8638C478-68E5-4ABD-9740-7FFB0B7FAACF}" srcOrd="1" destOrd="0" presId="urn:microsoft.com/office/officeart/2005/8/layout/orgChart1"/>
    <dgm:cxn modelId="{9E5D24D1-B8CF-45F8-ADBD-DA2811FEFC9B}" srcId="{D905062B-8226-40E6-B9D3-BD5ADF0F4FF2}" destId="{A381C2D1-DE03-4852-858E-DCFCE792A1C1}" srcOrd="4" destOrd="0" parTransId="{14470683-9FD1-4582-B1C7-784629B41B81}" sibTransId="{9F35D008-BD22-4D6C-BD61-F184C550B2E3}"/>
    <dgm:cxn modelId="{564E8AD1-C699-40C3-B426-55EE6991721E}" type="presOf" srcId="{CDF4396E-1B7D-4555-A087-AE6E13AD9D68}" destId="{D28191E5-28C5-4EF5-8D20-044A1D26FE3D}" srcOrd="1" destOrd="0" presId="urn:microsoft.com/office/officeart/2005/8/layout/orgChart1"/>
    <dgm:cxn modelId="{DC425DD2-741A-4390-B72F-82AC8948608B}" type="presOf" srcId="{F748754C-8971-44BF-B5A1-F45A3E159A16}" destId="{5288D403-DA7D-4D90-ACC5-7542244978B1}" srcOrd="1" destOrd="0" presId="urn:microsoft.com/office/officeart/2005/8/layout/orgChart1"/>
    <dgm:cxn modelId="{D9D07AD3-08FA-4BB2-B857-143EB6A2ADCC}" type="presOf" srcId="{17038732-669E-4CFA-A4E2-C3324C308E2A}" destId="{36F773C9-1692-4725-A234-4A3182F5E222}" srcOrd="1" destOrd="0" presId="urn:microsoft.com/office/officeart/2005/8/layout/orgChart1"/>
    <dgm:cxn modelId="{06D21ED6-E58B-45C3-9182-6827EDE3A5BD}" srcId="{FEFB6219-3A1F-44AD-A50F-5446D62D42C3}" destId="{923B5847-D916-4A69-B5C4-2102D56856F9}" srcOrd="6" destOrd="0" parTransId="{9CAEC793-A85E-45AF-802E-E537687945F7}" sibTransId="{1FE63736-852B-4577-ADE1-641C3CF71C70}"/>
    <dgm:cxn modelId="{53A07EDA-E498-4897-BD57-0C04E6E69495}" type="presOf" srcId="{B905E722-AC71-4819-95D4-4A9D23D2E89F}" destId="{2DC919CE-908A-49EB-911F-4D459ACDF8E3}" srcOrd="0" destOrd="0" presId="urn:microsoft.com/office/officeart/2005/8/layout/orgChart1"/>
    <dgm:cxn modelId="{797B02DB-77D6-4C0F-BEFC-7B759F3FA843}" type="presOf" srcId="{6327ACA4-8DD3-4D7E-92EE-CAB24854A3DE}" destId="{99EABC6F-1778-4829-96CB-7C411F523956}" srcOrd="0" destOrd="0" presId="urn:microsoft.com/office/officeart/2005/8/layout/orgChart1"/>
    <dgm:cxn modelId="{A30930DB-7284-40A6-96EF-9FD3ED1CDAAE}" type="presOf" srcId="{F7343D46-28E1-4BB4-9755-6F666BF2AC39}" destId="{1A40FA0F-2AF1-4E66-A0F5-6139F3E60436}" srcOrd="0" destOrd="0" presId="urn:microsoft.com/office/officeart/2005/8/layout/orgChart1"/>
    <dgm:cxn modelId="{4DC2A5DD-482D-4D8F-9724-35DA4B5ABFD5}" type="presOf" srcId="{99ADCBFC-F476-4BFA-AEB5-25A42EB301A1}" destId="{D052C1F2-1B1D-4B1E-8DA4-759EF2C8EF0C}" srcOrd="0" destOrd="0" presId="urn:microsoft.com/office/officeart/2005/8/layout/orgChart1"/>
    <dgm:cxn modelId="{26013DE0-31CA-44CE-96EB-6DFE3BA29069}" type="presOf" srcId="{90A91D39-FEAF-44E6-B740-D7179E12338F}" destId="{FF141B75-6FE3-4973-BC64-406FA62900D8}" srcOrd="0" destOrd="0" presId="urn:microsoft.com/office/officeart/2005/8/layout/orgChart1"/>
    <dgm:cxn modelId="{26F9A3E0-4563-45AF-8E37-B58992488664}" srcId="{F7343D46-28E1-4BB4-9755-6F666BF2AC39}" destId="{28300C0E-DDB8-49E5-982F-4D999D7C60E1}" srcOrd="2" destOrd="0" parTransId="{E9D89CC5-C93E-42E8-A6AF-B05F6B6557D3}" sibTransId="{0CF67339-F005-4942-A529-D74585273812}"/>
    <dgm:cxn modelId="{9711B1E0-0EC9-445C-82C1-7A9CB7C46006}" type="presOf" srcId="{14470683-9FD1-4582-B1C7-784629B41B81}" destId="{81953FDB-271D-4ADF-976F-14F165D0B507}" srcOrd="0" destOrd="0" presId="urn:microsoft.com/office/officeart/2005/8/layout/orgChart1"/>
    <dgm:cxn modelId="{DCDA0DE7-5DD2-405F-93C4-0C9921444F10}" type="presOf" srcId="{740F2894-59B8-43C7-8CD2-4B398F95904D}" destId="{A0CA81C2-85C4-4A94-B993-EA99591ED629}" srcOrd="1" destOrd="0" presId="urn:microsoft.com/office/officeart/2005/8/layout/orgChart1"/>
    <dgm:cxn modelId="{982542E8-9CDB-4F09-89CB-8E664DF217CE}" srcId="{A381C2D1-DE03-4852-858E-DCFCE792A1C1}" destId="{F3E2038D-1AD3-4CDF-819D-1A3A0C7FCD4C}" srcOrd="3" destOrd="0" parTransId="{99ADCBFC-F476-4BFA-AEB5-25A42EB301A1}" sibTransId="{82DA2162-893E-4FAA-AA93-FF1008D28D94}"/>
    <dgm:cxn modelId="{072CF7EA-2C21-4B94-9CAA-CBE143BF81F3}" type="presOf" srcId="{FEFB6219-3A1F-44AD-A50F-5446D62D42C3}" destId="{BA7BF887-DD7B-423E-BD50-F92D1E63C723}" srcOrd="1" destOrd="0" presId="urn:microsoft.com/office/officeart/2005/8/layout/orgChart1"/>
    <dgm:cxn modelId="{BCD86FEB-CF6D-464B-A04F-7C9C512F51C1}" type="presOf" srcId="{E9D89CC5-C93E-42E8-A6AF-B05F6B6557D3}" destId="{DEFAFE0B-A2EE-411F-93B8-F317A7E63A52}" srcOrd="0" destOrd="0" presId="urn:microsoft.com/office/officeart/2005/8/layout/orgChart1"/>
    <dgm:cxn modelId="{1BE9F7EE-7C17-4002-9102-1D7FF1D6DB64}" type="presOf" srcId="{9B690F89-C137-4480-A64F-8C9CC477881B}" destId="{EE1AC892-4167-4426-98A0-16DF128B4DD0}" srcOrd="0" destOrd="0" presId="urn:microsoft.com/office/officeart/2005/8/layout/orgChart1"/>
    <dgm:cxn modelId="{3EE91DEF-A4FA-419E-8E01-9BD99D3116F3}" type="presOf" srcId="{96D96C04-A735-4604-B971-E39763DFE27E}" destId="{D037B0CF-C9AD-4490-B45E-1A6DFD6F0D7C}" srcOrd="1" destOrd="0" presId="urn:microsoft.com/office/officeart/2005/8/layout/orgChart1"/>
    <dgm:cxn modelId="{E7037AF1-F269-4870-B946-561705CD4B39}" srcId="{3E35C48A-0844-47A6-B895-00E2D0DC19B9}" destId="{740F2894-59B8-43C7-8CD2-4B398F95904D}" srcOrd="1" destOrd="0" parTransId="{DBCFF9A3-D454-42EC-874B-22220F04B4CA}" sibTransId="{1F229F17-A2F1-478D-A96B-D4C0FBC8F999}"/>
    <dgm:cxn modelId="{903549F2-0E2A-48CB-9FC7-C25DE9334B69}" type="presOf" srcId="{EAF3E1D3-0367-4412-B212-5DE37726A158}" destId="{D4FCB51B-44A9-41E2-9CCE-0ACEBAE8B82C}" srcOrd="1" destOrd="0" presId="urn:microsoft.com/office/officeart/2005/8/layout/orgChart1"/>
    <dgm:cxn modelId="{EFD1C8F2-E234-4139-9626-3499B081EBEE}" srcId="{FEFB6219-3A1F-44AD-A50F-5446D62D42C3}" destId="{AC906E97-D03B-4750-9C07-2B06BC127A18}" srcOrd="2" destOrd="0" parTransId="{835F6CC9-99D5-4275-9CA6-00661E7D5A45}" sibTransId="{B23F22EF-0D08-4E71-B5F5-ACDB292EBCD3}"/>
    <dgm:cxn modelId="{585B48FB-0566-4310-A8BC-00DF2A49046D}" type="presOf" srcId="{F7343D46-28E1-4BB4-9755-6F666BF2AC39}" destId="{C9482B7F-5113-4664-83EA-F3761973AA3F}" srcOrd="1" destOrd="0" presId="urn:microsoft.com/office/officeart/2005/8/layout/orgChart1"/>
    <dgm:cxn modelId="{B6C53EFC-5BC9-48CC-BFB0-A0EEE186C6BB}" srcId="{F0DB0B84-B478-45DC-ABF5-28BFB655CB4B}" destId="{D905062B-8226-40E6-B9D3-BD5ADF0F4FF2}" srcOrd="0" destOrd="0" parTransId="{36EDEBC1-FD4B-48A5-8A31-04DC8AE2BACA}" sibTransId="{E7AAB7DF-AE68-4897-B209-16CDAF80B241}"/>
    <dgm:cxn modelId="{DCEDEEFF-221E-4E04-B57B-D373E9309381}" type="presOf" srcId="{52FB6789-BE22-4F60-869E-5D8E7BEC1916}" destId="{3E48039E-7EF6-48C5-9DED-BBFA2764DBCB}" srcOrd="1" destOrd="0" presId="urn:microsoft.com/office/officeart/2005/8/layout/orgChart1"/>
    <dgm:cxn modelId="{98C9EBFF-E30B-4A1E-9AC4-E6DCA676F1D2}" type="presParOf" srcId="{6B40063E-098E-4915-A050-6F44416CBFC9}" destId="{9E907512-75C1-468D-AE9B-DE60B67D59DB}" srcOrd="0" destOrd="0" presId="urn:microsoft.com/office/officeart/2005/8/layout/orgChart1"/>
    <dgm:cxn modelId="{8897D9CA-ACFE-4600-8C50-4B14BA97028B}" type="presParOf" srcId="{9E907512-75C1-468D-AE9B-DE60B67D59DB}" destId="{EC6544AE-19F6-459D-960C-9ED6BB8E5D6C}" srcOrd="0" destOrd="0" presId="urn:microsoft.com/office/officeart/2005/8/layout/orgChart1"/>
    <dgm:cxn modelId="{4A0597F7-ADB2-423F-8C56-8BFCB9AC202C}" type="presParOf" srcId="{EC6544AE-19F6-459D-960C-9ED6BB8E5D6C}" destId="{A0E82846-5497-460E-8F7C-0C44AE56CA51}" srcOrd="0" destOrd="0" presId="urn:microsoft.com/office/officeart/2005/8/layout/orgChart1"/>
    <dgm:cxn modelId="{81F31C71-8C4D-495F-9A75-7D1267E964B1}" type="presParOf" srcId="{EC6544AE-19F6-459D-960C-9ED6BB8E5D6C}" destId="{CC99DF9B-DCE8-4B5E-9BF7-420995C8ECE2}" srcOrd="1" destOrd="0" presId="urn:microsoft.com/office/officeart/2005/8/layout/orgChart1"/>
    <dgm:cxn modelId="{5EDACF75-4816-4CA7-AA52-EDF850E012D4}" type="presParOf" srcId="{9E907512-75C1-468D-AE9B-DE60B67D59DB}" destId="{814408D5-F49D-468D-9057-0373677A51C2}" srcOrd="1" destOrd="0" presId="urn:microsoft.com/office/officeart/2005/8/layout/orgChart1"/>
    <dgm:cxn modelId="{ECBEA12E-BCE6-45C6-867F-1EC93E3781E3}" type="presParOf" srcId="{814408D5-F49D-468D-9057-0373677A51C2}" destId="{2DC919CE-908A-49EB-911F-4D459ACDF8E3}" srcOrd="0" destOrd="0" presId="urn:microsoft.com/office/officeart/2005/8/layout/orgChart1"/>
    <dgm:cxn modelId="{A9D481EB-84B7-4E57-AC71-7C16F05B147F}" type="presParOf" srcId="{814408D5-F49D-468D-9057-0373677A51C2}" destId="{C7B990F8-2663-4746-B7F4-C1245ED3E5B1}" srcOrd="1" destOrd="0" presId="urn:microsoft.com/office/officeart/2005/8/layout/orgChart1"/>
    <dgm:cxn modelId="{30FF7DC9-8150-432B-8F16-37E44C1B5AAB}" type="presParOf" srcId="{C7B990F8-2663-4746-B7F4-C1245ED3E5B1}" destId="{B07B1001-641A-4F49-B4ED-E75414EFF215}" srcOrd="0" destOrd="0" presId="urn:microsoft.com/office/officeart/2005/8/layout/orgChart1"/>
    <dgm:cxn modelId="{BA0F24A9-3ED6-43BA-AAF8-88EB5BF6B18F}" type="presParOf" srcId="{B07B1001-641A-4F49-B4ED-E75414EFF215}" destId="{1A40FA0F-2AF1-4E66-A0F5-6139F3E60436}" srcOrd="0" destOrd="0" presId="urn:microsoft.com/office/officeart/2005/8/layout/orgChart1"/>
    <dgm:cxn modelId="{B69049FB-C761-4BFE-9DF8-0BA534648F96}" type="presParOf" srcId="{B07B1001-641A-4F49-B4ED-E75414EFF215}" destId="{C9482B7F-5113-4664-83EA-F3761973AA3F}" srcOrd="1" destOrd="0" presId="urn:microsoft.com/office/officeart/2005/8/layout/orgChart1"/>
    <dgm:cxn modelId="{D6355790-EB96-4313-BC7C-42BDA6F6DADC}" type="presParOf" srcId="{C7B990F8-2663-4746-B7F4-C1245ED3E5B1}" destId="{FF1D9FCB-3EA4-402D-AE3E-7DFE5F6B4C49}" srcOrd="1" destOrd="0" presId="urn:microsoft.com/office/officeart/2005/8/layout/orgChart1"/>
    <dgm:cxn modelId="{05C76408-32EB-4ED0-9850-8E0282388E24}" type="presParOf" srcId="{FF1D9FCB-3EA4-402D-AE3E-7DFE5F6B4C49}" destId="{A990FBE3-536C-403B-A8A2-C6AB47DAC219}" srcOrd="0" destOrd="0" presId="urn:microsoft.com/office/officeart/2005/8/layout/orgChart1"/>
    <dgm:cxn modelId="{4CA464D4-68D3-429F-9C8C-1CF7D3C36E98}" type="presParOf" srcId="{FF1D9FCB-3EA4-402D-AE3E-7DFE5F6B4C49}" destId="{259E1D5B-A5DF-421C-8EC1-6683355B1F6E}" srcOrd="1" destOrd="0" presId="urn:microsoft.com/office/officeart/2005/8/layout/orgChart1"/>
    <dgm:cxn modelId="{B7D6ACAE-8A92-48E1-BAE3-4B1D262C5869}" type="presParOf" srcId="{259E1D5B-A5DF-421C-8EC1-6683355B1F6E}" destId="{48CB387C-BEC7-4E5A-B8D9-A8C5936AD958}" srcOrd="0" destOrd="0" presId="urn:microsoft.com/office/officeart/2005/8/layout/orgChart1"/>
    <dgm:cxn modelId="{52860DC8-9DBD-4147-813A-DE5A7E1DF131}" type="presParOf" srcId="{48CB387C-BEC7-4E5A-B8D9-A8C5936AD958}" destId="{F1B82CC1-9737-49D9-93AB-D12CDDEE964A}" srcOrd="0" destOrd="0" presId="urn:microsoft.com/office/officeart/2005/8/layout/orgChart1"/>
    <dgm:cxn modelId="{5854DAA8-0AD5-4F08-B855-A7AC1F3C1EF1}" type="presParOf" srcId="{48CB387C-BEC7-4E5A-B8D9-A8C5936AD958}" destId="{60A56FCB-9DC3-4407-B3DA-F4BD5E660A9C}" srcOrd="1" destOrd="0" presId="urn:microsoft.com/office/officeart/2005/8/layout/orgChart1"/>
    <dgm:cxn modelId="{E34B0D1F-7A50-4894-AB19-6FD457555629}" type="presParOf" srcId="{259E1D5B-A5DF-421C-8EC1-6683355B1F6E}" destId="{CCAD6F85-1E80-4710-866F-801100DF1FDF}" srcOrd="1" destOrd="0" presId="urn:microsoft.com/office/officeart/2005/8/layout/orgChart1"/>
    <dgm:cxn modelId="{186579A3-E3D5-49F6-B4BA-B38D9FAA7407}" type="presParOf" srcId="{259E1D5B-A5DF-421C-8EC1-6683355B1F6E}" destId="{FA4CC0D7-B956-46E8-8528-322363223872}" srcOrd="2" destOrd="0" presId="urn:microsoft.com/office/officeart/2005/8/layout/orgChart1"/>
    <dgm:cxn modelId="{13E7CF6D-B771-4F4D-9D87-1D5273CAD635}" type="presParOf" srcId="{FF1D9FCB-3EA4-402D-AE3E-7DFE5F6B4C49}" destId="{D4279276-8483-4266-B8F7-191FD4B90472}" srcOrd="2" destOrd="0" presId="urn:microsoft.com/office/officeart/2005/8/layout/orgChart1"/>
    <dgm:cxn modelId="{9FABBCF3-7731-4C2D-B2DF-BF7645563907}" type="presParOf" srcId="{FF1D9FCB-3EA4-402D-AE3E-7DFE5F6B4C49}" destId="{98882BF4-FCA0-498B-8971-AB1B07FA5C6A}" srcOrd="3" destOrd="0" presId="urn:microsoft.com/office/officeart/2005/8/layout/orgChart1"/>
    <dgm:cxn modelId="{59F28016-590F-4C7F-94E0-FE2B405F9BE9}" type="presParOf" srcId="{98882BF4-FCA0-498B-8971-AB1B07FA5C6A}" destId="{AA0FDED6-25E5-494B-A59F-29B94D267E04}" srcOrd="0" destOrd="0" presId="urn:microsoft.com/office/officeart/2005/8/layout/orgChart1"/>
    <dgm:cxn modelId="{FDB03AFA-0E31-4597-B42D-A8D8F54E2723}" type="presParOf" srcId="{AA0FDED6-25E5-494B-A59F-29B94D267E04}" destId="{99BC8703-A174-4025-85FF-C75DF46C60C6}" srcOrd="0" destOrd="0" presId="urn:microsoft.com/office/officeart/2005/8/layout/orgChart1"/>
    <dgm:cxn modelId="{70A2813D-A152-46DE-9CC5-3E01D13D72ED}" type="presParOf" srcId="{AA0FDED6-25E5-494B-A59F-29B94D267E04}" destId="{8638C478-68E5-4ABD-9740-7FFB0B7FAACF}" srcOrd="1" destOrd="0" presId="urn:microsoft.com/office/officeart/2005/8/layout/orgChart1"/>
    <dgm:cxn modelId="{3CC1C161-2C2C-45BC-8A9C-6E754154A343}" type="presParOf" srcId="{98882BF4-FCA0-498B-8971-AB1B07FA5C6A}" destId="{0C13A68B-311C-49D4-8215-73FE538749C3}" srcOrd="1" destOrd="0" presId="urn:microsoft.com/office/officeart/2005/8/layout/orgChart1"/>
    <dgm:cxn modelId="{FCE2B578-E0A2-4F48-B4B3-A0A13B66E07F}" type="presParOf" srcId="{98882BF4-FCA0-498B-8971-AB1B07FA5C6A}" destId="{92C3082D-61E0-4AB5-82A7-0DB14C4C3EEA}" srcOrd="2" destOrd="0" presId="urn:microsoft.com/office/officeart/2005/8/layout/orgChart1"/>
    <dgm:cxn modelId="{C2FB0D61-F7BB-414A-A116-2B740A76BC06}" type="presParOf" srcId="{FF1D9FCB-3EA4-402D-AE3E-7DFE5F6B4C49}" destId="{DEFAFE0B-A2EE-411F-93B8-F317A7E63A52}" srcOrd="4" destOrd="0" presId="urn:microsoft.com/office/officeart/2005/8/layout/orgChart1"/>
    <dgm:cxn modelId="{703DE4FF-B2E2-4C9C-8ABA-2349DC296552}" type="presParOf" srcId="{FF1D9FCB-3EA4-402D-AE3E-7DFE5F6B4C49}" destId="{120419E7-097E-4DCE-89B1-776FE6C5AC11}" srcOrd="5" destOrd="0" presId="urn:microsoft.com/office/officeart/2005/8/layout/orgChart1"/>
    <dgm:cxn modelId="{498DAFD5-90AA-4529-A466-E96F919EFFC3}" type="presParOf" srcId="{120419E7-097E-4DCE-89B1-776FE6C5AC11}" destId="{E2EC8099-929B-4762-8937-A2E4BCA94E1E}" srcOrd="0" destOrd="0" presId="urn:microsoft.com/office/officeart/2005/8/layout/orgChart1"/>
    <dgm:cxn modelId="{34B69D73-AD0F-4CD4-81FC-5929385181F3}" type="presParOf" srcId="{E2EC8099-929B-4762-8937-A2E4BCA94E1E}" destId="{1501263F-B79C-468E-8CDD-A7468950138E}" srcOrd="0" destOrd="0" presId="urn:microsoft.com/office/officeart/2005/8/layout/orgChart1"/>
    <dgm:cxn modelId="{51E32EDE-392A-4962-8862-F41ACBBE2E6D}" type="presParOf" srcId="{E2EC8099-929B-4762-8937-A2E4BCA94E1E}" destId="{26738142-5499-4D58-B4BA-85EA2A4F31F7}" srcOrd="1" destOrd="0" presId="urn:microsoft.com/office/officeart/2005/8/layout/orgChart1"/>
    <dgm:cxn modelId="{204AAC3E-E000-4BF0-A64A-8C9AEDFF603E}" type="presParOf" srcId="{120419E7-097E-4DCE-89B1-776FE6C5AC11}" destId="{13D3CE6A-A94E-4A1C-B7C6-49903CACEE00}" srcOrd="1" destOrd="0" presId="urn:microsoft.com/office/officeart/2005/8/layout/orgChart1"/>
    <dgm:cxn modelId="{8544FE53-F46A-45C5-8A8E-2CEE29B09F35}" type="presParOf" srcId="{120419E7-097E-4DCE-89B1-776FE6C5AC11}" destId="{02CE83D3-1194-4C0D-ADBE-41C703F7539B}" srcOrd="2" destOrd="0" presId="urn:microsoft.com/office/officeart/2005/8/layout/orgChart1"/>
    <dgm:cxn modelId="{7B0E29A2-8D8E-4DEB-A6DD-44C95546FB0A}" type="presParOf" srcId="{C7B990F8-2663-4746-B7F4-C1245ED3E5B1}" destId="{2450479A-65C6-4E02-B15F-639A70291F72}" srcOrd="2" destOrd="0" presId="urn:microsoft.com/office/officeart/2005/8/layout/orgChart1"/>
    <dgm:cxn modelId="{75DEA79A-891D-4053-99EC-C97A26FE4ECB}" type="presParOf" srcId="{814408D5-F49D-468D-9057-0373677A51C2}" destId="{FBC60741-666D-4C9A-8E85-2FBDEFF75D1E}" srcOrd="2" destOrd="0" presId="urn:microsoft.com/office/officeart/2005/8/layout/orgChart1"/>
    <dgm:cxn modelId="{952F15FC-5150-4EC2-82C7-EFDAEE955C8E}" type="presParOf" srcId="{814408D5-F49D-468D-9057-0373677A51C2}" destId="{36D8BEBA-ECC0-4DEB-88F4-D5FFAFF94A47}" srcOrd="3" destOrd="0" presId="urn:microsoft.com/office/officeart/2005/8/layout/orgChart1"/>
    <dgm:cxn modelId="{DC071889-C789-493A-BBE8-924F5D142A1E}" type="presParOf" srcId="{36D8BEBA-ECC0-4DEB-88F4-D5FFAFF94A47}" destId="{29E9B7E3-EF0E-4C1A-9A6C-DF5133FE7179}" srcOrd="0" destOrd="0" presId="urn:microsoft.com/office/officeart/2005/8/layout/orgChart1"/>
    <dgm:cxn modelId="{568D1201-01F9-4D3F-BB59-153C4781CCD6}" type="presParOf" srcId="{29E9B7E3-EF0E-4C1A-9A6C-DF5133FE7179}" destId="{908BBE12-63B8-4DBF-90F0-B9F05A5629A5}" srcOrd="0" destOrd="0" presId="urn:microsoft.com/office/officeart/2005/8/layout/orgChart1"/>
    <dgm:cxn modelId="{F3032BDE-55EE-41DD-A914-49FAFF9B335F}" type="presParOf" srcId="{29E9B7E3-EF0E-4C1A-9A6C-DF5133FE7179}" destId="{BA7BF887-DD7B-423E-BD50-F92D1E63C723}" srcOrd="1" destOrd="0" presId="urn:microsoft.com/office/officeart/2005/8/layout/orgChart1"/>
    <dgm:cxn modelId="{6D3D5649-601C-4393-A28C-67996E8D7133}" type="presParOf" srcId="{36D8BEBA-ECC0-4DEB-88F4-D5FFAFF94A47}" destId="{92CA8C9E-36EB-4161-B350-D2C91C5AF90A}" srcOrd="1" destOrd="0" presId="urn:microsoft.com/office/officeart/2005/8/layout/orgChart1"/>
    <dgm:cxn modelId="{93C4FA73-14D2-4C05-9438-728710D54FDF}" type="presParOf" srcId="{92CA8C9E-36EB-4161-B350-D2C91C5AF90A}" destId="{1E05FC00-71E5-4353-8E51-748779809F05}" srcOrd="0" destOrd="0" presId="urn:microsoft.com/office/officeart/2005/8/layout/orgChart1"/>
    <dgm:cxn modelId="{8B0D2C1A-1BB2-4BE0-93D5-D4AC4F153C76}" type="presParOf" srcId="{92CA8C9E-36EB-4161-B350-D2C91C5AF90A}" destId="{63A9F861-96F1-4C15-B57E-978286DA849A}" srcOrd="1" destOrd="0" presId="urn:microsoft.com/office/officeart/2005/8/layout/orgChart1"/>
    <dgm:cxn modelId="{73877D0E-9F2B-4B7B-9176-7F5428813807}" type="presParOf" srcId="{63A9F861-96F1-4C15-B57E-978286DA849A}" destId="{E3987617-DB39-42CD-8DA9-720C0B0AEAD9}" srcOrd="0" destOrd="0" presId="urn:microsoft.com/office/officeart/2005/8/layout/orgChart1"/>
    <dgm:cxn modelId="{37578065-4376-49D0-9B86-7E80C35D9E73}" type="presParOf" srcId="{E3987617-DB39-42CD-8DA9-720C0B0AEAD9}" destId="{A9C2D33E-16D5-4DC6-8C89-25D55E2E6FE5}" srcOrd="0" destOrd="0" presId="urn:microsoft.com/office/officeart/2005/8/layout/orgChart1"/>
    <dgm:cxn modelId="{24BD6479-DFC2-40F0-B4B3-400854E13D37}" type="presParOf" srcId="{E3987617-DB39-42CD-8DA9-720C0B0AEAD9}" destId="{730CC6AA-114C-4C61-A978-4F15142158F1}" srcOrd="1" destOrd="0" presId="urn:microsoft.com/office/officeart/2005/8/layout/orgChart1"/>
    <dgm:cxn modelId="{8A9BC791-52CF-4E0B-8D1F-98D4BA882363}" type="presParOf" srcId="{63A9F861-96F1-4C15-B57E-978286DA849A}" destId="{91D868B7-2CFC-4245-B203-3EE9E6EE0D6F}" srcOrd="1" destOrd="0" presId="urn:microsoft.com/office/officeart/2005/8/layout/orgChart1"/>
    <dgm:cxn modelId="{7BC41A48-656F-4ADD-9D73-EB164DCDCE4A}" type="presParOf" srcId="{63A9F861-96F1-4C15-B57E-978286DA849A}" destId="{A3B7A3FF-4F74-4B9B-A146-FFB292D9A2F7}" srcOrd="2" destOrd="0" presId="urn:microsoft.com/office/officeart/2005/8/layout/orgChart1"/>
    <dgm:cxn modelId="{3D62F528-00F0-4702-8447-FF846E4EA0DC}" type="presParOf" srcId="{92CA8C9E-36EB-4161-B350-D2C91C5AF90A}" destId="{99EABC6F-1778-4829-96CB-7C411F523956}" srcOrd="2" destOrd="0" presId="urn:microsoft.com/office/officeart/2005/8/layout/orgChart1"/>
    <dgm:cxn modelId="{7DB2DBD4-A40F-4287-847B-7834A00C01B0}" type="presParOf" srcId="{92CA8C9E-36EB-4161-B350-D2C91C5AF90A}" destId="{92249DE9-002F-41E0-B8F4-ABE324F8279B}" srcOrd="3" destOrd="0" presId="urn:microsoft.com/office/officeart/2005/8/layout/orgChart1"/>
    <dgm:cxn modelId="{DC8B76F8-B2F1-4CCC-9467-DF3E20594090}" type="presParOf" srcId="{92249DE9-002F-41E0-B8F4-ABE324F8279B}" destId="{A7BD13A3-AF24-47D8-96D4-EA649C11E851}" srcOrd="0" destOrd="0" presId="urn:microsoft.com/office/officeart/2005/8/layout/orgChart1"/>
    <dgm:cxn modelId="{AEC4DDF0-BA81-4DC5-8F14-512D403EF8FE}" type="presParOf" srcId="{A7BD13A3-AF24-47D8-96D4-EA649C11E851}" destId="{EE1AC892-4167-4426-98A0-16DF128B4DD0}" srcOrd="0" destOrd="0" presId="urn:microsoft.com/office/officeart/2005/8/layout/orgChart1"/>
    <dgm:cxn modelId="{D1D09C94-C722-41D3-A550-CAA2C10F1BD7}" type="presParOf" srcId="{A7BD13A3-AF24-47D8-96D4-EA649C11E851}" destId="{918AC6D2-EA80-4EBD-A3E5-86BA4A401766}" srcOrd="1" destOrd="0" presId="urn:microsoft.com/office/officeart/2005/8/layout/orgChart1"/>
    <dgm:cxn modelId="{D6D50ABD-8F2D-481E-A2CA-904F53BFB3D7}" type="presParOf" srcId="{92249DE9-002F-41E0-B8F4-ABE324F8279B}" destId="{EBEC8069-B751-4665-BC8D-763673FB6B73}" srcOrd="1" destOrd="0" presId="urn:microsoft.com/office/officeart/2005/8/layout/orgChart1"/>
    <dgm:cxn modelId="{D45DCAD6-2D9A-4585-9828-E5F03ACFAFB5}" type="presParOf" srcId="{92249DE9-002F-41E0-B8F4-ABE324F8279B}" destId="{14F4B553-E9B6-4D1F-AA36-CAE8252C90C4}" srcOrd="2" destOrd="0" presId="urn:microsoft.com/office/officeart/2005/8/layout/orgChart1"/>
    <dgm:cxn modelId="{01AF5CA4-5DF4-47AC-A64B-A94FB38F4C62}" type="presParOf" srcId="{92CA8C9E-36EB-4161-B350-D2C91C5AF90A}" destId="{B62DE658-F46D-48CF-A277-F80B1D501F2A}" srcOrd="4" destOrd="0" presId="urn:microsoft.com/office/officeart/2005/8/layout/orgChart1"/>
    <dgm:cxn modelId="{7A7B1353-5D47-45A3-B948-4DA4365F4C8F}" type="presParOf" srcId="{92CA8C9E-36EB-4161-B350-D2C91C5AF90A}" destId="{8252A61A-8ADD-4142-A2E1-018349C51CB0}" srcOrd="5" destOrd="0" presId="urn:microsoft.com/office/officeart/2005/8/layout/orgChart1"/>
    <dgm:cxn modelId="{F3A647BA-7B66-454D-B475-A8A00F792515}" type="presParOf" srcId="{8252A61A-8ADD-4142-A2E1-018349C51CB0}" destId="{6F92D9DB-CBE6-49AB-BCB3-A5B6F40DDD39}" srcOrd="0" destOrd="0" presId="urn:microsoft.com/office/officeart/2005/8/layout/orgChart1"/>
    <dgm:cxn modelId="{2A845C2D-0F68-4FD8-A66E-9AADB04214C9}" type="presParOf" srcId="{6F92D9DB-CBE6-49AB-BCB3-A5B6F40DDD39}" destId="{3C0284F8-344A-4A27-A093-414F41BA38FC}" srcOrd="0" destOrd="0" presId="urn:microsoft.com/office/officeart/2005/8/layout/orgChart1"/>
    <dgm:cxn modelId="{D233EA7F-D84B-4AF0-BB29-6FD8D40969FE}" type="presParOf" srcId="{6F92D9DB-CBE6-49AB-BCB3-A5B6F40DDD39}" destId="{0836C8B7-2F9E-4B03-B232-12F85155C072}" srcOrd="1" destOrd="0" presId="urn:microsoft.com/office/officeart/2005/8/layout/orgChart1"/>
    <dgm:cxn modelId="{80F754FA-AB08-4F41-8AC6-A56221ACF73E}" type="presParOf" srcId="{8252A61A-8ADD-4142-A2E1-018349C51CB0}" destId="{A43CE897-8F1C-4ED9-BB28-861C89E27F34}" srcOrd="1" destOrd="0" presId="urn:microsoft.com/office/officeart/2005/8/layout/orgChart1"/>
    <dgm:cxn modelId="{A8EB8B11-D490-42C9-951B-E7D200CEC046}" type="presParOf" srcId="{8252A61A-8ADD-4142-A2E1-018349C51CB0}" destId="{AB5C97C5-ECCC-479B-9FB2-9CA60E01594D}" srcOrd="2" destOrd="0" presId="urn:microsoft.com/office/officeart/2005/8/layout/orgChart1"/>
    <dgm:cxn modelId="{7E69B230-61C6-428B-A11B-2E1177F6BE8D}" type="presParOf" srcId="{92CA8C9E-36EB-4161-B350-D2C91C5AF90A}" destId="{0E7A3006-04FB-4AB4-B887-60B4768C5D23}" srcOrd="6" destOrd="0" presId="urn:microsoft.com/office/officeart/2005/8/layout/orgChart1"/>
    <dgm:cxn modelId="{29BF2CF2-08AD-42C2-A6EC-DB889C4D3FD9}" type="presParOf" srcId="{92CA8C9E-36EB-4161-B350-D2C91C5AF90A}" destId="{EDBFAE12-1675-460B-A5D6-2899EADF486E}" srcOrd="7" destOrd="0" presId="urn:microsoft.com/office/officeart/2005/8/layout/orgChart1"/>
    <dgm:cxn modelId="{F4A4B075-7592-4A63-A7BB-548FEF7CA501}" type="presParOf" srcId="{EDBFAE12-1675-460B-A5D6-2899EADF486E}" destId="{7DDAEA4B-B501-46D1-B473-98AA84D757EC}" srcOrd="0" destOrd="0" presId="urn:microsoft.com/office/officeart/2005/8/layout/orgChart1"/>
    <dgm:cxn modelId="{0E23E482-573B-4019-B823-DC985E79872F}" type="presParOf" srcId="{7DDAEA4B-B501-46D1-B473-98AA84D757EC}" destId="{7E7C973D-B32E-4B8F-972A-21AF2D1F604D}" srcOrd="0" destOrd="0" presId="urn:microsoft.com/office/officeart/2005/8/layout/orgChart1"/>
    <dgm:cxn modelId="{7E43AB36-D315-475C-AB6D-D5DF2687D887}" type="presParOf" srcId="{7DDAEA4B-B501-46D1-B473-98AA84D757EC}" destId="{12DE6807-D68C-414E-A400-EF24C3344119}" srcOrd="1" destOrd="0" presId="urn:microsoft.com/office/officeart/2005/8/layout/orgChart1"/>
    <dgm:cxn modelId="{A95A0F57-BD3A-41A1-B8AB-C2B7411FC928}" type="presParOf" srcId="{EDBFAE12-1675-460B-A5D6-2899EADF486E}" destId="{E53AE4AA-7A00-4EBE-A644-57052C42FC1D}" srcOrd="1" destOrd="0" presId="urn:microsoft.com/office/officeart/2005/8/layout/orgChart1"/>
    <dgm:cxn modelId="{FAC40DE7-B7CD-4753-8E5D-64CB0F679449}" type="presParOf" srcId="{EDBFAE12-1675-460B-A5D6-2899EADF486E}" destId="{A9625A63-B10A-42F6-A154-5C536AF30A75}" srcOrd="2" destOrd="0" presId="urn:microsoft.com/office/officeart/2005/8/layout/orgChart1"/>
    <dgm:cxn modelId="{1F0D3428-1FEE-45C2-80AC-5B5D27DF8EC8}" type="presParOf" srcId="{92CA8C9E-36EB-4161-B350-D2C91C5AF90A}" destId="{0755148B-E93C-4E8D-BDA3-FD11FEC3ECB7}" srcOrd="8" destOrd="0" presId="urn:microsoft.com/office/officeart/2005/8/layout/orgChart1"/>
    <dgm:cxn modelId="{8A67E6BB-01F6-4767-8A42-F16AEAEA20A7}" type="presParOf" srcId="{92CA8C9E-36EB-4161-B350-D2C91C5AF90A}" destId="{FBAFA07D-9E3A-45BA-97E8-873C93FE6666}" srcOrd="9" destOrd="0" presId="urn:microsoft.com/office/officeart/2005/8/layout/orgChart1"/>
    <dgm:cxn modelId="{0E0CD26D-20D8-4A72-8910-FED89135C8E6}" type="presParOf" srcId="{FBAFA07D-9E3A-45BA-97E8-873C93FE6666}" destId="{7E740527-9E6A-416E-8AAE-779AC67EE124}" srcOrd="0" destOrd="0" presId="urn:microsoft.com/office/officeart/2005/8/layout/orgChart1"/>
    <dgm:cxn modelId="{C6FE204B-9D5B-424C-B8EE-4097D5AAC075}" type="presParOf" srcId="{7E740527-9E6A-416E-8AAE-779AC67EE124}" destId="{B3ED08DB-45AF-4ED5-BC41-036C6267D4B8}" srcOrd="0" destOrd="0" presId="urn:microsoft.com/office/officeart/2005/8/layout/orgChart1"/>
    <dgm:cxn modelId="{775BEF42-8EB9-49C2-AB80-0D591DFA3537}" type="presParOf" srcId="{7E740527-9E6A-416E-8AAE-779AC67EE124}" destId="{1E041E7A-F72A-41DD-A7A9-2BA105FB9EB7}" srcOrd="1" destOrd="0" presId="urn:microsoft.com/office/officeart/2005/8/layout/orgChart1"/>
    <dgm:cxn modelId="{BC92BAA9-BE03-4918-B53C-B4DA27A10970}" type="presParOf" srcId="{FBAFA07D-9E3A-45BA-97E8-873C93FE6666}" destId="{D0179442-0557-4144-AE61-C49CEF364545}" srcOrd="1" destOrd="0" presId="urn:microsoft.com/office/officeart/2005/8/layout/orgChart1"/>
    <dgm:cxn modelId="{C1C2D89F-7230-4CED-AFBD-2D5D8F22A108}" type="presParOf" srcId="{FBAFA07D-9E3A-45BA-97E8-873C93FE6666}" destId="{043DAF7D-5E06-4BBB-A348-3BE7F86EFAA8}" srcOrd="2" destOrd="0" presId="urn:microsoft.com/office/officeart/2005/8/layout/orgChart1"/>
    <dgm:cxn modelId="{12C985AF-E58E-4C3B-8A03-C196A1BEF47A}" type="presParOf" srcId="{92CA8C9E-36EB-4161-B350-D2C91C5AF90A}" destId="{B70B2555-E90A-438E-B9A6-E1456D48282F}" srcOrd="10" destOrd="0" presId="urn:microsoft.com/office/officeart/2005/8/layout/orgChart1"/>
    <dgm:cxn modelId="{849DD4F9-E04D-4653-AE97-6300A4024577}" type="presParOf" srcId="{92CA8C9E-36EB-4161-B350-D2C91C5AF90A}" destId="{4003B07E-6CF6-4209-95A1-67337B924169}" srcOrd="11" destOrd="0" presId="urn:microsoft.com/office/officeart/2005/8/layout/orgChart1"/>
    <dgm:cxn modelId="{2C21EBF9-1249-4D04-80B1-094C2502FD81}" type="presParOf" srcId="{4003B07E-6CF6-4209-95A1-67337B924169}" destId="{E4A32333-C1C8-4835-A684-DC7147D71BE5}" srcOrd="0" destOrd="0" presId="urn:microsoft.com/office/officeart/2005/8/layout/orgChart1"/>
    <dgm:cxn modelId="{EF419E63-A251-4FC9-9EB4-FB9E37D9BD51}" type="presParOf" srcId="{E4A32333-C1C8-4835-A684-DC7147D71BE5}" destId="{8798F0A4-E69F-44B7-B4D1-F5B764859C7E}" srcOrd="0" destOrd="0" presId="urn:microsoft.com/office/officeart/2005/8/layout/orgChart1"/>
    <dgm:cxn modelId="{3ADB51CC-EDF1-4E05-A701-B77F237C5885}" type="presParOf" srcId="{E4A32333-C1C8-4835-A684-DC7147D71BE5}" destId="{19DD56F1-6781-4FD3-B2D5-1CBD33198261}" srcOrd="1" destOrd="0" presId="urn:microsoft.com/office/officeart/2005/8/layout/orgChart1"/>
    <dgm:cxn modelId="{94D3FA47-8021-4EE7-BC35-8B796ABAA49B}" type="presParOf" srcId="{4003B07E-6CF6-4209-95A1-67337B924169}" destId="{C95DA7A5-7434-4CFE-964A-636AEF0BC574}" srcOrd="1" destOrd="0" presId="urn:microsoft.com/office/officeart/2005/8/layout/orgChart1"/>
    <dgm:cxn modelId="{D6966488-2FA9-4466-BD08-506F27B60802}" type="presParOf" srcId="{4003B07E-6CF6-4209-95A1-67337B924169}" destId="{23D7EFC4-86C7-497A-8D7E-97A71587F7BF}" srcOrd="2" destOrd="0" presId="urn:microsoft.com/office/officeart/2005/8/layout/orgChart1"/>
    <dgm:cxn modelId="{7D753BCA-5655-40CC-AD1C-E0B1AC58268E}" type="presParOf" srcId="{92CA8C9E-36EB-4161-B350-D2C91C5AF90A}" destId="{9104CC0E-926A-4D4E-8186-6E2AFDD1B9E9}" srcOrd="12" destOrd="0" presId="urn:microsoft.com/office/officeart/2005/8/layout/orgChart1"/>
    <dgm:cxn modelId="{1FDCB31A-BB87-45F5-88BD-18EAD18E3F7E}" type="presParOf" srcId="{92CA8C9E-36EB-4161-B350-D2C91C5AF90A}" destId="{C9DB83FD-52CE-49C5-B0F7-110EFA60FC0D}" srcOrd="13" destOrd="0" presId="urn:microsoft.com/office/officeart/2005/8/layout/orgChart1"/>
    <dgm:cxn modelId="{D519F409-DB77-4B88-95BF-C7A27F5C4A67}" type="presParOf" srcId="{C9DB83FD-52CE-49C5-B0F7-110EFA60FC0D}" destId="{EC30A907-0AB4-4A01-9B75-33FDEF0E5BF9}" srcOrd="0" destOrd="0" presId="urn:microsoft.com/office/officeart/2005/8/layout/orgChart1"/>
    <dgm:cxn modelId="{5AD5580F-955A-4B91-BB8D-35D1D6FABCC4}" type="presParOf" srcId="{EC30A907-0AB4-4A01-9B75-33FDEF0E5BF9}" destId="{482104FF-545B-428F-9A99-CF5DB32512B0}" srcOrd="0" destOrd="0" presId="urn:microsoft.com/office/officeart/2005/8/layout/orgChart1"/>
    <dgm:cxn modelId="{8B526348-B59C-4258-B096-C8DC65873559}" type="presParOf" srcId="{EC30A907-0AB4-4A01-9B75-33FDEF0E5BF9}" destId="{E6D7069A-46E6-4274-8313-2335409E8EA2}" srcOrd="1" destOrd="0" presId="urn:microsoft.com/office/officeart/2005/8/layout/orgChart1"/>
    <dgm:cxn modelId="{4AE495B1-307C-4D51-A8C2-E8924833A153}" type="presParOf" srcId="{C9DB83FD-52CE-49C5-B0F7-110EFA60FC0D}" destId="{0590CE13-D1E1-41E5-A06B-BE1ADFB5C966}" srcOrd="1" destOrd="0" presId="urn:microsoft.com/office/officeart/2005/8/layout/orgChart1"/>
    <dgm:cxn modelId="{EBED0F76-9FF8-4EA0-8387-98E0DD424AB9}" type="presParOf" srcId="{C9DB83FD-52CE-49C5-B0F7-110EFA60FC0D}" destId="{78DB99C5-608A-4547-A940-4CE38500B67E}" srcOrd="2" destOrd="0" presId="urn:microsoft.com/office/officeart/2005/8/layout/orgChart1"/>
    <dgm:cxn modelId="{A740AC4C-E0A0-4BDD-9931-2F0F7E65A267}" type="presParOf" srcId="{36D8BEBA-ECC0-4DEB-88F4-D5FFAFF94A47}" destId="{2E3F9D8B-E1E6-4511-AE19-1A99CAA624D7}" srcOrd="2" destOrd="0" presId="urn:microsoft.com/office/officeart/2005/8/layout/orgChart1"/>
    <dgm:cxn modelId="{1D2F400A-31BA-46E0-8FF2-F4785EA01AF3}" type="presParOf" srcId="{814408D5-F49D-468D-9057-0373677A51C2}" destId="{4DAE45F1-F1F7-4C38-9A4C-62AFA5EAC6CC}" srcOrd="4" destOrd="0" presId="urn:microsoft.com/office/officeart/2005/8/layout/orgChart1"/>
    <dgm:cxn modelId="{DA2EB63B-9EFD-4CEA-85FD-2723A47702D0}" type="presParOf" srcId="{814408D5-F49D-468D-9057-0373677A51C2}" destId="{4AEDAC77-FDB7-4C52-A7C3-B6200BAC8703}" srcOrd="5" destOrd="0" presId="urn:microsoft.com/office/officeart/2005/8/layout/orgChart1"/>
    <dgm:cxn modelId="{15F9BC06-F86E-4039-BFA1-39F29B09CCDF}" type="presParOf" srcId="{4AEDAC77-FDB7-4C52-A7C3-B6200BAC8703}" destId="{69C08878-DE9A-49C0-819A-EFCB58FAC444}" srcOrd="0" destOrd="0" presId="urn:microsoft.com/office/officeart/2005/8/layout/orgChart1"/>
    <dgm:cxn modelId="{5D699D64-9115-4797-80D4-ABA53959AE15}" type="presParOf" srcId="{69C08878-DE9A-49C0-819A-EFCB58FAC444}" destId="{36944AE6-02F6-4A89-9A7B-7E7511698CC8}" srcOrd="0" destOrd="0" presId="urn:microsoft.com/office/officeart/2005/8/layout/orgChart1"/>
    <dgm:cxn modelId="{7176EF2D-AB6A-4A0A-ADC2-6B5243399E31}" type="presParOf" srcId="{69C08878-DE9A-49C0-819A-EFCB58FAC444}" destId="{29F7BD0C-3552-4BAA-8871-5765E9B8AE86}" srcOrd="1" destOrd="0" presId="urn:microsoft.com/office/officeart/2005/8/layout/orgChart1"/>
    <dgm:cxn modelId="{523C03FF-B840-4344-B57D-51CADD3E1807}" type="presParOf" srcId="{4AEDAC77-FDB7-4C52-A7C3-B6200BAC8703}" destId="{9A51B2D9-4861-4DC7-9D4B-3F98065F6FEF}" srcOrd="1" destOrd="0" presId="urn:microsoft.com/office/officeart/2005/8/layout/orgChart1"/>
    <dgm:cxn modelId="{51F70DF4-3867-450B-9042-5C720F1FE4FC}" type="presParOf" srcId="{9A51B2D9-4861-4DC7-9D4B-3F98065F6FEF}" destId="{5E8FD173-7E5A-42E3-A545-2787CC3B6D8A}" srcOrd="0" destOrd="0" presId="urn:microsoft.com/office/officeart/2005/8/layout/orgChart1"/>
    <dgm:cxn modelId="{22238FBD-418A-427D-9AE7-A11120BD48DE}" type="presParOf" srcId="{9A51B2D9-4861-4DC7-9D4B-3F98065F6FEF}" destId="{27A85B1B-7952-4181-A034-B263F35ACC5E}" srcOrd="1" destOrd="0" presId="urn:microsoft.com/office/officeart/2005/8/layout/orgChart1"/>
    <dgm:cxn modelId="{3EB087B5-6A55-4376-94AD-CED49BB6FB16}" type="presParOf" srcId="{27A85B1B-7952-4181-A034-B263F35ACC5E}" destId="{7550810A-8A10-45E1-8F0F-385A74DFBF5A}" srcOrd="0" destOrd="0" presId="urn:microsoft.com/office/officeart/2005/8/layout/orgChart1"/>
    <dgm:cxn modelId="{3E33B231-0128-4C1C-951F-CCE9D0112C4B}" type="presParOf" srcId="{7550810A-8A10-45E1-8F0F-385A74DFBF5A}" destId="{38FC13C1-621D-4608-A5D0-F96825BE43AC}" srcOrd="0" destOrd="0" presId="urn:microsoft.com/office/officeart/2005/8/layout/orgChart1"/>
    <dgm:cxn modelId="{ECA4B268-9D16-4FC0-BF40-DF3976283A9B}" type="presParOf" srcId="{7550810A-8A10-45E1-8F0F-385A74DFBF5A}" destId="{D28191E5-28C5-4EF5-8D20-044A1D26FE3D}" srcOrd="1" destOrd="0" presId="urn:microsoft.com/office/officeart/2005/8/layout/orgChart1"/>
    <dgm:cxn modelId="{98ACC25A-5568-4405-B281-F249EE43A485}" type="presParOf" srcId="{27A85B1B-7952-4181-A034-B263F35ACC5E}" destId="{E6B63FCD-21CF-4881-B05E-E43C63E01EDE}" srcOrd="1" destOrd="0" presId="urn:microsoft.com/office/officeart/2005/8/layout/orgChart1"/>
    <dgm:cxn modelId="{405996CC-72B4-4034-86C6-9ABE5C8E2019}" type="presParOf" srcId="{27A85B1B-7952-4181-A034-B263F35ACC5E}" destId="{B0ED5D27-06FA-4309-8AD9-30BB37442164}" srcOrd="2" destOrd="0" presId="urn:microsoft.com/office/officeart/2005/8/layout/orgChart1"/>
    <dgm:cxn modelId="{40BF5084-8994-46BE-A3EA-825C948AC973}" type="presParOf" srcId="{9A51B2D9-4861-4DC7-9D4B-3F98065F6FEF}" destId="{F749EA20-C4CF-43FF-A607-AC516B713D48}" srcOrd="2" destOrd="0" presId="urn:microsoft.com/office/officeart/2005/8/layout/orgChart1"/>
    <dgm:cxn modelId="{4CB8D99B-1018-4AA6-9C09-6A88D294ABEB}" type="presParOf" srcId="{9A51B2D9-4861-4DC7-9D4B-3F98065F6FEF}" destId="{33629036-AC1F-45B7-B58B-8DBF2393CAF2}" srcOrd="3" destOrd="0" presId="urn:microsoft.com/office/officeart/2005/8/layout/orgChart1"/>
    <dgm:cxn modelId="{F9F03BEC-8B54-4C31-B72C-91C9260510EB}" type="presParOf" srcId="{33629036-AC1F-45B7-B58B-8DBF2393CAF2}" destId="{CEA303A6-4AA7-4C2B-83D8-81613699450C}" srcOrd="0" destOrd="0" presId="urn:microsoft.com/office/officeart/2005/8/layout/orgChart1"/>
    <dgm:cxn modelId="{548B1BA7-6459-4049-A1DA-DD01C7180FE9}" type="presParOf" srcId="{CEA303A6-4AA7-4C2B-83D8-81613699450C}" destId="{97DB5454-A1A5-4903-AE11-921987EBD896}" srcOrd="0" destOrd="0" presId="urn:microsoft.com/office/officeart/2005/8/layout/orgChart1"/>
    <dgm:cxn modelId="{59DEE783-34BC-454B-AF09-7A3E37AFAABD}" type="presParOf" srcId="{CEA303A6-4AA7-4C2B-83D8-81613699450C}" destId="{A0CA81C2-85C4-4A94-B993-EA99591ED629}" srcOrd="1" destOrd="0" presId="urn:microsoft.com/office/officeart/2005/8/layout/orgChart1"/>
    <dgm:cxn modelId="{EF47D21A-9556-4A34-9838-CB6738FF5202}" type="presParOf" srcId="{33629036-AC1F-45B7-B58B-8DBF2393CAF2}" destId="{2AFA8F4A-25DF-451C-BFDA-EE80A9332BB4}" srcOrd="1" destOrd="0" presId="urn:microsoft.com/office/officeart/2005/8/layout/orgChart1"/>
    <dgm:cxn modelId="{B1179AF7-7060-4901-B34C-8A8ADE368F69}" type="presParOf" srcId="{33629036-AC1F-45B7-B58B-8DBF2393CAF2}" destId="{6C786E06-C5CE-4DF1-A0A7-D09DB5A6C927}" srcOrd="2" destOrd="0" presId="urn:microsoft.com/office/officeart/2005/8/layout/orgChart1"/>
    <dgm:cxn modelId="{D99E3909-EA26-4F35-B0E2-043CA89EF6AE}" type="presParOf" srcId="{9A51B2D9-4861-4DC7-9D4B-3F98065F6FEF}" destId="{4FD5750D-E42E-4CCF-BE26-0FEB82C8FDFE}" srcOrd="4" destOrd="0" presId="urn:microsoft.com/office/officeart/2005/8/layout/orgChart1"/>
    <dgm:cxn modelId="{4B5CF056-C342-4B2D-B0AA-32FA46B558DA}" type="presParOf" srcId="{9A51B2D9-4861-4DC7-9D4B-3F98065F6FEF}" destId="{1A8A847E-A82F-4344-9EF0-26CF20D0FF04}" srcOrd="5" destOrd="0" presId="urn:microsoft.com/office/officeart/2005/8/layout/orgChart1"/>
    <dgm:cxn modelId="{9B7559C2-228B-4218-A9F8-A2ABA8C160D8}" type="presParOf" srcId="{1A8A847E-A82F-4344-9EF0-26CF20D0FF04}" destId="{E1E27AC6-05BC-4AAF-8062-6D461374578D}" srcOrd="0" destOrd="0" presId="urn:microsoft.com/office/officeart/2005/8/layout/orgChart1"/>
    <dgm:cxn modelId="{8F64085C-D356-48DA-9B67-A107953281D5}" type="presParOf" srcId="{E1E27AC6-05BC-4AAF-8062-6D461374578D}" destId="{27D047DE-1A9A-4C54-AAA6-F091AF0193F7}" srcOrd="0" destOrd="0" presId="urn:microsoft.com/office/officeart/2005/8/layout/orgChart1"/>
    <dgm:cxn modelId="{68F4F619-43BF-4048-9E49-5BB4E5C2EA9A}" type="presParOf" srcId="{E1E27AC6-05BC-4AAF-8062-6D461374578D}" destId="{61CFD422-A143-4ABD-90B2-C18CF33305EA}" srcOrd="1" destOrd="0" presId="urn:microsoft.com/office/officeart/2005/8/layout/orgChart1"/>
    <dgm:cxn modelId="{AAB628D7-F9DB-46A2-B24B-5FCB9CCD16C0}" type="presParOf" srcId="{1A8A847E-A82F-4344-9EF0-26CF20D0FF04}" destId="{4E41EAFF-3427-432C-BB10-29D4FF930C43}" srcOrd="1" destOrd="0" presId="urn:microsoft.com/office/officeart/2005/8/layout/orgChart1"/>
    <dgm:cxn modelId="{3B7E7075-422B-4C9F-99CB-5AA487B0B37B}" type="presParOf" srcId="{1A8A847E-A82F-4344-9EF0-26CF20D0FF04}" destId="{E699E4F8-7D03-4B93-AB4B-C147D010D3D8}" srcOrd="2" destOrd="0" presId="urn:microsoft.com/office/officeart/2005/8/layout/orgChart1"/>
    <dgm:cxn modelId="{56687DEF-7E51-4FFE-9B13-11BD96325A26}" type="presParOf" srcId="{4AEDAC77-FDB7-4C52-A7C3-B6200BAC8703}" destId="{04A8C231-AB08-41A0-A1F8-D60C462885AD}" srcOrd="2" destOrd="0" presId="urn:microsoft.com/office/officeart/2005/8/layout/orgChart1"/>
    <dgm:cxn modelId="{CF260E4D-9C77-446A-BE60-08B49470F190}" type="presParOf" srcId="{814408D5-F49D-468D-9057-0373677A51C2}" destId="{98206F9B-7AF6-4652-AB5C-916166CB5354}" srcOrd="6" destOrd="0" presId="urn:microsoft.com/office/officeart/2005/8/layout/orgChart1"/>
    <dgm:cxn modelId="{51E6D56E-127D-4605-B580-C001E2155BB9}" type="presParOf" srcId="{814408D5-F49D-468D-9057-0373677A51C2}" destId="{A6E7F5B6-58A5-4877-A0ED-8BDF50258A6C}" srcOrd="7" destOrd="0" presId="urn:microsoft.com/office/officeart/2005/8/layout/orgChart1"/>
    <dgm:cxn modelId="{117601F8-0093-484F-BD89-99B472BF6CA9}" type="presParOf" srcId="{A6E7F5B6-58A5-4877-A0ED-8BDF50258A6C}" destId="{ABD2755D-CF84-4801-BBBF-3CE39529B6C7}" srcOrd="0" destOrd="0" presId="urn:microsoft.com/office/officeart/2005/8/layout/orgChart1"/>
    <dgm:cxn modelId="{9492D569-BD32-4A71-AD53-F36B12EFD12C}" type="presParOf" srcId="{ABD2755D-CF84-4801-BBBF-3CE39529B6C7}" destId="{DB735B7A-28B8-4C3B-9863-B17BE7AC949F}" srcOrd="0" destOrd="0" presId="urn:microsoft.com/office/officeart/2005/8/layout/orgChart1"/>
    <dgm:cxn modelId="{682A45D2-33E9-4E62-B19C-4C4671BCA262}" type="presParOf" srcId="{ABD2755D-CF84-4801-BBBF-3CE39529B6C7}" destId="{5288D403-DA7D-4D90-ACC5-7542244978B1}" srcOrd="1" destOrd="0" presId="urn:microsoft.com/office/officeart/2005/8/layout/orgChart1"/>
    <dgm:cxn modelId="{9BCDE514-E7B3-43A5-9560-BFFAA34661B7}" type="presParOf" srcId="{A6E7F5B6-58A5-4877-A0ED-8BDF50258A6C}" destId="{02EA4003-4F62-49C0-B5A6-569F97624EF7}" srcOrd="1" destOrd="0" presId="urn:microsoft.com/office/officeart/2005/8/layout/orgChart1"/>
    <dgm:cxn modelId="{C1DAAE79-3942-407E-A333-CD58539D48E6}" type="presParOf" srcId="{02EA4003-4F62-49C0-B5A6-569F97624EF7}" destId="{55BB8BB7-0787-442C-BE1C-E402593ABB57}" srcOrd="0" destOrd="0" presId="urn:microsoft.com/office/officeart/2005/8/layout/orgChart1"/>
    <dgm:cxn modelId="{0369B0CA-A7B4-4781-9A2D-0CF558DF5039}" type="presParOf" srcId="{02EA4003-4F62-49C0-B5A6-569F97624EF7}" destId="{F89E7CCF-3BC3-41DC-9AB3-0F43CB0EB7D4}" srcOrd="1" destOrd="0" presId="urn:microsoft.com/office/officeart/2005/8/layout/orgChart1"/>
    <dgm:cxn modelId="{490D76FE-7992-46C2-9B9E-E02C6D02F47E}" type="presParOf" srcId="{F89E7CCF-3BC3-41DC-9AB3-0F43CB0EB7D4}" destId="{61DA9F15-FD08-4E21-9931-77BAACC27E44}" srcOrd="0" destOrd="0" presId="urn:microsoft.com/office/officeart/2005/8/layout/orgChart1"/>
    <dgm:cxn modelId="{AE504F07-498C-4C08-A532-AD678C8D222D}" type="presParOf" srcId="{61DA9F15-FD08-4E21-9931-77BAACC27E44}" destId="{186BDEA5-4E36-4323-8EB9-0985FE26F52D}" srcOrd="0" destOrd="0" presId="urn:microsoft.com/office/officeart/2005/8/layout/orgChart1"/>
    <dgm:cxn modelId="{76CC2D94-ECED-42F7-8CE8-AA7AFD13B05E}" type="presParOf" srcId="{61DA9F15-FD08-4E21-9931-77BAACC27E44}" destId="{36F773C9-1692-4725-A234-4A3182F5E222}" srcOrd="1" destOrd="0" presId="urn:microsoft.com/office/officeart/2005/8/layout/orgChart1"/>
    <dgm:cxn modelId="{B1CFF558-52C2-4102-94AF-2E448F7AB33D}" type="presParOf" srcId="{F89E7CCF-3BC3-41DC-9AB3-0F43CB0EB7D4}" destId="{6A7A8F02-DD45-4009-A317-8DC94804B4C6}" srcOrd="1" destOrd="0" presId="urn:microsoft.com/office/officeart/2005/8/layout/orgChart1"/>
    <dgm:cxn modelId="{EC15AA2C-72A2-4509-A4C8-829DE2B5E41B}" type="presParOf" srcId="{F89E7CCF-3BC3-41DC-9AB3-0F43CB0EB7D4}" destId="{0FC79DED-2E35-4848-8DF8-D3F4051EA46C}" srcOrd="2" destOrd="0" presId="urn:microsoft.com/office/officeart/2005/8/layout/orgChart1"/>
    <dgm:cxn modelId="{82FE9ECA-C5E7-4B36-BEA9-ED0E48D22A02}" type="presParOf" srcId="{02EA4003-4F62-49C0-B5A6-569F97624EF7}" destId="{96F10A2B-D5AE-4D86-B4ED-8CBC8A5C146F}" srcOrd="2" destOrd="0" presId="urn:microsoft.com/office/officeart/2005/8/layout/orgChart1"/>
    <dgm:cxn modelId="{87AA6908-D2D3-422B-8A97-109E9E114B10}" type="presParOf" srcId="{02EA4003-4F62-49C0-B5A6-569F97624EF7}" destId="{12667947-7024-4DAE-838D-54F356E5A566}" srcOrd="3" destOrd="0" presId="urn:microsoft.com/office/officeart/2005/8/layout/orgChart1"/>
    <dgm:cxn modelId="{6DB3684B-4B03-4D45-A0FD-0FEE39682807}" type="presParOf" srcId="{12667947-7024-4DAE-838D-54F356E5A566}" destId="{2660E5A6-817A-42B9-A6A2-B99A74848F01}" srcOrd="0" destOrd="0" presId="urn:microsoft.com/office/officeart/2005/8/layout/orgChart1"/>
    <dgm:cxn modelId="{CB46E0D8-53B4-4936-9DA8-945C61299072}" type="presParOf" srcId="{2660E5A6-817A-42B9-A6A2-B99A74848F01}" destId="{FF141B75-6FE3-4973-BC64-406FA62900D8}" srcOrd="0" destOrd="0" presId="urn:microsoft.com/office/officeart/2005/8/layout/orgChart1"/>
    <dgm:cxn modelId="{DA9DD9F7-C370-45E5-9D6A-FD39654F4D5D}" type="presParOf" srcId="{2660E5A6-817A-42B9-A6A2-B99A74848F01}" destId="{0F6704C5-DAB1-42E0-A5C8-8CBC24A564AD}" srcOrd="1" destOrd="0" presId="urn:microsoft.com/office/officeart/2005/8/layout/orgChart1"/>
    <dgm:cxn modelId="{3DAB1E1F-3400-4386-A5AB-F0F13DF056AA}" type="presParOf" srcId="{12667947-7024-4DAE-838D-54F356E5A566}" destId="{BAE89365-C6B4-4329-9820-D6A0A128EE9F}" srcOrd="1" destOrd="0" presId="urn:microsoft.com/office/officeart/2005/8/layout/orgChart1"/>
    <dgm:cxn modelId="{7DF72BB6-7406-4ED4-91A6-AF48A5F9212F}" type="presParOf" srcId="{12667947-7024-4DAE-838D-54F356E5A566}" destId="{069F81F4-FE26-45CF-9757-7C25F14D0B3F}" srcOrd="2" destOrd="0" presId="urn:microsoft.com/office/officeart/2005/8/layout/orgChart1"/>
    <dgm:cxn modelId="{3A8E8424-2FC0-4F23-9D2A-0044B338B43A}" type="presParOf" srcId="{02EA4003-4F62-49C0-B5A6-569F97624EF7}" destId="{AF28D9E9-CA05-4B17-9A23-6089D2F985A0}" srcOrd="4" destOrd="0" presId="urn:microsoft.com/office/officeart/2005/8/layout/orgChart1"/>
    <dgm:cxn modelId="{8527833D-93C6-4380-A733-1B327D288D7C}" type="presParOf" srcId="{02EA4003-4F62-49C0-B5A6-569F97624EF7}" destId="{6C809F5F-9905-4542-ACB0-FD4B32206D82}" srcOrd="5" destOrd="0" presId="urn:microsoft.com/office/officeart/2005/8/layout/orgChart1"/>
    <dgm:cxn modelId="{C873C1B8-E0A9-41DD-B3BD-868A995EE098}" type="presParOf" srcId="{6C809F5F-9905-4542-ACB0-FD4B32206D82}" destId="{B81C2A15-6233-4061-BD41-D6D01901D175}" srcOrd="0" destOrd="0" presId="urn:microsoft.com/office/officeart/2005/8/layout/orgChart1"/>
    <dgm:cxn modelId="{6BD4CA3F-336E-4230-AF68-4E5A98644CD9}" type="presParOf" srcId="{B81C2A15-6233-4061-BD41-D6D01901D175}" destId="{2E8ABDDA-4C1F-4F32-8341-D269558C7263}" srcOrd="0" destOrd="0" presId="urn:microsoft.com/office/officeart/2005/8/layout/orgChart1"/>
    <dgm:cxn modelId="{0A8AF1BE-9ED9-4ED1-982D-8B5C885B79EB}" type="presParOf" srcId="{B81C2A15-6233-4061-BD41-D6D01901D175}" destId="{1C021391-D7A5-4281-AB0C-FDC549130B26}" srcOrd="1" destOrd="0" presId="urn:microsoft.com/office/officeart/2005/8/layout/orgChart1"/>
    <dgm:cxn modelId="{2D04AD9C-7337-4F37-B324-D215C44CA5BE}" type="presParOf" srcId="{6C809F5F-9905-4542-ACB0-FD4B32206D82}" destId="{AE999D4B-27BD-4906-9AE2-5E8419E8FBBD}" srcOrd="1" destOrd="0" presId="urn:microsoft.com/office/officeart/2005/8/layout/orgChart1"/>
    <dgm:cxn modelId="{B4201DA2-FCDA-4A6B-A000-55C73417D339}" type="presParOf" srcId="{6C809F5F-9905-4542-ACB0-FD4B32206D82}" destId="{4CE2F647-09B6-49BB-8374-415B2D451C35}" srcOrd="2" destOrd="0" presId="urn:microsoft.com/office/officeart/2005/8/layout/orgChart1"/>
    <dgm:cxn modelId="{7C5CB50C-83CF-44EF-BBD9-617D82BF0881}" type="presParOf" srcId="{02EA4003-4F62-49C0-B5A6-569F97624EF7}" destId="{C55A33CB-C485-4DB5-A2AE-246CE790321B}" srcOrd="6" destOrd="0" presId="urn:microsoft.com/office/officeart/2005/8/layout/orgChart1"/>
    <dgm:cxn modelId="{152E4851-24A5-4D4E-B402-34DAD5B13A55}" type="presParOf" srcId="{02EA4003-4F62-49C0-B5A6-569F97624EF7}" destId="{F928EE23-443F-4931-AE9E-E3AC91F26437}" srcOrd="7" destOrd="0" presId="urn:microsoft.com/office/officeart/2005/8/layout/orgChart1"/>
    <dgm:cxn modelId="{6A5FD7BE-C108-42CF-8D01-B1688ED20EE9}" type="presParOf" srcId="{F928EE23-443F-4931-AE9E-E3AC91F26437}" destId="{539A9AB9-895E-4DC1-B72D-5060A12C15E5}" srcOrd="0" destOrd="0" presId="urn:microsoft.com/office/officeart/2005/8/layout/orgChart1"/>
    <dgm:cxn modelId="{716B7BB7-BA24-4D10-9342-A654DAA34720}" type="presParOf" srcId="{539A9AB9-895E-4DC1-B72D-5060A12C15E5}" destId="{59B13B6D-559D-4577-B88C-E4EBB5B9330F}" srcOrd="0" destOrd="0" presId="urn:microsoft.com/office/officeart/2005/8/layout/orgChart1"/>
    <dgm:cxn modelId="{0F6E30AE-089B-48E9-A3C8-EA5F4D4BCB24}" type="presParOf" srcId="{539A9AB9-895E-4DC1-B72D-5060A12C15E5}" destId="{61AC0E62-BBAB-4EAC-B3BD-17AC83B422D3}" srcOrd="1" destOrd="0" presId="urn:microsoft.com/office/officeart/2005/8/layout/orgChart1"/>
    <dgm:cxn modelId="{B6DBD26C-B0D7-404D-B5C4-091B9B25B610}" type="presParOf" srcId="{F928EE23-443F-4931-AE9E-E3AC91F26437}" destId="{748A93CC-9704-40F9-8173-6B038CDCD33F}" srcOrd="1" destOrd="0" presId="urn:microsoft.com/office/officeart/2005/8/layout/orgChart1"/>
    <dgm:cxn modelId="{9CB04037-8131-4890-883E-2EAE589E5978}" type="presParOf" srcId="{F928EE23-443F-4931-AE9E-E3AC91F26437}" destId="{16E63225-4D62-459D-80F7-24F3966DC046}" srcOrd="2" destOrd="0" presId="urn:microsoft.com/office/officeart/2005/8/layout/orgChart1"/>
    <dgm:cxn modelId="{36E4C9B6-ABEB-49F7-850F-8092DFCDD92C}" type="presParOf" srcId="{02EA4003-4F62-49C0-B5A6-569F97624EF7}" destId="{9DD19C2F-17F6-4DCD-89CD-5E8F22A4790C}" srcOrd="8" destOrd="0" presId="urn:microsoft.com/office/officeart/2005/8/layout/orgChart1"/>
    <dgm:cxn modelId="{84B4F9E8-C71B-4C80-9266-F6E8A05AEED1}" type="presParOf" srcId="{02EA4003-4F62-49C0-B5A6-569F97624EF7}" destId="{1824C079-82A6-419C-AF98-27E5A426E23F}" srcOrd="9" destOrd="0" presId="urn:microsoft.com/office/officeart/2005/8/layout/orgChart1"/>
    <dgm:cxn modelId="{6E4CB5E8-36D2-4C4A-9FD1-96F49E13C5D5}" type="presParOf" srcId="{1824C079-82A6-419C-AF98-27E5A426E23F}" destId="{C042200B-FA2A-439E-8F06-8E1396B0D8E7}" srcOrd="0" destOrd="0" presId="urn:microsoft.com/office/officeart/2005/8/layout/orgChart1"/>
    <dgm:cxn modelId="{2C562A06-6CC2-4FCC-A7EC-EBCE8E246817}" type="presParOf" srcId="{C042200B-FA2A-439E-8F06-8E1396B0D8E7}" destId="{C1D893FA-15AF-4B87-9690-0131022377B6}" srcOrd="0" destOrd="0" presId="urn:microsoft.com/office/officeart/2005/8/layout/orgChart1"/>
    <dgm:cxn modelId="{482C6734-5AC9-40FC-8BD7-746317525F7A}" type="presParOf" srcId="{C042200B-FA2A-439E-8F06-8E1396B0D8E7}" destId="{3E48039E-7EF6-48C5-9DED-BBFA2764DBCB}" srcOrd="1" destOrd="0" presId="urn:microsoft.com/office/officeart/2005/8/layout/orgChart1"/>
    <dgm:cxn modelId="{9D0EBC18-8C6D-4670-B2B3-876E7EEA870F}" type="presParOf" srcId="{1824C079-82A6-419C-AF98-27E5A426E23F}" destId="{95F8B9B3-E7E9-47F9-841F-91AA083BC335}" srcOrd="1" destOrd="0" presId="urn:microsoft.com/office/officeart/2005/8/layout/orgChart1"/>
    <dgm:cxn modelId="{63F2F198-1915-4B9A-AC12-3F613E8F03EE}" type="presParOf" srcId="{1824C079-82A6-419C-AF98-27E5A426E23F}" destId="{A5BD1076-D21C-4648-985F-C824D17F1175}" srcOrd="2" destOrd="0" presId="urn:microsoft.com/office/officeart/2005/8/layout/orgChart1"/>
    <dgm:cxn modelId="{39ACF239-241A-4172-8558-C740CBA3F718}" type="presParOf" srcId="{A6E7F5B6-58A5-4877-A0ED-8BDF50258A6C}" destId="{992539FE-DC18-4B3C-BDED-2DFFE5802CB6}" srcOrd="2" destOrd="0" presId="urn:microsoft.com/office/officeart/2005/8/layout/orgChart1"/>
    <dgm:cxn modelId="{5D846667-1DA7-4326-A21B-DFA83A230C48}" type="presParOf" srcId="{814408D5-F49D-468D-9057-0373677A51C2}" destId="{81953FDB-271D-4ADF-976F-14F165D0B507}" srcOrd="8" destOrd="0" presId="urn:microsoft.com/office/officeart/2005/8/layout/orgChart1"/>
    <dgm:cxn modelId="{8048409B-A21B-40A8-92CC-EB758A8D4CF6}" type="presParOf" srcId="{814408D5-F49D-468D-9057-0373677A51C2}" destId="{D3732F57-D65F-490F-AC22-A19DAD63BCCF}" srcOrd="9" destOrd="0" presId="urn:microsoft.com/office/officeart/2005/8/layout/orgChart1"/>
    <dgm:cxn modelId="{B3F59112-03EF-47EA-858D-30F85A5F0712}" type="presParOf" srcId="{D3732F57-D65F-490F-AC22-A19DAD63BCCF}" destId="{31BB9B38-8FD9-4986-918D-B58B4D72BC8D}" srcOrd="0" destOrd="0" presId="urn:microsoft.com/office/officeart/2005/8/layout/orgChart1"/>
    <dgm:cxn modelId="{E4A8C895-9DC9-4DE8-860E-378DCD525284}" type="presParOf" srcId="{31BB9B38-8FD9-4986-918D-B58B4D72BC8D}" destId="{300F72C8-423F-4D7A-8511-F54946BD9910}" srcOrd="0" destOrd="0" presId="urn:microsoft.com/office/officeart/2005/8/layout/orgChart1"/>
    <dgm:cxn modelId="{3FAEAB20-B68B-402B-8409-75407E3AC69F}" type="presParOf" srcId="{31BB9B38-8FD9-4986-918D-B58B4D72BC8D}" destId="{87EEC985-6495-408B-BC43-9F3C0A3C6351}" srcOrd="1" destOrd="0" presId="urn:microsoft.com/office/officeart/2005/8/layout/orgChart1"/>
    <dgm:cxn modelId="{24EE0C9C-ED90-47BF-8B7F-B21914152A03}" type="presParOf" srcId="{D3732F57-D65F-490F-AC22-A19DAD63BCCF}" destId="{E8812FE2-75B7-4EE1-8234-7954E1B1C2B0}" srcOrd="1" destOrd="0" presId="urn:microsoft.com/office/officeart/2005/8/layout/orgChart1"/>
    <dgm:cxn modelId="{1D4727DC-0130-4B0E-AAF4-21C38392A346}" type="presParOf" srcId="{E8812FE2-75B7-4EE1-8234-7954E1B1C2B0}" destId="{8430D391-D833-441C-A119-CB8CF75A5DE3}" srcOrd="0" destOrd="0" presId="urn:microsoft.com/office/officeart/2005/8/layout/orgChart1"/>
    <dgm:cxn modelId="{28524F95-E54B-4195-AA6D-5AD3AAED4F4C}" type="presParOf" srcId="{E8812FE2-75B7-4EE1-8234-7954E1B1C2B0}" destId="{97BD8D0C-FFF2-42EF-A9D9-2576A735AA38}" srcOrd="1" destOrd="0" presId="urn:microsoft.com/office/officeart/2005/8/layout/orgChart1"/>
    <dgm:cxn modelId="{B211AB66-1514-4618-8DF7-4C873174C2EF}" type="presParOf" srcId="{97BD8D0C-FFF2-42EF-A9D9-2576A735AA38}" destId="{673EAC19-9319-4AAC-87C9-6F0289EED33A}" srcOrd="0" destOrd="0" presId="urn:microsoft.com/office/officeart/2005/8/layout/orgChart1"/>
    <dgm:cxn modelId="{98CD4E77-F504-4CF0-A37F-EF0D43D54045}" type="presParOf" srcId="{673EAC19-9319-4AAC-87C9-6F0289EED33A}" destId="{50ED118C-FD6F-4995-9C88-655CACB534B0}" srcOrd="0" destOrd="0" presId="urn:microsoft.com/office/officeart/2005/8/layout/orgChart1"/>
    <dgm:cxn modelId="{22D089B0-07A8-4988-8AF6-015E1114247D}" type="presParOf" srcId="{673EAC19-9319-4AAC-87C9-6F0289EED33A}" destId="{FFF2F7F3-4F8A-4989-9473-A935AF8F85D1}" srcOrd="1" destOrd="0" presId="urn:microsoft.com/office/officeart/2005/8/layout/orgChart1"/>
    <dgm:cxn modelId="{63AC3F8E-5CC9-4DF6-90CB-332A92756A50}" type="presParOf" srcId="{97BD8D0C-FFF2-42EF-A9D9-2576A735AA38}" destId="{6A99A882-0B47-4F2B-9983-AD7D869B7D6A}" srcOrd="1" destOrd="0" presId="urn:microsoft.com/office/officeart/2005/8/layout/orgChart1"/>
    <dgm:cxn modelId="{9175F97B-2878-45BB-98D0-3AF589BD5C3F}" type="presParOf" srcId="{97BD8D0C-FFF2-42EF-A9D9-2576A735AA38}" destId="{99A0D3D6-3E07-488E-A559-85B311396774}" srcOrd="2" destOrd="0" presId="urn:microsoft.com/office/officeart/2005/8/layout/orgChart1"/>
    <dgm:cxn modelId="{D1097BAC-00DD-448D-B00D-07AA19F0F188}" type="presParOf" srcId="{E8812FE2-75B7-4EE1-8234-7954E1B1C2B0}" destId="{A6C3C22F-50C7-401B-AA59-08C36F3AD5FF}" srcOrd="2" destOrd="0" presId="urn:microsoft.com/office/officeart/2005/8/layout/orgChart1"/>
    <dgm:cxn modelId="{D9A1D752-53CB-4B0B-8059-22BAF9C47ABB}" type="presParOf" srcId="{E8812FE2-75B7-4EE1-8234-7954E1B1C2B0}" destId="{48C859C3-E01E-4EFE-9AF9-E8A7891E88E8}" srcOrd="3" destOrd="0" presId="urn:microsoft.com/office/officeart/2005/8/layout/orgChart1"/>
    <dgm:cxn modelId="{8489DFC4-3980-4669-8F4A-257764AA74EF}" type="presParOf" srcId="{48C859C3-E01E-4EFE-9AF9-E8A7891E88E8}" destId="{77B59A29-BD06-4E87-B009-878BEAB35C39}" srcOrd="0" destOrd="0" presId="urn:microsoft.com/office/officeart/2005/8/layout/orgChart1"/>
    <dgm:cxn modelId="{BA910E36-07F9-4428-B51B-15A77360FD8A}" type="presParOf" srcId="{77B59A29-BD06-4E87-B009-878BEAB35C39}" destId="{8D0B0D71-5EB7-4544-92A0-4F1F9CC28B2A}" srcOrd="0" destOrd="0" presId="urn:microsoft.com/office/officeart/2005/8/layout/orgChart1"/>
    <dgm:cxn modelId="{71B22670-CE09-4B79-B728-A3DC077EA4C7}" type="presParOf" srcId="{77B59A29-BD06-4E87-B009-878BEAB35C39}" destId="{07E8B9D2-4452-4027-9655-C28071B502FF}" srcOrd="1" destOrd="0" presId="urn:microsoft.com/office/officeart/2005/8/layout/orgChart1"/>
    <dgm:cxn modelId="{96056D23-01E9-451B-88CE-14212D3CAC97}" type="presParOf" srcId="{48C859C3-E01E-4EFE-9AF9-E8A7891E88E8}" destId="{709B1BBA-F50F-4384-BE52-BBA3DF349F29}" srcOrd="1" destOrd="0" presId="urn:microsoft.com/office/officeart/2005/8/layout/orgChart1"/>
    <dgm:cxn modelId="{04CAD37F-F2E6-4564-93FC-818B374F29D3}" type="presParOf" srcId="{48C859C3-E01E-4EFE-9AF9-E8A7891E88E8}" destId="{0B35E10B-1C52-492D-8FC9-7D14FA8F3ADA}" srcOrd="2" destOrd="0" presId="urn:microsoft.com/office/officeart/2005/8/layout/orgChart1"/>
    <dgm:cxn modelId="{FA70F922-5EC7-41CA-8E9E-D8B5ED53632E}" type="presParOf" srcId="{E8812FE2-75B7-4EE1-8234-7954E1B1C2B0}" destId="{66859F49-5CAF-49A3-B800-DED4D28E832B}" srcOrd="4" destOrd="0" presId="urn:microsoft.com/office/officeart/2005/8/layout/orgChart1"/>
    <dgm:cxn modelId="{5B43BF61-478C-48CB-BBE0-A872DE0F2A73}" type="presParOf" srcId="{E8812FE2-75B7-4EE1-8234-7954E1B1C2B0}" destId="{18B42742-8FDB-4170-8EDE-F0D6B3FF1F0A}" srcOrd="5" destOrd="0" presId="urn:microsoft.com/office/officeart/2005/8/layout/orgChart1"/>
    <dgm:cxn modelId="{2086448B-924D-4912-BBBE-C112510F4894}" type="presParOf" srcId="{18B42742-8FDB-4170-8EDE-F0D6B3FF1F0A}" destId="{A9619A70-F8EA-41AC-B4F7-B48D81A10041}" srcOrd="0" destOrd="0" presId="urn:microsoft.com/office/officeart/2005/8/layout/orgChart1"/>
    <dgm:cxn modelId="{FAB6A732-45BF-463B-880A-AA1D562270B9}" type="presParOf" srcId="{A9619A70-F8EA-41AC-B4F7-B48D81A10041}" destId="{5E61FF5F-169C-414C-B100-D42E86D2450C}" srcOrd="0" destOrd="0" presId="urn:microsoft.com/office/officeart/2005/8/layout/orgChart1"/>
    <dgm:cxn modelId="{13708B6B-AA28-467F-991B-5078EFDF1DB7}" type="presParOf" srcId="{A9619A70-F8EA-41AC-B4F7-B48D81A10041}" destId="{D037B0CF-C9AD-4490-B45E-1A6DFD6F0D7C}" srcOrd="1" destOrd="0" presId="urn:microsoft.com/office/officeart/2005/8/layout/orgChart1"/>
    <dgm:cxn modelId="{3D4E6F75-9B8A-4DD1-B5A0-58A59ED04C2D}" type="presParOf" srcId="{18B42742-8FDB-4170-8EDE-F0D6B3FF1F0A}" destId="{EB04D943-56EF-4F9B-99EE-BBEA7B2740B3}" srcOrd="1" destOrd="0" presId="urn:microsoft.com/office/officeart/2005/8/layout/orgChart1"/>
    <dgm:cxn modelId="{BA3910E4-C23D-430D-8BC8-6D42673F5CC4}" type="presParOf" srcId="{18B42742-8FDB-4170-8EDE-F0D6B3FF1F0A}" destId="{9A299EBF-6BA7-4000-894C-03EABFC32E40}" srcOrd="2" destOrd="0" presId="urn:microsoft.com/office/officeart/2005/8/layout/orgChart1"/>
    <dgm:cxn modelId="{32CAD70C-8A9C-402A-8FAE-831DA21DE799}" type="presParOf" srcId="{E8812FE2-75B7-4EE1-8234-7954E1B1C2B0}" destId="{D052C1F2-1B1D-4B1E-8DA4-759EF2C8EF0C}" srcOrd="6" destOrd="0" presId="urn:microsoft.com/office/officeart/2005/8/layout/orgChart1"/>
    <dgm:cxn modelId="{4A3041B2-48EA-4528-8088-10FC14DD0773}" type="presParOf" srcId="{E8812FE2-75B7-4EE1-8234-7954E1B1C2B0}" destId="{2E276396-0461-4A05-9C00-BBBC12BB672A}" srcOrd="7" destOrd="0" presId="urn:microsoft.com/office/officeart/2005/8/layout/orgChart1"/>
    <dgm:cxn modelId="{747BD6E0-BB1D-4351-A6E5-32D0248EAC3A}" type="presParOf" srcId="{2E276396-0461-4A05-9C00-BBBC12BB672A}" destId="{879907CA-3F12-488C-9290-4E7CC9FFE9F2}" srcOrd="0" destOrd="0" presId="urn:microsoft.com/office/officeart/2005/8/layout/orgChart1"/>
    <dgm:cxn modelId="{048FB9BC-05E1-4C94-8DC3-555CF140A1E6}" type="presParOf" srcId="{879907CA-3F12-488C-9290-4E7CC9FFE9F2}" destId="{AA601002-A2E6-4518-95EF-B539F6CA8BBF}" srcOrd="0" destOrd="0" presId="urn:microsoft.com/office/officeart/2005/8/layout/orgChart1"/>
    <dgm:cxn modelId="{C8EF720B-1C54-4943-858C-B0D86F15DFA9}" type="presParOf" srcId="{879907CA-3F12-488C-9290-4E7CC9FFE9F2}" destId="{56665E3D-45B2-48A3-99F8-59B57C39E545}" srcOrd="1" destOrd="0" presId="urn:microsoft.com/office/officeart/2005/8/layout/orgChart1"/>
    <dgm:cxn modelId="{17AA20A3-C6AA-4305-8018-D33FCE739100}" type="presParOf" srcId="{2E276396-0461-4A05-9C00-BBBC12BB672A}" destId="{39F2F689-51C5-4904-8C51-92F18012E4D8}" srcOrd="1" destOrd="0" presId="urn:microsoft.com/office/officeart/2005/8/layout/orgChart1"/>
    <dgm:cxn modelId="{1608724E-F3EF-4E82-9610-54B64872F87A}" type="presParOf" srcId="{2E276396-0461-4A05-9C00-BBBC12BB672A}" destId="{2E228F93-096D-427D-B1FA-831B806F3B09}" srcOrd="2" destOrd="0" presId="urn:microsoft.com/office/officeart/2005/8/layout/orgChart1"/>
    <dgm:cxn modelId="{C01A49DA-864B-4B3F-A621-7B0BC38DFA36}" type="presParOf" srcId="{E8812FE2-75B7-4EE1-8234-7954E1B1C2B0}" destId="{FBE801FF-A8BC-4A70-895F-95F8538AA72B}" srcOrd="8" destOrd="0" presId="urn:microsoft.com/office/officeart/2005/8/layout/orgChart1"/>
    <dgm:cxn modelId="{0DA7E85B-9F6E-4E01-97FC-1BEE614DA636}" type="presParOf" srcId="{E8812FE2-75B7-4EE1-8234-7954E1B1C2B0}" destId="{3B030427-88F9-4F92-93A5-ED4817986A3D}" srcOrd="9" destOrd="0" presId="urn:microsoft.com/office/officeart/2005/8/layout/orgChart1"/>
    <dgm:cxn modelId="{4387D434-03F4-4113-936F-9354D663103F}" type="presParOf" srcId="{3B030427-88F9-4F92-93A5-ED4817986A3D}" destId="{D34A95F4-E589-4F8C-9607-0B1C80C913EC}" srcOrd="0" destOrd="0" presId="urn:microsoft.com/office/officeart/2005/8/layout/orgChart1"/>
    <dgm:cxn modelId="{0D1318D2-F0E5-4419-9FFE-4427566D4B3B}" type="presParOf" srcId="{D34A95F4-E589-4F8C-9607-0B1C80C913EC}" destId="{A6C6976D-9D0D-443E-B9CE-12345B282C0E}" srcOrd="0" destOrd="0" presId="urn:microsoft.com/office/officeart/2005/8/layout/orgChart1"/>
    <dgm:cxn modelId="{DB0E788D-A025-45A8-97AA-0C25195C0EBB}" type="presParOf" srcId="{D34A95F4-E589-4F8C-9607-0B1C80C913EC}" destId="{D4FCB51B-44A9-41E2-9CCE-0ACEBAE8B82C}" srcOrd="1" destOrd="0" presId="urn:microsoft.com/office/officeart/2005/8/layout/orgChart1"/>
    <dgm:cxn modelId="{3B1C284C-3888-4174-94FE-06600CCF20F9}" type="presParOf" srcId="{3B030427-88F9-4F92-93A5-ED4817986A3D}" destId="{8FEDA7C3-F776-4E00-88ED-E3C5FDAB8BE8}" srcOrd="1" destOrd="0" presId="urn:microsoft.com/office/officeart/2005/8/layout/orgChart1"/>
    <dgm:cxn modelId="{0D05DF0A-E87D-47E0-ADD5-130830E3D9D2}" type="presParOf" srcId="{3B030427-88F9-4F92-93A5-ED4817986A3D}" destId="{89FE0DD3-A4B1-46D7-90B3-F6A373B1A1CE}" srcOrd="2" destOrd="0" presId="urn:microsoft.com/office/officeart/2005/8/layout/orgChart1"/>
    <dgm:cxn modelId="{A81F8F7B-E72C-420C-A59A-1A7951CE48E5}" type="presParOf" srcId="{D3732F57-D65F-490F-AC22-A19DAD63BCCF}" destId="{B95FC23A-E855-4F6E-84A0-A4CA0CEC7517}" srcOrd="2" destOrd="0" presId="urn:microsoft.com/office/officeart/2005/8/layout/orgChart1"/>
    <dgm:cxn modelId="{6CE6991B-2DF0-4BFD-A2DF-FA4F1D6F03CE}" type="presParOf" srcId="{9E907512-75C1-468D-AE9B-DE60B67D59DB}" destId="{5DECE4D5-91B9-4F39-AC83-3A7C65F2FD71}" srcOrd="2" destOrd="0" presId="urn:microsoft.com/office/officeart/2005/8/layout/orgChart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0DB0B84-B478-45DC-ABF5-28BFB655CB4B}" type="doc">
      <dgm:prSet loTypeId="urn:microsoft.com/office/officeart/2005/8/layout/orgChart1" loCatId="hierarchy" qsTypeId="urn:microsoft.com/office/officeart/2005/8/quickstyle/simple4" qsCatId="simple" csTypeId="urn:microsoft.com/office/officeart/2005/8/colors/colorful1" csCatId="colorful" phldr="1"/>
      <dgm:spPr/>
      <dgm:t>
        <a:bodyPr/>
        <a:lstStyle/>
        <a:p>
          <a:endParaRPr lang="de-DE"/>
        </a:p>
      </dgm:t>
    </dgm:pt>
    <dgm:pt modelId="{D905062B-8226-40E6-B9D3-BD5ADF0F4FF2}">
      <dgm:prSet/>
      <dgm:spPr/>
      <dgm:t>
        <a:bodyPr/>
        <a:lstStyle/>
        <a:p>
          <a:r>
            <a:rPr lang="de-DE"/>
            <a:t>KFZ</a:t>
          </a:r>
        </a:p>
      </dgm:t>
    </dgm:pt>
    <dgm:pt modelId="{36EDEBC1-FD4B-48A5-8A31-04DC8AE2BACA}" type="parTrans" cxnId="{B6C53EFC-5BC9-48CC-BFB0-A0EEE186C6BB}">
      <dgm:prSet/>
      <dgm:spPr/>
      <dgm:t>
        <a:bodyPr/>
        <a:lstStyle/>
        <a:p>
          <a:endParaRPr lang="de-DE"/>
        </a:p>
      </dgm:t>
    </dgm:pt>
    <dgm:pt modelId="{E7AAB7DF-AE68-4897-B209-16CDAF80B241}" type="sibTrans" cxnId="{B6C53EFC-5BC9-48CC-BFB0-A0EEE186C6BB}">
      <dgm:prSet/>
      <dgm:spPr/>
      <dgm:t>
        <a:bodyPr/>
        <a:lstStyle/>
        <a:p>
          <a:endParaRPr lang="de-DE"/>
        </a:p>
      </dgm:t>
    </dgm:pt>
    <dgm:pt modelId="{260BF826-EEE7-475B-8302-9EB7EF0FB178}">
      <dgm:prSet custT="1"/>
      <dgm:spPr/>
      <dgm:t>
        <a:bodyPr/>
        <a:lstStyle/>
        <a:p>
          <a:r>
            <a:rPr lang="de-DE" sz="1200" dirty="0" err="1"/>
            <a:t>Kun_id</a:t>
          </a:r>
          <a:endParaRPr lang="de-DE" sz="1200" dirty="0"/>
        </a:p>
      </dgm:t>
    </dgm:pt>
    <dgm:pt modelId="{D986DDF4-1EF7-454B-AAD9-CB8F8E5D05FE}" type="parTrans" cxnId="{EC973A6C-627D-4BEA-8EB3-192F6B2219B6}">
      <dgm:prSet/>
      <dgm:spPr/>
      <dgm:t>
        <a:bodyPr/>
        <a:lstStyle/>
        <a:p>
          <a:endParaRPr lang="de-DE"/>
        </a:p>
      </dgm:t>
    </dgm:pt>
    <dgm:pt modelId="{50D2DE74-66EF-4834-9242-D4A1DCA8EF54}" type="sibTrans" cxnId="{EC973A6C-627D-4BEA-8EB3-192F6B2219B6}">
      <dgm:prSet/>
      <dgm:spPr/>
      <dgm:t>
        <a:bodyPr/>
        <a:lstStyle/>
        <a:p>
          <a:endParaRPr lang="de-DE"/>
        </a:p>
      </dgm:t>
    </dgm:pt>
    <dgm:pt modelId="{9B690F89-C137-4480-A64F-8C9CC477881B}">
      <dgm:prSet custT="1"/>
      <dgm:spPr/>
      <dgm:t>
        <a:bodyPr/>
        <a:lstStyle/>
        <a:p>
          <a:r>
            <a:rPr lang="de-DE" sz="1200" dirty="0"/>
            <a:t>Kun_-name</a:t>
          </a:r>
        </a:p>
      </dgm:t>
    </dgm:pt>
    <dgm:pt modelId="{6327ACA4-8DD3-4D7E-92EE-CAB24854A3DE}" type="parTrans" cxnId="{772AD565-E83F-4A3E-9DB1-93C01A7F806A}">
      <dgm:prSet/>
      <dgm:spPr/>
      <dgm:t>
        <a:bodyPr/>
        <a:lstStyle/>
        <a:p>
          <a:endParaRPr lang="de-DE"/>
        </a:p>
      </dgm:t>
    </dgm:pt>
    <dgm:pt modelId="{B0C7F2E1-2CE9-46BA-B179-F02B3F349A3D}" type="sibTrans" cxnId="{772AD565-E83F-4A3E-9DB1-93C01A7F806A}">
      <dgm:prSet/>
      <dgm:spPr/>
      <dgm:t>
        <a:bodyPr/>
        <a:lstStyle/>
        <a:p>
          <a:endParaRPr lang="de-DE"/>
        </a:p>
      </dgm:t>
    </dgm:pt>
    <dgm:pt modelId="{AC906E97-D03B-4750-9C07-2B06BC127A18}">
      <dgm:prSet custT="1"/>
      <dgm:spPr/>
      <dgm:t>
        <a:bodyPr/>
        <a:lstStyle/>
        <a:p>
          <a:r>
            <a:rPr lang="de-DE" sz="1200" dirty="0"/>
            <a:t>Straße</a:t>
          </a:r>
        </a:p>
      </dgm:t>
    </dgm:pt>
    <dgm:pt modelId="{835F6CC9-99D5-4275-9CA6-00661E7D5A45}" type="parTrans" cxnId="{EFD1C8F2-E234-4139-9626-3499B081EBEE}">
      <dgm:prSet/>
      <dgm:spPr/>
      <dgm:t>
        <a:bodyPr/>
        <a:lstStyle/>
        <a:p>
          <a:endParaRPr lang="de-DE"/>
        </a:p>
      </dgm:t>
    </dgm:pt>
    <dgm:pt modelId="{B23F22EF-0D08-4E71-B5F5-ACDB292EBCD3}" type="sibTrans" cxnId="{EFD1C8F2-E234-4139-9626-3499B081EBEE}">
      <dgm:prSet/>
      <dgm:spPr/>
      <dgm:t>
        <a:bodyPr/>
        <a:lstStyle/>
        <a:p>
          <a:endParaRPr lang="de-DE"/>
        </a:p>
      </dgm:t>
    </dgm:pt>
    <dgm:pt modelId="{147FBBE8-93CF-4731-9367-659C214A8742}">
      <dgm:prSet custT="1"/>
      <dgm:spPr/>
      <dgm:t>
        <a:bodyPr/>
        <a:lstStyle/>
        <a:p>
          <a:r>
            <a:rPr lang="de-DE" sz="1200" dirty="0"/>
            <a:t>Telefon</a:t>
          </a:r>
        </a:p>
      </dgm:t>
    </dgm:pt>
    <dgm:pt modelId="{C08DA3F1-3B71-450F-8F23-2BD5655189BC}" type="parTrans" cxnId="{ACFC585D-68E0-42B8-A223-C5916F2DA5FD}">
      <dgm:prSet/>
      <dgm:spPr/>
      <dgm:t>
        <a:bodyPr/>
        <a:lstStyle/>
        <a:p>
          <a:endParaRPr lang="de-DE"/>
        </a:p>
      </dgm:t>
    </dgm:pt>
    <dgm:pt modelId="{D8B7CE80-ACEB-496A-A6EA-A90D9E02262F}" type="sibTrans" cxnId="{ACFC585D-68E0-42B8-A223-C5916F2DA5FD}">
      <dgm:prSet/>
      <dgm:spPr/>
      <dgm:t>
        <a:bodyPr/>
        <a:lstStyle/>
        <a:p>
          <a:endParaRPr lang="de-DE"/>
        </a:p>
      </dgm:t>
    </dgm:pt>
    <dgm:pt modelId="{24BECC70-CE8D-46BB-9181-BCA3B7D4F43E}">
      <dgm:prSet custT="1"/>
      <dgm:spPr/>
      <dgm:t>
        <a:bodyPr/>
        <a:lstStyle/>
        <a:p>
          <a:r>
            <a:rPr lang="de-DE" sz="1200" dirty="0"/>
            <a:t>E-Mail</a:t>
          </a:r>
        </a:p>
      </dgm:t>
    </dgm:pt>
    <dgm:pt modelId="{506ED219-11C5-4CB9-9B02-07FB41E991C2}" type="parTrans" cxnId="{98092041-88E3-4327-95B4-C3A7314F3640}">
      <dgm:prSet/>
      <dgm:spPr/>
      <dgm:t>
        <a:bodyPr/>
        <a:lstStyle/>
        <a:p>
          <a:endParaRPr lang="de-DE"/>
        </a:p>
      </dgm:t>
    </dgm:pt>
    <dgm:pt modelId="{A5A695C1-F71B-4984-8258-628BAA8CA826}" type="sibTrans" cxnId="{98092041-88E3-4327-95B4-C3A7314F3640}">
      <dgm:prSet/>
      <dgm:spPr/>
      <dgm:t>
        <a:bodyPr/>
        <a:lstStyle/>
        <a:p>
          <a:endParaRPr lang="de-DE"/>
        </a:p>
      </dgm:t>
    </dgm:pt>
    <dgm:pt modelId="{923B5847-D916-4A69-B5C4-2102D56856F9}">
      <dgm:prSet custT="1"/>
      <dgm:spPr/>
      <dgm:t>
        <a:bodyPr/>
        <a:lstStyle/>
        <a:p>
          <a:r>
            <a:rPr lang="de-DE" sz="1200" dirty="0" err="1"/>
            <a:t>Ort_id_f</a:t>
          </a:r>
          <a:endParaRPr lang="de-DE" sz="1200" dirty="0"/>
        </a:p>
      </dgm:t>
    </dgm:pt>
    <dgm:pt modelId="{9CAEC793-A85E-45AF-802E-E537687945F7}" type="parTrans" cxnId="{06D21ED6-E58B-45C3-9182-6827EDE3A5BD}">
      <dgm:prSet/>
      <dgm:spPr/>
      <dgm:t>
        <a:bodyPr/>
        <a:lstStyle/>
        <a:p>
          <a:endParaRPr lang="de-DE"/>
        </a:p>
      </dgm:t>
    </dgm:pt>
    <dgm:pt modelId="{1FE63736-852B-4577-ADE1-641C3CF71C70}" type="sibTrans" cxnId="{06D21ED6-E58B-45C3-9182-6827EDE3A5BD}">
      <dgm:prSet/>
      <dgm:spPr/>
      <dgm:t>
        <a:bodyPr/>
        <a:lstStyle/>
        <a:p>
          <a:endParaRPr lang="de-DE"/>
        </a:p>
      </dgm:t>
    </dgm:pt>
    <dgm:pt modelId="{B064233E-C0FD-41D0-B557-FB28A877A36A}">
      <dgm:prSet custT="1"/>
      <dgm:spPr/>
      <dgm:t>
        <a:bodyPr/>
        <a:lstStyle/>
        <a:p>
          <a:r>
            <a:rPr lang="de-DE" sz="1200" dirty="0"/>
            <a:t>Haus-nummer</a:t>
          </a:r>
        </a:p>
      </dgm:t>
    </dgm:pt>
    <dgm:pt modelId="{2F96FAFA-B8B5-46C0-BB50-CBD97A236D5C}" type="parTrans" cxnId="{C93E4DB9-F640-4A89-A361-7C0D32C7BE0B}">
      <dgm:prSet/>
      <dgm:spPr/>
      <dgm:t>
        <a:bodyPr/>
        <a:lstStyle/>
        <a:p>
          <a:endParaRPr lang="de-DE"/>
        </a:p>
      </dgm:t>
    </dgm:pt>
    <dgm:pt modelId="{61A292B9-ECE0-443C-B218-4A6C31061C61}" type="sibTrans" cxnId="{C93E4DB9-F640-4A89-A361-7C0D32C7BE0B}">
      <dgm:prSet/>
      <dgm:spPr/>
      <dgm:t>
        <a:bodyPr/>
        <a:lstStyle/>
        <a:p>
          <a:endParaRPr lang="de-DE"/>
        </a:p>
      </dgm:t>
    </dgm:pt>
    <dgm:pt modelId="{F7343D46-28E1-4BB4-9755-6F666BF2AC39}">
      <dgm:prSet custT="1"/>
      <dgm:spPr/>
      <dgm:t>
        <a:bodyPr/>
        <a:lstStyle/>
        <a:p>
          <a:r>
            <a:rPr lang="de-DE" sz="1400" dirty="0"/>
            <a:t>Ort</a:t>
          </a:r>
        </a:p>
      </dgm:t>
    </dgm:pt>
    <dgm:pt modelId="{B905E722-AC71-4819-95D4-4A9D23D2E89F}" type="parTrans" cxnId="{400B4A2D-1361-421C-9026-305CD2229105}">
      <dgm:prSet/>
      <dgm:spPr/>
      <dgm:t>
        <a:bodyPr/>
        <a:lstStyle/>
        <a:p>
          <a:endParaRPr lang="de-DE"/>
        </a:p>
      </dgm:t>
    </dgm:pt>
    <dgm:pt modelId="{B9BFA5A3-7132-47D5-B104-DE7991894459}" type="sibTrans" cxnId="{400B4A2D-1361-421C-9026-305CD2229105}">
      <dgm:prSet/>
      <dgm:spPr/>
      <dgm:t>
        <a:bodyPr/>
        <a:lstStyle/>
        <a:p>
          <a:endParaRPr lang="de-DE"/>
        </a:p>
      </dgm:t>
    </dgm:pt>
    <dgm:pt modelId="{0C6601D7-0A69-45AB-81DF-DE749031B2F8}">
      <dgm:prSet custT="1"/>
      <dgm:spPr/>
      <dgm:t>
        <a:bodyPr/>
        <a:lstStyle/>
        <a:p>
          <a:r>
            <a:rPr lang="de-DE" sz="1400" dirty="0" err="1"/>
            <a:t>Ort_id</a:t>
          </a:r>
          <a:endParaRPr lang="de-DE" sz="1400" dirty="0"/>
        </a:p>
      </dgm:t>
    </dgm:pt>
    <dgm:pt modelId="{774D199A-B00B-48B4-8AA4-8B3EE0D9080E}" type="parTrans" cxnId="{C6D0F217-62A7-436E-8D07-03D8B1D79A39}">
      <dgm:prSet/>
      <dgm:spPr/>
      <dgm:t>
        <a:bodyPr/>
        <a:lstStyle/>
        <a:p>
          <a:endParaRPr lang="de-DE"/>
        </a:p>
      </dgm:t>
    </dgm:pt>
    <dgm:pt modelId="{877A540E-9A11-4063-9A89-00DD303093E3}" type="sibTrans" cxnId="{C6D0F217-62A7-436E-8D07-03D8B1D79A39}">
      <dgm:prSet/>
      <dgm:spPr/>
      <dgm:t>
        <a:bodyPr/>
        <a:lstStyle/>
        <a:p>
          <a:endParaRPr lang="de-DE"/>
        </a:p>
      </dgm:t>
    </dgm:pt>
    <dgm:pt modelId="{4887F99A-64DF-489A-ACA0-FAD8795D0CD4}">
      <dgm:prSet custT="1"/>
      <dgm:spPr/>
      <dgm:t>
        <a:bodyPr/>
        <a:lstStyle/>
        <a:p>
          <a:r>
            <a:rPr lang="de-DE" sz="1400" dirty="0"/>
            <a:t>PLZ</a:t>
          </a:r>
        </a:p>
      </dgm:t>
    </dgm:pt>
    <dgm:pt modelId="{7C4C0EEC-AAB2-4686-B8A4-7FBC05124D11}" type="parTrans" cxnId="{F29D0C37-0F82-45C7-9FD7-3D9B0CD23DB3}">
      <dgm:prSet/>
      <dgm:spPr/>
      <dgm:t>
        <a:bodyPr/>
        <a:lstStyle/>
        <a:p>
          <a:endParaRPr lang="de-DE"/>
        </a:p>
      </dgm:t>
    </dgm:pt>
    <dgm:pt modelId="{6C1EF07C-2EC5-4112-BACE-C6DE4D2D2385}" type="sibTrans" cxnId="{F29D0C37-0F82-45C7-9FD7-3D9B0CD23DB3}">
      <dgm:prSet/>
      <dgm:spPr/>
      <dgm:t>
        <a:bodyPr/>
        <a:lstStyle/>
        <a:p>
          <a:endParaRPr lang="de-DE"/>
        </a:p>
      </dgm:t>
    </dgm:pt>
    <dgm:pt modelId="{28300C0E-DDB8-49E5-982F-4D999D7C60E1}">
      <dgm:prSet custT="1"/>
      <dgm:spPr/>
      <dgm:t>
        <a:bodyPr/>
        <a:lstStyle/>
        <a:p>
          <a:r>
            <a:rPr lang="de-DE" sz="1400" dirty="0"/>
            <a:t>Ortsname</a:t>
          </a:r>
        </a:p>
      </dgm:t>
    </dgm:pt>
    <dgm:pt modelId="{E9D89CC5-C93E-42E8-A6AF-B05F6B6557D3}" type="parTrans" cxnId="{26F9A3E0-4563-45AF-8E37-B58992488664}">
      <dgm:prSet/>
      <dgm:spPr/>
      <dgm:t>
        <a:bodyPr/>
        <a:lstStyle/>
        <a:p>
          <a:endParaRPr lang="de-DE"/>
        </a:p>
      </dgm:t>
    </dgm:pt>
    <dgm:pt modelId="{0CF67339-F005-4942-A529-D74585273812}" type="sibTrans" cxnId="{26F9A3E0-4563-45AF-8E37-B58992488664}">
      <dgm:prSet/>
      <dgm:spPr/>
      <dgm:t>
        <a:bodyPr/>
        <a:lstStyle/>
        <a:p>
          <a:endParaRPr lang="de-DE"/>
        </a:p>
      </dgm:t>
    </dgm:pt>
    <dgm:pt modelId="{FEFB6219-3A1F-44AD-A50F-5446D62D42C3}">
      <dgm:prSet custT="1"/>
      <dgm:spPr/>
      <dgm:t>
        <a:bodyPr/>
        <a:lstStyle/>
        <a:p>
          <a:r>
            <a:rPr lang="de-DE" sz="1400" dirty="0"/>
            <a:t>Kunde</a:t>
          </a:r>
          <a:endParaRPr lang="de-DE" dirty="0"/>
        </a:p>
      </dgm:t>
    </dgm:pt>
    <dgm:pt modelId="{ADEA8BBA-E9F3-4D8A-96E4-431914DBC7B1}" type="sibTrans" cxnId="{4B4C69C9-CEA3-4A70-B99C-790BF6EC61CD}">
      <dgm:prSet/>
      <dgm:spPr/>
      <dgm:t>
        <a:bodyPr/>
        <a:lstStyle/>
        <a:p>
          <a:endParaRPr lang="de-DE"/>
        </a:p>
      </dgm:t>
    </dgm:pt>
    <dgm:pt modelId="{212DAB52-4BFD-415C-80C7-4BD0F1D1D76E}" type="parTrans" cxnId="{4B4C69C9-CEA3-4A70-B99C-790BF6EC61CD}">
      <dgm:prSet/>
      <dgm:spPr/>
      <dgm:t>
        <a:bodyPr/>
        <a:lstStyle/>
        <a:p>
          <a:endParaRPr lang="de-DE"/>
        </a:p>
      </dgm:t>
    </dgm:pt>
    <dgm:pt modelId="{3E35C48A-0844-47A6-B895-00E2D0DC19B9}">
      <dgm:prSet custT="1"/>
      <dgm:spPr/>
      <dgm:t>
        <a:bodyPr/>
        <a:lstStyle/>
        <a:p>
          <a:r>
            <a:rPr lang="de-DE" sz="1200" dirty="0"/>
            <a:t>Auftrag</a:t>
          </a:r>
        </a:p>
      </dgm:t>
    </dgm:pt>
    <dgm:pt modelId="{9AC7D920-61D4-4E31-A854-BC6BB6002098}" type="parTrans" cxnId="{ED7BB92A-B12C-4E2B-A07C-0CF6A0D1CE43}">
      <dgm:prSet/>
      <dgm:spPr/>
      <dgm:t>
        <a:bodyPr/>
        <a:lstStyle/>
        <a:p>
          <a:endParaRPr lang="de-DE"/>
        </a:p>
      </dgm:t>
    </dgm:pt>
    <dgm:pt modelId="{5F56301C-57A1-4CE6-862C-5DEBFFEB19CD}" type="sibTrans" cxnId="{ED7BB92A-B12C-4E2B-A07C-0CF6A0D1CE43}">
      <dgm:prSet/>
      <dgm:spPr/>
      <dgm:t>
        <a:bodyPr/>
        <a:lstStyle/>
        <a:p>
          <a:endParaRPr lang="de-DE"/>
        </a:p>
      </dgm:t>
    </dgm:pt>
    <dgm:pt modelId="{CDF4396E-1B7D-4555-A087-AE6E13AD9D68}">
      <dgm:prSet/>
      <dgm:spPr/>
      <dgm:t>
        <a:bodyPr/>
        <a:lstStyle/>
        <a:p>
          <a:r>
            <a:rPr lang="de-DE" dirty="0" err="1"/>
            <a:t>Auf_id</a:t>
          </a:r>
          <a:endParaRPr lang="de-DE" dirty="0"/>
        </a:p>
      </dgm:t>
    </dgm:pt>
    <dgm:pt modelId="{147A607A-A690-40D6-959B-5784D34A879F}" type="parTrans" cxnId="{3B135367-5EEE-4E73-86BF-522C8831370D}">
      <dgm:prSet/>
      <dgm:spPr/>
      <dgm:t>
        <a:bodyPr/>
        <a:lstStyle/>
        <a:p>
          <a:endParaRPr lang="de-DE"/>
        </a:p>
      </dgm:t>
    </dgm:pt>
    <dgm:pt modelId="{3DFDE7B5-DB99-45B9-8FBD-364289A3782A}" type="sibTrans" cxnId="{3B135367-5EEE-4E73-86BF-522C8831370D}">
      <dgm:prSet/>
      <dgm:spPr/>
      <dgm:t>
        <a:bodyPr/>
        <a:lstStyle/>
        <a:p>
          <a:endParaRPr lang="de-DE"/>
        </a:p>
      </dgm:t>
    </dgm:pt>
    <dgm:pt modelId="{740F2894-59B8-43C7-8CD2-4B398F95904D}">
      <dgm:prSet/>
      <dgm:spPr/>
      <dgm:t>
        <a:bodyPr/>
        <a:lstStyle/>
        <a:p>
          <a:r>
            <a:rPr lang="de-DE" dirty="0" err="1"/>
            <a:t>Kun_id_f</a:t>
          </a:r>
          <a:endParaRPr lang="de-DE" dirty="0"/>
        </a:p>
      </dgm:t>
    </dgm:pt>
    <dgm:pt modelId="{DBCFF9A3-D454-42EC-874B-22220F04B4CA}" type="parTrans" cxnId="{E7037AF1-F269-4870-B946-561705CD4B39}">
      <dgm:prSet/>
      <dgm:spPr/>
      <dgm:t>
        <a:bodyPr/>
        <a:lstStyle/>
        <a:p>
          <a:endParaRPr lang="de-DE"/>
        </a:p>
      </dgm:t>
    </dgm:pt>
    <dgm:pt modelId="{1F229F17-A2F1-478D-A96B-D4C0FBC8F999}" type="sibTrans" cxnId="{E7037AF1-F269-4870-B946-561705CD4B39}">
      <dgm:prSet/>
      <dgm:spPr/>
      <dgm:t>
        <a:bodyPr/>
        <a:lstStyle/>
        <a:p>
          <a:endParaRPr lang="de-DE"/>
        </a:p>
      </dgm:t>
    </dgm:pt>
    <dgm:pt modelId="{9D51EBFB-6A18-427C-AA07-3C6CD8DEDEE4}">
      <dgm:prSet/>
      <dgm:spPr/>
      <dgm:t>
        <a:bodyPr/>
        <a:lstStyle/>
        <a:p>
          <a:r>
            <a:rPr lang="de-DE" dirty="0"/>
            <a:t>Bestell-datum</a:t>
          </a:r>
        </a:p>
      </dgm:t>
    </dgm:pt>
    <dgm:pt modelId="{7F9603D1-82F1-42EE-BBE1-902CADE7C0B9}" type="parTrans" cxnId="{CA702262-7E88-41E8-B9C0-BD345B0A14A4}">
      <dgm:prSet/>
      <dgm:spPr/>
      <dgm:t>
        <a:bodyPr/>
        <a:lstStyle/>
        <a:p>
          <a:endParaRPr lang="de-DE"/>
        </a:p>
      </dgm:t>
    </dgm:pt>
    <dgm:pt modelId="{1A1FCF3F-0CA4-4BAB-A912-201F31008FBC}" type="sibTrans" cxnId="{CA702262-7E88-41E8-B9C0-BD345B0A14A4}">
      <dgm:prSet/>
      <dgm:spPr/>
      <dgm:t>
        <a:bodyPr/>
        <a:lstStyle/>
        <a:p>
          <a:endParaRPr lang="de-DE"/>
        </a:p>
      </dgm:t>
    </dgm:pt>
    <dgm:pt modelId="{F748754C-8971-44BF-B5A1-F45A3E159A16}">
      <dgm:prSet/>
      <dgm:spPr/>
      <dgm:t>
        <a:bodyPr/>
        <a:lstStyle/>
        <a:p>
          <a:r>
            <a:rPr lang="de-DE" dirty="0"/>
            <a:t>Position</a:t>
          </a:r>
        </a:p>
      </dgm:t>
    </dgm:pt>
    <dgm:pt modelId="{504BA2DC-B6AF-47BA-BFD0-41BD95BC0D1A}" type="parTrans" cxnId="{2C6C8029-9E2F-4948-BD42-F71CBD2B9721}">
      <dgm:prSet/>
      <dgm:spPr/>
      <dgm:t>
        <a:bodyPr/>
        <a:lstStyle/>
        <a:p>
          <a:endParaRPr lang="de-DE"/>
        </a:p>
      </dgm:t>
    </dgm:pt>
    <dgm:pt modelId="{9892E78F-5B12-47E2-B5C6-1AF5CB95D4CA}" type="sibTrans" cxnId="{2C6C8029-9E2F-4948-BD42-F71CBD2B9721}">
      <dgm:prSet/>
      <dgm:spPr/>
      <dgm:t>
        <a:bodyPr/>
        <a:lstStyle/>
        <a:p>
          <a:endParaRPr lang="de-DE"/>
        </a:p>
      </dgm:t>
    </dgm:pt>
    <dgm:pt modelId="{17038732-669E-4CFA-A4E2-C3324C308E2A}">
      <dgm:prSet/>
      <dgm:spPr/>
      <dgm:t>
        <a:bodyPr/>
        <a:lstStyle/>
        <a:p>
          <a:r>
            <a:rPr lang="de-DE" dirty="0" err="1"/>
            <a:t>Pos_id</a:t>
          </a:r>
          <a:endParaRPr lang="de-DE" dirty="0"/>
        </a:p>
      </dgm:t>
    </dgm:pt>
    <dgm:pt modelId="{163A612D-3C41-40C6-BF17-B48C88AF46DF}" type="parTrans" cxnId="{2FFAE861-AFAB-4EEE-BD98-9BBE5179D49B}">
      <dgm:prSet/>
      <dgm:spPr/>
      <dgm:t>
        <a:bodyPr/>
        <a:lstStyle/>
        <a:p>
          <a:endParaRPr lang="de-DE"/>
        </a:p>
      </dgm:t>
    </dgm:pt>
    <dgm:pt modelId="{FEC8F457-80DA-4E41-8D84-A411280859AB}" type="sibTrans" cxnId="{2FFAE861-AFAB-4EEE-BD98-9BBE5179D49B}">
      <dgm:prSet/>
      <dgm:spPr/>
      <dgm:t>
        <a:bodyPr/>
        <a:lstStyle/>
        <a:p>
          <a:endParaRPr lang="de-DE"/>
        </a:p>
      </dgm:t>
    </dgm:pt>
    <dgm:pt modelId="{90A91D39-FEAF-44E6-B740-D7179E12338F}">
      <dgm:prSet/>
      <dgm:spPr/>
      <dgm:t>
        <a:bodyPr/>
        <a:lstStyle/>
        <a:p>
          <a:r>
            <a:rPr lang="de-DE" dirty="0" err="1"/>
            <a:t>Art_id_f</a:t>
          </a:r>
          <a:endParaRPr lang="de-DE" dirty="0"/>
        </a:p>
      </dgm:t>
    </dgm:pt>
    <dgm:pt modelId="{003B6041-09E5-4A48-B44F-1F3631171B27}" type="parTrans" cxnId="{1665CFC5-25DD-43F6-A8AF-167D82720667}">
      <dgm:prSet/>
      <dgm:spPr/>
      <dgm:t>
        <a:bodyPr/>
        <a:lstStyle/>
        <a:p>
          <a:endParaRPr lang="de-DE"/>
        </a:p>
      </dgm:t>
    </dgm:pt>
    <dgm:pt modelId="{E70A4A29-D3B8-4586-8754-F56D8AAAB2FD}" type="sibTrans" cxnId="{1665CFC5-25DD-43F6-A8AF-167D82720667}">
      <dgm:prSet/>
      <dgm:spPr/>
      <dgm:t>
        <a:bodyPr/>
        <a:lstStyle/>
        <a:p>
          <a:endParaRPr lang="de-DE"/>
        </a:p>
      </dgm:t>
    </dgm:pt>
    <dgm:pt modelId="{D8AEE7E7-572F-44A7-BBA5-B9C5A40CEBB2}">
      <dgm:prSet/>
      <dgm:spPr/>
      <dgm:t>
        <a:bodyPr/>
        <a:lstStyle/>
        <a:p>
          <a:r>
            <a:rPr lang="de-DE" dirty="0" err="1"/>
            <a:t>Auf_id_f</a:t>
          </a:r>
          <a:endParaRPr lang="de-DE" dirty="0"/>
        </a:p>
      </dgm:t>
    </dgm:pt>
    <dgm:pt modelId="{911B80F1-669B-4FD6-824E-B64FC96BFD26}" type="parTrans" cxnId="{00343C5A-30E3-4C1A-AC13-41D9C534FA63}">
      <dgm:prSet/>
      <dgm:spPr/>
      <dgm:t>
        <a:bodyPr/>
        <a:lstStyle/>
        <a:p>
          <a:endParaRPr lang="de-DE"/>
        </a:p>
      </dgm:t>
    </dgm:pt>
    <dgm:pt modelId="{09AC59FC-8A80-459B-A1F6-31D8700C2680}" type="sibTrans" cxnId="{00343C5A-30E3-4C1A-AC13-41D9C534FA63}">
      <dgm:prSet/>
      <dgm:spPr/>
      <dgm:t>
        <a:bodyPr/>
        <a:lstStyle/>
        <a:p>
          <a:endParaRPr lang="de-DE"/>
        </a:p>
      </dgm:t>
    </dgm:pt>
    <dgm:pt modelId="{368C539E-F086-4350-A582-AEFA06CC5086}">
      <dgm:prSet/>
      <dgm:spPr/>
      <dgm:t>
        <a:bodyPr/>
        <a:lstStyle/>
        <a:p>
          <a:r>
            <a:rPr lang="de-DE" dirty="0"/>
            <a:t>Menge</a:t>
          </a:r>
        </a:p>
      </dgm:t>
    </dgm:pt>
    <dgm:pt modelId="{CC553AFD-B2B1-4DF1-A50B-1B6FC648D82D}" type="parTrans" cxnId="{463327CE-14C8-49AB-8EA9-66D9396B2333}">
      <dgm:prSet/>
      <dgm:spPr/>
      <dgm:t>
        <a:bodyPr/>
        <a:lstStyle/>
        <a:p>
          <a:endParaRPr lang="de-DE"/>
        </a:p>
      </dgm:t>
    </dgm:pt>
    <dgm:pt modelId="{79CCBA3B-E2FF-4901-9338-A9CE087931B8}" type="sibTrans" cxnId="{463327CE-14C8-49AB-8EA9-66D9396B2333}">
      <dgm:prSet/>
      <dgm:spPr/>
      <dgm:t>
        <a:bodyPr/>
        <a:lstStyle/>
        <a:p>
          <a:endParaRPr lang="de-DE"/>
        </a:p>
      </dgm:t>
    </dgm:pt>
    <dgm:pt modelId="{52FB6789-BE22-4F60-869E-5D8E7BEC1916}">
      <dgm:prSet/>
      <dgm:spPr/>
      <dgm:t>
        <a:bodyPr/>
        <a:lstStyle/>
        <a:p>
          <a:r>
            <a:rPr lang="de-DE" dirty="0"/>
            <a:t>Rabatt</a:t>
          </a:r>
        </a:p>
      </dgm:t>
    </dgm:pt>
    <dgm:pt modelId="{0CBD26C0-1CF1-4BDA-A08A-B9155152675D}" type="parTrans" cxnId="{40AE6203-204A-4D1E-B5F2-C887EDBEC092}">
      <dgm:prSet/>
      <dgm:spPr/>
      <dgm:t>
        <a:bodyPr/>
        <a:lstStyle/>
        <a:p>
          <a:endParaRPr lang="de-DE"/>
        </a:p>
      </dgm:t>
    </dgm:pt>
    <dgm:pt modelId="{25DF7C2F-BE76-4AAE-A2B6-CB45DEBD89BF}" type="sibTrans" cxnId="{40AE6203-204A-4D1E-B5F2-C887EDBEC092}">
      <dgm:prSet/>
      <dgm:spPr/>
      <dgm:t>
        <a:bodyPr/>
        <a:lstStyle/>
        <a:p>
          <a:endParaRPr lang="de-DE"/>
        </a:p>
      </dgm:t>
    </dgm:pt>
    <dgm:pt modelId="{A381C2D1-DE03-4852-858E-DCFCE792A1C1}">
      <dgm:prSet/>
      <dgm:spPr/>
      <dgm:t>
        <a:bodyPr/>
        <a:lstStyle/>
        <a:p>
          <a:r>
            <a:rPr lang="de-DE" dirty="0"/>
            <a:t>Artikel</a:t>
          </a:r>
        </a:p>
      </dgm:t>
    </dgm:pt>
    <dgm:pt modelId="{14470683-9FD1-4582-B1C7-784629B41B81}" type="parTrans" cxnId="{9E5D24D1-B8CF-45F8-ADBD-DA2811FEFC9B}">
      <dgm:prSet/>
      <dgm:spPr/>
      <dgm:t>
        <a:bodyPr/>
        <a:lstStyle/>
        <a:p>
          <a:endParaRPr lang="de-DE"/>
        </a:p>
      </dgm:t>
    </dgm:pt>
    <dgm:pt modelId="{9F35D008-BD22-4D6C-BD61-F184C550B2E3}" type="sibTrans" cxnId="{9E5D24D1-B8CF-45F8-ADBD-DA2811FEFC9B}">
      <dgm:prSet/>
      <dgm:spPr/>
      <dgm:t>
        <a:bodyPr/>
        <a:lstStyle/>
        <a:p>
          <a:endParaRPr lang="de-DE"/>
        </a:p>
      </dgm:t>
    </dgm:pt>
    <dgm:pt modelId="{7CA0449F-2DC0-4961-8395-48C3E8E3BB41}">
      <dgm:prSet/>
      <dgm:spPr/>
      <dgm:t>
        <a:bodyPr/>
        <a:lstStyle/>
        <a:p>
          <a:r>
            <a:rPr lang="de-DE" dirty="0" err="1"/>
            <a:t>Art_id</a:t>
          </a:r>
          <a:endParaRPr lang="de-DE" dirty="0"/>
        </a:p>
      </dgm:t>
    </dgm:pt>
    <dgm:pt modelId="{AF8A8BED-4FA3-4995-8453-AC69263E4F7B}" type="parTrans" cxnId="{D4EC7578-1338-4B29-ACDC-53394E071FD4}">
      <dgm:prSet/>
      <dgm:spPr/>
      <dgm:t>
        <a:bodyPr/>
        <a:lstStyle/>
        <a:p>
          <a:endParaRPr lang="de-DE"/>
        </a:p>
      </dgm:t>
    </dgm:pt>
    <dgm:pt modelId="{C19F0CD0-6EC3-4E79-A51F-A2658BDDF63D}" type="sibTrans" cxnId="{D4EC7578-1338-4B29-ACDC-53394E071FD4}">
      <dgm:prSet/>
      <dgm:spPr/>
      <dgm:t>
        <a:bodyPr/>
        <a:lstStyle/>
        <a:p>
          <a:endParaRPr lang="de-DE"/>
        </a:p>
      </dgm:t>
    </dgm:pt>
    <dgm:pt modelId="{C15616C1-E6E5-4C73-BB55-3DF0B9C7E4CA}">
      <dgm:prSet/>
      <dgm:spPr/>
      <dgm:t>
        <a:bodyPr/>
        <a:lstStyle/>
        <a:p>
          <a:r>
            <a:rPr lang="de-DE" dirty="0" err="1"/>
            <a:t>Art_name</a:t>
          </a:r>
          <a:endParaRPr lang="de-DE" dirty="0"/>
        </a:p>
      </dgm:t>
    </dgm:pt>
    <dgm:pt modelId="{3ADC823A-73D3-4229-869C-AF8C19F969B1}" type="parTrans" cxnId="{9131A502-585F-4ACB-B007-29F1AA7F3EE1}">
      <dgm:prSet/>
      <dgm:spPr/>
      <dgm:t>
        <a:bodyPr/>
        <a:lstStyle/>
        <a:p>
          <a:endParaRPr lang="de-DE"/>
        </a:p>
      </dgm:t>
    </dgm:pt>
    <dgm:pt modelId="{DAF918D6-12EA-4D78-976A-5A6FCD0EE0FF}" type="sibTrans" cxnId="{9131A502-585F-4ACB-B007-29F1AA7F3EE1}">
      <dgm:prSet/>
      <dgm:spPr/>
      <dgm:t>
        <a:bodyPr/>
        <a:lstStyle/>
        <a:p>
          <a:endParaRPr lang="de-DE"/>
        </a:p>
      </dgm:t>
    </dgm:pt>
    <dgm:pt modelId="{96D96C04-A735-4604-B971-E39763DFE27E}">
      <dgm:prSet/>
      <dgm:spPr/>
      <dgm:t>
        <a:bodyPr/>
        <a:lstStyle/>
        <a:p>
          <a:r>
            <a:rPr lang="de-DE" dirty="0"/>
            <a:t>Melde-bestand</a:t>
          </a:r>
        </a:p>
      </dgm:t>
    </dgm:pt>
    <dgm:pt modelId="{D2848664-7F31-4C0E-8052-231E01AAD71A}" type="parTrans" cxnId="{60A3129E-5C7D-4245-8935-85717BEA6075}">
      <dgm:prSet/>
      <dgm:spPr/>
      <dgm:t>
        <a:bodyPr/>
        <a:lstStyle/>
        <a:p>
          <a:endParaRPr lang="de-DE"/>
        </a:p>
      </dgm:t>
    </dgm:pt>
    <dgm:pt modelId="{FFC6279B-D47C-46C9-9035-BFE4825877D1}" type="sibTrans" cxnId="{60A3129E-5C7D-4245-8935-85717BEA6075}">
      <dgm:prSet/>
      <dgm:spPr/>
      <dgm:t>
        <a:bodyPr/>
        <a:lstStyle/>
        <a:p>
          <a:endParaRPr lang="de-DE"/>
        </a:p>
      </dgm:t>
    </dgm:pt>
    <dgm:pt modelId="{F3E2038D-1AD3-4CDF-819D-1A3A0C7FCD4C}">
      <dgm:prSet/>
      <dgm:spPr/>
      <dgm:t>
        <a:bodyPr/>
        <a:lstStyle/>
        <a:p>
          <a:r>
            <a:rPr lang="de-DE" dirty="0"/>
            <a:t>Lager-bestand</a:t>
          </a:r>
        </a:p>
      </dgm:t>
    </dgm:pt>
    <dgm:pt modelId="{99ADCBFC-F476-4BFA-AEB5-25A42EB301A1}" type="parTrans" cxnId="{982542E8-9CDB-4F09-89CB-8E664DF217CE}">
      <dgm:prSet/>
      <dgm:spPr/>
      <dgm:t>
        <a:bodyPr/>
        <a:lstStyle/>
        <a:p>
          <a:endParaRPr lang="de-DE"/>
        </a:p>
      </dgm:t>
    </dgm:pt>
    <dgm:pt modelId="{82DA2162-893E-4FAA-AA93-FF1008D28D94}" type="sibTrans" cxnId="{982542E8-9CDB-4F09-89CB-8E664DF217CE}">
      <dgm:prSet/>
      <dgm:spPr/>
      <dgm:t>
        <a:bodyPr/>
        <a:lstStyle/>
        <a:p>
          <a:endParaRPr lang="de-DE"/>
        </a:p>
      </dgm:t>
    </dgm:pt>
    <dgm:pt modelId="{EAF3E1D3-0367-4412-B212-5DE37726A158}">
      <dgm:prSet/>
      <dgm:spPr/>
      <dgm:t>
        <a:bodyPr/>
        <a:lstStyle/>
        <a:p>
          <a:r>
            <a:rPr lang="de-DE" dirty="0"/>
            <a:t>Stückpreis</a:t>
          </a:r>
        </a:p>
      </dgm:t>
    </dgm:pt>
    <dgm:pt modelId="{ED2F10E8-8B2F-4CEC-B1CF-D58563DF5873}" type="parTrans" cxnId="{7D74E1B1-9C62-4D7D-8A0D-242CB8AC81E4}">
      <dgm:prSet/>
      <dgm:spPr/>
      <dgm:t>
        <a:bodyPr/>
        <a:lstStyle/>
        <a:p>
          <a:endParaRPr lang="de-DE"/>
        </a:p>
      </dgm:t>
    </dgm:pt>
    <dgm:pt modelId="{E95E638E-E049-4237-8628-0DE3FFD8BF97}" type="sibTrans" cxnId="{7D74E1B1-9C62-4D7D-8A0D-242CB8AC81E4}">
      <dgm:prSet/>
      <dgm:spPr/>
      <dgm:t>
        <a:bodyPr/>
        <a:lstStyle/>
        <a:p>
          <a:endParaRPr lang="de-DE"/>
        </a:p>
      </dgm:t>
    </dgm:pt>
    <dgm:pt modelId="{6B40063E-098E-4915-A050-6F44416CBFC9}" type="pres">
      <dgm:prSet presAssocID="{F0DB0B84-B478-45DC-ABF5-28BFB655CB4B}" presName="hierChild1" presStyleCnt="0">
        <dgm:presLayoutVars>
          <dgm:orgChart val="1"/>
          <dgm:chPref val="1"/>
          <dgm:dir/>
          <dgm:animOne val="branch"/>
          <dgm:animLvl val="lvl"/>
          <dgm:resizeHandles/>
        </dgm:presLayoutVars>
      </dgm:prSet>
      <dgm:spPr/>
    </dgm:pt>
    <dgm:pt modelId="{9E907512-75C1-468D-AE9B-DE60B67D59DB}" type="pres">
      <dgm:prSet presAssocID="{D905062B-8226-40E6-B9D3-BD5ADF0F4FF2}" presName="hierRoot1" presStyleCnt="0">
        <dgm:presLayoutVars>
          <dgm:hierBranch val="init"/>
        </dgm:presLayoutVars>
      </dgm:prSet>
      <dgm:spPr/>
    </dgm:pt>
    <dgm:pt modelId="{EC6544AE-19F6-459D-960C-9ED6BB8E5D6C}" type="pres">
      <dgm:prSet presAssocID="{D905062B-8226-40E6-B9D3-BD5ADF0F4FF2}" presName="rootComposite1" presStyleCnt="0"/>
      <dgm:spPr/>
    </dgm:pt>
    <dgm:pt modelId="{A0E82846-5497-460E-8F7C-0C44AE56CA51}" type="pres">
      <dgm:prSet presAssocID="{D905062B-8226-40E6-B9D3-BD5ADF0F4FF2}" presName="rootText1" presStyleLbl="node0" presStyleIdx="0" presStyleCnt="1">
        <dgm:presLayoutVars>
          <dgm:chPref val="3"/>
        </dgm:presLayoutVars>
      </dgm:prSet>
      <dgm:spPr/>
    </dgm:pt>
    <dgm:pt modelId="{CC99DF9B-DCE8-4B5E-9BF7-420995C8ECE2}" type="pres">
      <dgm:prSet presAssocID="{D905062B-8226-40E6-B9D3-BD5ADF0F4FF2}" presName="rootConnector1" presStyleLbl="node1" presStyleIdx="0" presStyleCnt="0"/>
      <dgm:spPr/>
    </dgm:pt>
    <dgm:pt modelId="{814408D5-F49D-468D-9057-0373677A51C2}" type="pres">
      <dgm:prSet presAssocID="{D905062B-8226-40E6-B9D3-BD5ADF0F4FF2}" presName="hierChild2" presStyleCnt="0"/>
      <dgm:spPr/>
    </dgm:pt>
    <dgm:pt modelId="{2DC919CE-908A-49EB-911F-4D459ACDF8E3}" type="pres">
      <dgm:prSet presAssocID="{B905E722-AC71-4819-95D4-4A9D23D2E89F}" presName="Name37" presStyleLbl="parChTrans1D2" presStyleIdx="0" presStyleCnt="5"/>
      <dgm:spPr/>
    </dgm:pt>
    <dgm:pt modelId="{C7B990F8-2663-4746-B7F4-C1245ED3E5B1}" type="pres">
      <dgm:prSet presAssocID="{F7343D46-28E1-4BB4-9755-6F666BF2AC39}" presName="hierRoot2" presStyleCnt="0">
        <dgm:presLayoutVars>
          <dgm:hierBranch val="init"/>
        </dgm:presLayoutVars>
      </dgm:prSet>
      <dgm:spPr/>
    </dgm:pt>
    <dgm:pt modelId="{B07B1001-641A-4F49-B4ED-E75414EFF215}" type="pres">
      <dgm:prSet presAssocID="{F7343D46-28E1-4BB4-9755-6F666BF2AC39}" presName="rootComposite" presStyleCnt="0"/>
      <dgm:spPr/>
    </dgm:pt>
    <dgm:pt modelId="{1A40FA0F-2AF1-4E66-A0F5-6139F3E60436}" type="pres">
      <dgm:prSet presAssocID="{F7343D46-28E1-4BB4-9755-6F666BF2AC39}" presName="rootText" presStyleLbl="node2" presStyleIdx="0" presStyleCnt="5">
        <dgm:presLayoutVars>
          <dgm:chPref val="3"/>
        </dgm:presLayoutVars>
      </dgm:prSet>
      <dgm:spPr/>
    </dgm:pt>
    <dgm:pt modelId="{C9482B7F-5113-4664-83EA-F3761973AA3F}" type="pres">
      <dgm:prSet presAssocID="{F7343D46-28E1-4BB4-9755-6F666BF2AC39}" presName="rootConnector" presStyleLbl="node2" presStyleIdx="0" presStyleCnt="5"/>
      <dgm:spPr/>
    </dgm:pt>
    <dgm:pt modelId="{FF1D9FCB-3EA4-402D-AE3E-7DFE5F6B4C49}" type="pres">
      <dgm:prSet presAssocID="{F7343D46-28E1-4BB4-9755-6F666BF2AC39}" presName="hierChild4" presStyleCnt="0"/>
      <dgm:spPr/>
    </dgm:pt>
    <dgm:pt modelId="{A990FBE3-536C-403B-A8A2-C6AB47DAC219}" type="pres">
      <dgm:prSet presAssocID="{774D199A-B00B-48B4-8AA4-8B3EE0D9080E}" presName="Name37" presStyleLbl="parChTrans1D3" presStyleIdx="0" presStyleCnt="23"/>
      <dgm:spPr/>
    </dgm:pt>
    <dgm:pt modelId="{259E1D5B-A5DF-421C-8EC1-6683355B1F6E}" type="pres">
      <dgm:prSet presAssocID="{0C6601D7-0A69-45AB-81DF-DE749031B2F8}" presName="hierRoot2" presStyleCnt="0">
        <dgm:presLayoutVars>
          <dgm:hierBranch val="init"/>
        </dgm:presLayoutVars>
      </dgm:prSet>
      <dgm:spPr/>
    </dgm:pt>
    <dgm:pt modelId="{48CB387C-BEC7-4E5A-B8D9-A8C5936AD958}" type="pres">
      <dgm:prSet presAssocID="{0C6601D7-0A69-45AB-81DF-DE749031B2F8}" presName="rootComposite" presStyleCnt="0"/>
      <dgm:spPr/>
    </dgm:pt>
    <dgm:pt modelId="{F1B82CC1-9737-49D9-93AB-D12CDDEE964A}" type="pres">
      <dgm:prSet presAssocID="{0C6601D7-0A69-45AB-81DF-DE749031B2F8}" presName="rootText" presStyleLbl="node3" presStyleIdx="0" presStyleCnt="23">
        <dgm:presLayoutVars>
          <dgm:chPref val="3"/>
        </dgm:presLayoutVars>
      </dgm:prSet>
      <dgm:spPr/>
    </dgm:pt>
    <dgm:pt modelId="{60A56FCB-9DC3-4407-B3DA-F4BD5E660A9C}" type="pres">
      <dgm:prSet presAssocID="{0C6601D7-0A69-45AB-81DF-DE749031B2F8}" presName="rootConnector" presStyleLbl="node3" presStyleIdx="0" presStyleCnt="23"/>
      <dgm:spPr/>
    </dgm:pt>
    <dgm:pt modelId="{CCAD6F85-1E80-4710-866F-801100DF1FDF}" type="pres">
      <dgm:prSet presAssocID="{0C6601D7-0A69-45AB-81DF-DE749031B2F8}" presName="hierChild4" presStyleCnt="0"/>
      <dgm:spPr/>
    </dgm:pt>
    <dgm:pt modelId="{FA4CC0D7-B956-46E8-8528-322363223872}" type="pres">
      <dgm:prSet presAssocID="{0C6601D7-0A69-45AB-81DF-DE749031B2F8}" presName="hierChild5" presStyleCnt="0"/>
      <dgm:spPr/>
    </dgm:pt>
    <dgm:pt modelId="{D4279276-8483-4266-B8F7-191FD4B90472}" type="pres">
      <dgm:prSet presAssocID="{7C4C0EEC-AAB2-4686-B8A4-7FBC05124D11}" presName="Name37" presStyleLbl="parChTrans1D3" presStyleIdx="1" presStyleCnt="23"/>
      <dgm:spPr/>
    </dgm:pt>
    <dgm:pt modelId="{98882BF4-FCA0-498B-8971-AB1B07FA5C6A}" type="pres">
      <dgm:prSet presAssocID="{4887F99A-64DF-489A-ACA0-FAD8795D0CD4}" presName="hierRoot2" presStyleCnt="0">
        <dgm:presLayoutVars>
          <dgm:hierBranch val="init"/>
        </dgm:presLayoutVars>
      </dgm:prSet>
      <dgm:spPr/>
    </dgm:pt>
    <dgm:pt modelId="{AA0FDED6-25E5-494B-A59F-29B94D267E04}" type="pres">
      <dgm:prSet presAssocID="{4887F99A-64DF-489A-ACA0-FAD8795D0CD4}" presName="rootComposite" presStyleCnt="0"/>
      <dgm:spPr/>
    </dgm:pt>
    <dgm:pt modelId="{99BC8703-A174-4025-85FF-C75DF46C60C6}" type="pres">
      <dgm:prSet presAssocID="{4887F99A-64DF-489A-ACA0-FAD8795D0CD4}" presName="rootText" presStyleLbl="node3" presStyleIdx="1" presStyleCnt="23">
        <dgm:presLayoutVars>
          <dgm:chPref val="3"/>
        </dgm:presLayoutVars>
      </dgm:prSet>
      <dgm:spPr/>
    </dgm:pt>
    <dgm:pt modelId="{8638C478-68E5-4ABD-9740-7FFB0B7FAACF}" type="pres">
      <dgm:prSet presAssocID="{4887F99A-64DF-489A-ACA0-FAD8795D0CD4}" presName="rootConnector" presStyleLbl="node3" presStyleIdx="1" presStyleCnt="23"/>
      <dgm:spPr/>
    </dgm:pt>
    <dgm:pt modelId="{0C13A68B-311C-49D4-8215-73FE538749C3}" type="pres">
      <dgm:prSet presAssocID="{4887F99A-64DF-489A-ACA0-FAD8795D0CD4}" presName="hierChild4" presStyleCnt="0"/>
      <dgm:spPr/>
    </dgm:pt>
    <dgm:pt modelId="{92C3082D-61E0-4AB5-82A7-0DB14C4C3EEA}" type="pres">
      <dgm:prSet presAssocID="{4887F99A-64DF-489A-ACA0-FAD8795D0CD4}" presName="hierChild5" presStyleCnt="0"/>
      <dgm:spPr/>
    </dgm:pt>
    <dgm:pt modelId="{DEFAFE0B-A2EE-411F-93B8-F317A7E63A52}" type="pres">
      <dgm:prSet presAssocID="{E9D89CC5-C93E-42E8-A6AF-B05F6B6557D3}" presName="Name37" presStyleLbl="parChTrans1D3" presStyleIdx="2" presStyleCnt="23"/>
      <dgm:spPr/>
    </dgm:pt>
    <dgm:pt modelId="{120419E7-097E-4DCE-89B1-776FE6C5AC11}" type="pres">
      <dgm:prSet presAssocID="{28300C0E-DDB8-49E5-982F-4D999D7C60E1}" presName="hierRoot2" presStyleCnt="0">
        <dgm:presLayoutVars>
          <dgm:hierBranch val="init"/>
        </dgm:presLayoutVars>
      </dgm:prSet>
      <dgm:spPr/>
    </dgm:pt>
    <dgm:pt modelId="{E2EC8099-929B-4762-8937-A2E4BCA94E1E}" type="pres">
      <dgm:prSet presAssocID="{28300C0E-DDB8-49E5-982F-4D999D7C60E1}" presName="rootComposite" presStyleCnt="0"/>
      <dgm:spPr/>
    </dgm:pt>
    <dgm:pt modelId="{1501263F-B79C-468E-8CDD-A7468950138E}" type="pres">
      <dgm:prSet presAssocID="{28300C0E-DDB8-49E5-982F-4D999D7C60E1}" presName="rootText" presStyleLbl="node3" presStyleIdx="2" presStyleCnt="23">
        <dgm:presLayoutVars>
          <dgm:chPref val="3"/>
        </dgm:presLayoutVars>
      </dgm:prSet>
      <dgm:spPr/>
    </dgm:pt>
    <dgm:pt modelId="{26738142-5499-4D58-B4BA-85EA2A4F31F7}" type="pres">
      <dgm:prSet presAssocID="{28300C0E-DDB8-49E5-982F-4D999D7C60E1}" presName="rootConnector" presStyleLbl="node3" presStyleIdx="2" presStyleCnt="23"/>
      <dgm:spPr/>
    </dgm:pt>
    <dgm:pt modelId="{13D3CE6A-A94E-4A1C-B7C6-49903CACEE00}" type="pres">
      <dgm:prSet presAssocID="{28300C0E-DDB8-49E5-982F-4D999D7C60E1}" presName="hierChild4" presStyleCnt="0"/>
      <dgm:spPr/>
    </dgm:pt>
    <dgm:pt modelId="{02CE83D3-1194-4C0D-ADBE-41C703F7539B}" type="pres">
      <dgm:prSet presAssocID="{28300C0E-DDB8-49E5-982F-4D999D7C60E1}" presName="hierChild5" presStyleCnt="0"/>
      <dgm:spPr/>
    </dgm:pt>
    <dgm:pt modelId="{2450479A-65C6-4E02-B15F-639A70291F72}" type="pres">
      <dgm:prSet presAssocID="{F7343D46-28E1-4BB4-9755-6F666BF2AC39}" presName="hierChild5" presStyleCnt="0"/>
      <dgm:spPr/>
    </dgm:pt>
    <dgm:pt modelId="{FBC60741-666D-4C9A-8E85-2FBDEFF75D1E}" type="pres">
      <dgm:prSet presAssocID="{212DAB52-4BFD-415C-80C7-4BD0F1D1D76E}" presName="Name37" presStyleLbl="parChTrans1D2" presStyleIdx="1" presStyleCnt="5"/>
      <dgm:spPr/>
    </dgm:pt>
    <dgm:pt modelId="{36D8BEBA-ECC0-4DEB-88F4-D5FFAFF94A47}" type="pres">
      <dgm:prSet presAssocID="{FEFB6219-3A1F-44AD-A50F-5446D62D42C3}" presName="hierRoot2" presStyleCnt="0">
        <dgm:presLayoutVars>
          <dgm:hierBranch val="init"/>
        </dgm:presLayoutVars>
      </dgm:prSet>
      <dgm:spPr/>
    </dgm:pt>
    <dgm:pt modelId="{29E9B7E3-EF0E-4C1A-9A6C-DF5133FE7179}" type="pres">
      <dgm:prSet presAssocID="{FEFB6219-3A1F-44AD-A50F-5446D62D42C3}" presName="rootComposite" presStyleCnt="0"/>
      <dgm:spPr/>
    </dgm:pt>
    <dgm:pt modelId="{908BBE12-63B8-4DBF-90F0-B9F05A5629A5}" type="pres">
      <dgm:prSet presAssocID="{FEFB6219-3A1F-44AD-A50F-5446D62D42C3}" presName="rootText" presStyleLbl="node2" presStyleIdx="1" presStyleCnt="5">
        <dgm:presLayoutVars>
          <dgm:chPref val="3"/>
        </dgm:presLayoutVars>
      </dgm:prSet>
      <dgm:spPr/>
    </dgm:pt>
    <dgm:pt modelId="{BA7BF887-DD7B-423E-BD50-F92D1E63C723}" type="pres">
      <dgm:prSet presAssocID="{FEFB6219-3A1F-44AD-A50F-5446D62D42C3}" presName="rootConnector" presStyleLbl="node2" presStyleIdx="1" presStyleCnt="5"/>
      <dgm:spPr/>
    </dgm:pt>
    <dgm:pt modelId="{92CA8C9E-36EB-4161-B350-D2C91C5AF90A}" type="pres">
      <dgm:prSet presAssocID="{FEFB6219-3A1F-44AD-A50F-5446D62D42C3}" presName="hierChild4" presStyleCnt="0"/>
      <dgm:spPr/>
    </dgm:pt>
    <dgm:pt modelId="{1E05FC00-71E5-4353-8E51-748779809F05}" type="pres">
      <dgm:prSet presAssocID="{D986DDF4-1EF7-454B-AAD9-CB8F8E5D05FE}" presName="Name37" presStyleLbl="parChTrans1D3" presStyleIdx="3" presStyleCnt="23"/>
      <dgm:spPr/>
    </dgm:pt>
    <dgm:pt modelId="{63A9F861-96F1-4C15-B57E-978286DA849A}" type="pres">
      <dgm:prSet presAssocID="{260BF826-EEE7-475B-8302-9EB7EF0FB178}" presName="hierRoot2" presStyleCnt="0">
        <dgm:presLayoutVars>
          <dgm:hierBranch val="init"/>
        </dgm:presLayoutVars>
      </dgm:prSet>
      <dgm:spPr/>
    </dgm:pt>
    <dgm:pt modelId="{E3987617-DB39-42CD-8DA9-720C0B0AEAD9}" type="pres">
      <dgm:prSet presAssocID="{260BF826-EEE7-475B-8302-9EB7EF0FB178}" presName="rootComposite" presStyleCnt="0"/>
      <dgm:spPr/>
    </dgm:pt>
    <dgm:pt modelId="{A9C2D33E-16D5-4DC6-8C89-25D55E2E6FE5}" type="pres">
      <dgm:prSet presAssocID="{260BF826-EEE7-475B-8302-9EB7EF0FB178}" presName="rootText" presStyleLbl="node3" presStyleIdx="3" presStyleCnt="23">
        <dgm:presLayoutVars>
          <dgm:chPref val="3"/>
        </dgm:presLayoutVars>
      </dgm:prSet>
      <dgm:spPr/>
    </dgm:pt>
    <dgm:pt modelId="{730CC6AA-114C-4C61-A978-4F15142158F1}" type="pres">
      <dgm:prSet presAssocID="{260BF826-EEE7-475B-8302-9EB7EF0FB178}" presName="rootConnector" presStyleLbl="node3" presStyleIdx="3" presStyleCnt="23"/>
      <dgm:spPr/>
    </dgm:pt>
    <dgm:pt modelId="{91D868B7-2CFC-4245-B203-3EE9E6EE0D6F}" type="pres">
      <dgm:prSet presAssocID="{260BF826-EEE7-475B-8302-9EB7EF0FB178}" presName="hierChild4" presStyleCnt="0"/>
      <dgm:spPr/>
    </dgm:pt>
    <dgm:pt modelId="{A3B7A3FF-4F74-4B9B-A146-FFB292D9A2F7}" type="pres">
      <dgm:prSet presAssocID="{260BF826-EEE7-475B-8302-9EB7EF0FB178}" presName="hierChild5" presStyleCnt="0"/>
      <dgm:spPr/>
    </dgm:pt>
    <dgm:pt modelId="{99EABC6F-1778-4829-96CB-7C411F523956}" type="pres">
      <dgm:prSet presAssocID="{6327ACA4-8DD3-4D7E-92EE-CAB24854A3DE}" presName="Name37" presStyleLbl="parChTrans1D3" presStyleIdx="4" presStyleCnt="23"/>
      <dgm:spPr/>
    </dgm:pt>
    <dgm:pt modelId="{92249DE9-002F-41E0-B8F4-ABE324F8279B}" type="pres">
      <dgm:prSet presAssocID="{9B690F89-C137-4480-A64F-8C9CC477881B}" presName="hierRoot2" presStyleCnt="0">
        <dgm:presLayoutVars>
          <dgm:hierBranch val="init"/>
        </dgm:presLayoutVars>
      </dgm:prSet>
      <dgm:spPr/>
    </dgm:pt>
    <dgm:pt modelId="{A7BD13A3-AF24-47D8-96D4-EA649C11E851}" type="pres">
      <dgm:prSet presAssocID="{9B690F89-C137-4480-A64F-8C9CC477881B}" presName="rootComposite" presStyleCnt="0"/>
      <dgm:spPr/>
    </dgm:pt>
    <dgm:pt modelId="{EE1AC892-4167-4426-98A0-16DF128B4DD0}" type="pres">
      <dgm:prSet presAssocID="{9B690F89-C137-4480-A64F-8C9CC477881B}" presName="rootText" presStyleLbl="node3" presStyleIdx="4" presStyleCnt="23">
        <dgm:presLayoutVars>
          <dgm:chPref val="3"/>
        </dgm:presLayoutVars>
      </dgm:prSet>
      <dgm:spPr/>
    </dgm:pt>
    <dgm:pt modelId="{918AC6D2-EA80-4EBD-A3E5-86BA4A401766}" type="pres">
      <dgm:prSet presAssocID="{9B690F89-C137-4480-A64F-8C9CC477881B}" presName="rootConnector" presStyleLbl="node3" presStyleIdx="4" presStyleCnt="23"/>
      <dgm:spPr/>
    </dgm:pt>
    <dgm:pt modelId="{EBEC8069-B751-4665-BC8D-763673FB6B73}" type="pres">
      <dgm:prSet presAssocID="{9B690F89-C137-4480-A64F-8C9CC477881B}" presName="hierChild4" presStyleCnt="0"/>
      <dgm:spPr/>
    </dgm:pt>
    <dgm:pt modelId="{14F4B553-E9B6-4D1F-AA36-CAE8252C90C4}" type="pres">
      <dgm:prSet presAssocID="{9B690F89-C137-4480-A64F-8C9CC477881B}" presName="hierChild5" presStyleCnt="0"/>
      <dgm:spPr/>
    </dgm:pt>
    <dgm:pt modelId="{B62DE658-F46D-48CF-A277-F80B1D501F2A}" type="pres">
      <dgm:prSet presAssocID="{835F6CC9-99D5-4275-9CA6-00661E7D5A45}" presName="Name37" presStyleLbl="parChTrans1D3" presStyleIdx="5" presStyleCnt="23"/>
      <dgm:spPr/>
    </dgm:pt>
    <dgm:pt modelId="{8252A61A-8ADD-4142-A2E1-018349C51CB0}" type="pres">
      <dgm:prSet presAssocID="{AC906E97-D03B-4750-9C07-2B06BC127A18}" presName="hierRoot2" presStyleCnt="0">
        <dgm:presLayoutVars>
          <dgm:hierBranch val="init"/>
        </dgm:presLayoutVars>
      </dgm:prSet>
      <dgm:spPr/>
    </dgm:pt>
    <dgm:pt modelId="{6F92D9DB-CBE6-49AB-BCB3-A5B6F40DDD39}" type="pres">
      <dgm:prSet presAssocID="{AC906E97-D03B-4750-9C07-2B06BC127A18}" presName="rootComposite" presStyleCnt="0"/>
      <dgm:spPr/>
    </dgm:pt>
    <dgm:pt modelId="{3C0284F8-344A-4A27-A093-414F41BA38FC}" type="pres">
      <dgm:prSet presAssocID="{AC906E97-D03B-4750-9C07-2B06BC127A18}" presName="rootText" presStyleLbl="node3" presStyleIdx="5" presStyleCnt="23">
        <dgm:presLayoutVars>
          <dgm:chPref val="3"/>
        </dgm:presLayoutVars>
      </dgm:prSet>
      <dgm:spPr/>
    </dgm:pt>
    <dgm:pt modelId="{0836C8B7-2F9E-4B03-B232-12F85155C072}" type="pres">
      <dgm:prSet presAssocID="{AC906E97-D03B-4750-9C07-2B06BC127A18}" presName="rootConnector" presStyleLbl="node3" presStyleIdx="5" presStyleCnt="23"/>
      <dgm:spPr/>
    </dgm:pt>
    <dgm:pt modelId="{A43CE897-8F1C-4ED9-BB28-861C89E27F34}" type="pres">
      <dgm:prSet presAssocID="{AC906E97-D03B-4750-9C07-2B06BC127A18}" presName="hierChild4" presStyleCnt="0"/>
      <dgm:spPr/>
    </dgm:pt>
    <dgm:pt modelId="{AB5C97C5-ECCC-479B-9FB2-9CA60E01594D}" type="pres">
      <dgm:prSet presAssocID="{AC906E97-D03B-4750-9C07-2B06BC127A18}" presName="hierChild5" presStyleCnt="0"/>
      <dgm:spPr/>
    </dgm:pt>
    <dgm:pt modelId="{0E7A3006-04FB-4AB4-B887-60B4768C5D23}" type="pres">
      <dgm:prSet presAssocID="{2F96FAFA-B8B5-46C0-BB50-CBD97A236D5C}" presName="Name37" presStyleLbl="parChTrans1D3" presStyleIdx="6" presStyleCnt="23"/>
      <dgm:spPr/>
    </dgm:pt>
    <dgm:pt modelId="{EDBFAE12-1675-460B-A5D6-2899EADF486E}" type="pres">
      <dgm:prSet presAssocID="{B064233E-C0FD-41D0-B557-FB28A877A36A}" presName="hierRoot2" presStyleCnt="0">
        <dgm:presLayoutVars>
          <dgm:hierBranch val="init"/>
        </dgm:presLayoutVars>
      </dgm:prSet>
      <dgm:spPr/>
    </dgm:pt>
    <dgm:pt modelId="{7DDAEA4B-B501-46D1-B473-98AA84D757EC}" type="pres">
      <dgm:prSet presAssocID="{B064233E-C0FD-41D0-B557-FB28A877A36A}" presName="rootComposite" presStyleCnt="0"/>
      <dgm:spPr/>
    </dgm:pt>
    <dgm:pt modelId="{7E7C973D-B32E-4B8F-972A-21AF2D1F604D}" type="pres">
      <dgm:prSet presAssocID="{B064233E-C0FD-41D0-B557-FB28A877A36A}" presName="rootText" presStyleLbl="node3" presStyleIdx="6" presStyleCnt="23">
        <dgm:presLayoutVars>
          <dgm:chPref val="3"/>
        </dgm:presLayoutVars>
      </dgm:prSet>
      <dgm:spPr/>
    </dgm:pt>
    <dgm:pt modelId="{12DE6807-D68C-414E-A400-EF24C3344119}" type="pres">
      <dgm:prSet presAssocID="{B064233E-C0FD-41D0-B557-FB28A877A36A}" presName="rootConnector" presStyleLbl="node3" presStyleIdx="6" presStyleCnt="23"/>
      <dgm:spPr/>
    </dgm:pt>
    <dgm:pt modelId="{E53AE4AA-7A00-4EBE-A644-57052C42FC1D}" type="pres">
      <dgm:prSet presAssocID="{B064233E-C0FD-41D0-B557-FB28A877A36A}" presName="hierChild4" presStyleCnt="0"/>
      <dgm:spPr/>
    </dgm:pt>
    <dgm:pt modelId="{A9625A63-B10A-42F6-A154-5C536AF30A75}" type="pres">
      <dgm:prSet presAssocID="{B064233E-C0FD-41D0-B557-FB28A877A36A}" presName="hierChild5" presStyleCnt="0"/>
      <dgm:spPr/>
    </dgm:pt>
    <dgm:pt modelId="{0755148B-E93C-4E8D-BDA3-FD11FEC3ECB7}" type="pres">
      <dgm:prSet presAssocID="{C08DA3F1-3B71-450F-8F23-2BD5655189BC}" presName="Name37" presStyleLbl="parChTrans1D3" presStyleIdx="7" presStyleCnt="23"/>
      <dgm:spPr/>
    </dgm:pt>
    <dgm:pt modelId="{FBAFA07D-9E3A-45BA-97E8-873C93FE6666}" type="pres">
      <dgm:prSet presAssocID="{147FBBE8-93CF-4731-9367-659C214A8742}" presName="hierRoot2" presStyleCnt="0">
        <dgm:presLayoutVars>
          <dgm:hierBranch val="init"/>
        </dgm:presLayoutVars>
      </dgm:prSet>
      <dgm:spPr/>
    </dgm:pt>
    <dgm:pt modelId="{7E740527-9E6A-416E-8AAE-779AC67EE124}" type="pres">
      <dgm:prSet presAssocID="{147FBBE8-93CF-4731-9367-659C214A8742}" presName="rootComposite" presStyleCnt="0"/>
      <dgm:spPr/>
    </dgm:pt>
    <dgm:pt modelId="{B3ED08DB-45AF-4ED5-BC41-036C6267D4B8}" type="pres">
      <dgm:prSet presAssocID="{147FBBE8-93CF-4731-9367-659C214A8742}" presName="rootText" presStyleLbl="node3" presStyleIdx="7" presStyleCnt="23">
        <dgm:presLayoutVars>
          <dgm:chPref val="3"/>
        </dgm:presLayoutVars>
      </dgm:prSet>
      <dgm:spPr/>
    </dgm:pt>
    <dgm:pt modelId="{1E041E7A-F72A-41DD-A7A9-2BA105FB9EB7}" type="pres">
      <dgm:prSet presAssocID="{147FBBE8-93CF-4731-9367-659C214A8742}" presName="rootConnector" presStyleLbl="node3" presStyleIdx="7" presStyleCnt="23"/>
      <dgm:spPr/>
    </dgm:pt>
    <dgm:pt modelId="{D0179442-0557-4144-AE61-C49CEF364545}" type="pres">
      <dgm:prSet presAssocID="{147FBBE8-93CF-4731-9367-659C214A8742}" presName="hierChild4" presStyleCnt="0"/>
      <dgm:spPr/>
    </dgm:pt>
    <dgm:pt modelId="{043DAF7D-5E06-4BBB-A348-3BE7F86EFAA8}" type="pres">
      <dgm:prSet presAssocID="{147FBBE8-93CF-4731-9367-659C214A8742}" presName="hierChild5" presStyleCnt="0"/>
      <dgm:spPr/>
    </dgm:pt>
    <dgm:pt modelId="{B70B2555-E90A-438E-B9A6-E1456D48282F}" type="pres">
      <dgm:prSet presAssocID="{506ED219-11C5-4CB9-9B02-07FB41E991C2}" presName="Name37" presStyleLbl="parChTrans1D3" presStyleIdx="8" presStyleCnt="23"/>
      <dgm:spPr/>
    </dgm:pt>
    <dgm:pt modelId="{4003B07E-6CF6-4209-95A1-67337B924169}" type="pres">
      <dgm:prSet presAssocID="{24BECC70-CE8D-46BB-9181-BCA3B7D4F43E}" presName="hierRoot2" presStyleCnt="0">
        <dgm:presLayoutVars>
          <dgm:hierBranch val="init"/>
        </dgm:presLayoutVars>
      </dgm:prSet>
      <dgm:spPr/>
    </dgm:pt>
    <dgm:pt modelId="{E4A32333-C1C8-4835-A684-DC7147D71BE5}" type="pres">
      <dgm:prSet presAssocID="{24BECC70-CE8D-46BB-9181-BCA3B7D4F43E}" presName="rootComposite" presStyleCnt="0"/>
      <dgm:spPr/>
    </dgm:pt>
    <dgm:pt modelId="{8798F0A4-E69F-44B7-B4D1-F5B764859C7E}" type="pres">
      <dgm:prSet presAssocID="{24BECC70-CE8D-46BB-9181-BCA3B7D4F43E}" presName="rootText" presStyleLbl="node3" presStyleIdx="8" presStyleCnt="23">
        <dgm:presLayoutVars>
          <dgm:chPref val="3"/>
        </dgm:presLayoutVars>
      </dgm:prSet>
      <dgm:spPr/>
    </dgm:pt>
    <dgm:pt modelId="{19DD56F1-6781-4FD3-B2D5-1CBD33198261}" type="pres">
      <dgm:prSet presAssocID="{24BECC70-CE8D-46BB-9181-BCA3B7D4F43E}" presName="rootConnector" presStyleLbl="node3" presStyleIdx="8" presStyleCnt="23"/>
      <dgm:spPr/>
    </dgm:pt>
    <dgm:pt modelId="{C95DA7A5-7434-4CFE-964A-636AEF0BC574}" type="pres">
      <dgm:prSet presAssocID="{24BECC70-CE8D-46BB-9181-BCA3B7D4F43E}" presName="hierChild4" presStyleCnt="0"/>
      <dgm:spPr/>
    </dgm:pt>
    <dgm:pt modelId="{23D7EFC4-86C7-497A-8D7E-97A71587F7BF}" type="pres">
      <dgm:prSet presAssocID="{24BECC70-CE8D-46BB-9181-BCA3B7D4F43E}" presName="hierChild5" presStyleCnt="0"/>
      <dgm:spPr/>
    </dgm:pt>
    <dgm:pt modelId="{9104CC0E-926A-4D4E-8186-6E2AFDD1B9E9}" type="pres">
      <dgm:prSet presAssocID="{9CAEC793-A85E-45AF-802E-E537687945F7}" presName="Name37" presStyleLbl="parChTrans1D3" presStyleIdx="9" presStyleCnt="23"/>
      <dgm:spPr/>
    </dgm:pt>
    <dgm:pt modelId="{C9DB83FD-52CE-49C5-B0F7-110EFA60FC0D}" type="pres">
      <dgm:prSet presAssocID="{923B5847-D916-4A69-B5C4-2102D56856F9}" presName="hierRoot2" presStyleCnt="0">
        <dgm:presLayoutVars>
          <dgm:hierBranch val="init"/>
        </dgm:presLayoutVars>
      </dgm:prSet>
      <dgm:spPr/>
    </dgm:pt>
    <dgm:pt modelId="{EC30A907-0AB4-4A01-9B75-33FDEF0E5BF9}" type="pres">
      <dgm:prSet presAssocID="{923B5847-D916-4A69-B5C4-2102D56856F9}" presName="rootComposite" presStyleCnt="0"/>
      <dgm:spPr/>
    </dgm:pt>
    <dgm:pt modelId="{482104FF-545B-428F-9A99-CF5DB32512B0}" type="pres">
      <dgm:prSet presAssocID="{923B5847-D916-4A69-B5C4-2102D56856F9}" presName="rootText" presStyleLbl="node3" presStyleIdx="9" presStyleCnt="23">
        <dgm:presLayoutVars>
          <dgm:chPref val="3"/>
        </dgm:presLayoutVars>
      </dgm:prSet>
      <dgm:spPr/>
    </dgm:pt>
    <dgm:pt modelId="{E6D7069A-46E6-4274-8313-2335409E8EA2}" type="pres">
      <dgm:prSet presAssocID="{923B5847-D916-4A69-B5C4-2102D56856F9}" presName="rootConnector" presStyleLbl="node3" presStyleIdx="9" presStyleCnt="23"/>
      <dgm:spPr/>
    </dgm:pt>
    <dgm:pt modelId="{0590CE13-D1E1-41E5-A06B-BE1ADFB5C966}" type="pres">
      <dgm:prSet presAssocID="{923B5847-D916-4A69-B5C4-2102D56856F9}" presName="hierChild4" presStyleCnt="0"/>
      <dgm:spPr/>
    </dgm:pt>
    <dgm:pt modelId="{78DB99C5-608A-4547-A940-4CE38500B67E}" type="pres">
      <dgm:prSet presAssocID="{923B5847-D916-4A69-B5C4-2102D56856F9}" presName="hierChild5" presStyleCnt="0"/>
      <dgm:spPr/>
    </dgm:pt>
    <dgm:pt modelId="{2E3F9D8B-E1E6-4511-AE19-1A99CAA624D7}" type="pres">
      <dgm:prSet presAssocID="{FEFB6219-3A1F-44AD-A50F-5446D62D42C3}" presName="hierChild5" presStyleCnt="0"/>
      <dgm:spPr/>
    </dgm:pt>
    <dgm:pt modelId="{4DAE45F1-F1F7-4C38-9A4C-62AFA5EAC6CC}" type="pres">
      <dgm:prSet presAssocID="{9AC7D920-61D4-4E31-A854-BC6BB6002098}" presName="Name37" presStyleLbl="parChTrans1D2" presStyleIdx="2" presStyleCnt="5"/>
      <dgm:spPr/>
    </dgm:pt>
    <dgm:pt modelId="{4AEDAC77-FDB7-4C52-A7C3-B6200BAC8703}" type="pres">
      <dgm:prSet presAssocID="{3E35C48A-0844-47A6-B895-00E2D0DC19B9}" presName="hierRoot2" presStyleCnt="0">
        <dgm:presLayoutVars>
          <dgm:hierBranch val="init"/>
        </dgm:presLayoutVars>
      </dgm:prSet>
      <dgm:spPr/>
    </dgm:pt>
    <dgm:pt modelId="{69C08878-DE9A-49C0-819A-EFCB58FAC444}" type="pres">
      <dgm:prSet presAssocID="{3E35C48A-0844-47A6-B895-00E2D0DC19B9}" presName="rootComposite" presStyleCnt="0"/>
      <dgm:spPr/>
    </dgm:pt>
    <dgm:pt modelId="{36944AE6-02F6-4A89-9A7B-7E7511698CC8}" type="pres">
      <dgm:prSet presAssocID="{3E35C48A-0844-47A6-B895-00E2D0DC19B9}" presName="rootText" presStyleLbl="node2" presStyleIdx="2" presStyleCnt="5">
        <dgm:presLayoutVars>
          <dgm:chPref val="3"/>
        </dgm:presLayoutVars>
      </dgm:prSet>
      <dgm:spPr/>
    </dgm:pt>
    <dgm:pt modelId="{29F7BD0C-3552-4BAA-8871-5765E9B8AE86}" type="pres">
      <dgm:prSet presAssocID="{3E35C48A-0844-47A6-B895-00E2D0DC19B9}" presName="rootConnector" presStyleLbl="node2" presStyleIdx="2" presStyleCnt="5"/>
      <dgm:spPr/>
    </dgm:pt>
    <dgm:pt modelId="{9A51B2D9-4861-4DC7-9D4B-3F98065F6FEF}" type="pres">
      <dgm:prSet presAssocID="{3E35C48A-0844-47A6-B895-00E2D0DC19B9}" presName="hierChild4" presStyleCnt="0"/>
      <dgm:spPr/>
    </dgm:pt>
    <dgm:pt modelId="{5E8FD173-7E5A-42E3-A545-2787CC3B6D8A}" type="pres">
      <dgm:prSet presAssocID="{147A607A-A690-40D6-959B-5784D34A879F}" presName="Name37" presStyleLbl="parChTrans1D3" presStyleIdx="10" presStyleCnt="23"/>
      <dgm:spPr/>
    </dgm:pt>
    <dgm:pt modelId="{27A85B1B-7952-4181-A034-B263F35ACC5E}" type="pres">
      <dgm:prSet presAssocID="{CDF4396E-1B7D-4555-A087-AE6E13AD9D68}" presName="hierRoot2" presStyleCnt="0">
        <dgm:presLayoutVars>
          <dgm:hierBranch val="init"/>
        </dgm:presLayoutVars>
      </dgm:prSet>
      <dgm:spPr/>
    </dgm:pt>
    <dgm:pt modelId="{7550810A-8A10-45E1-8F0F-385A74DFBF5A}" type="pres">
      <dgm:prSet presAssocID="{CDF4396E-1B7D-4555-A087-AE6E13AD9D68}" presName="rootComposite" presStyleCnt="0"/>
      <dgm:spPr/>
    </dgm:pt>
    <dgm:pt modelId="{38FC13C1-621D-4608-A5D0-F96825BE43AC}" type="pres">
      <dgm:prSet presAssocID="{CDF4396E-1B7D-4555-A087-AE6E13AD9D68}" presName="rootText" presStyleLbl="node3" presStyleIdx="10" presStyleCnt="23">
        <dgm:presLayoutVars>
          <dgm:chPref val="3"/>
        </dgm:presLayoutVars>
      </dgm:prSet>
      <dgm:spPr/>
    </dgm:pt>
    <dgm:pt modelId="{D28191E5-28C5-4EF5-8D20-044A1D26FE3D}" type="pres">
      <dgm:prSet presAssocID="{CDF4396E-1B7D-4555-A087-AE6E13AD9D68}" presName="rootConnector" presStyleLbl="node3" presStyleIdx="10" presStyleCnt="23"/>
      <dgm:spPr/>
    </dgm:pt>
    <dgm:pt modelId="{E6B63FCD-21CF-4881-B05E-E43C63E01EDE}" type="pres">
      <dgm:prSet presAssocID="{CDF4396E-1B7D-4555-A087-AE6E13AD9D68}" presName="hierChild4" presStyleCnt="0"/>
      <dgm:spPr/>
    </dgm:pt>
    <dgm:pt modelId="{B0ED5D27-06FA-4309-8AD9-30BB37442164}" type="pres">
      <dgm:prSet presAssocID="{CDF4396E-1B7D-4555-A087-AE6E13AD9D68}" presName="hierChild5" presStyleCnt="0"/>
      <dgm:spPr/>
    </dgm:pt>
    <dgm:pt modelId="{F749EA20-C4CF-43FF-A607-AC516B713D48}" type="pres">
      <dgm:prSet presAssocID="{DBCFF9A3-D454-42EC-874B-22220F04B4CA}" presName="Name37" presStyleLbl="parChTrans1D3" presStyleIdx="11" presStyleCnt="23"/>
      <dgm:spPr/>
    </dgm:pt>
    <dgm:pt modelId="{33629036-AC1F-45B7-B58B-8DBF2393CAF2}" type="pres">
      <dgm:prSet presAssocID="{740F2894-59B8-43C7-8CD2-4B398F95904D}" presName="hierRoot2" presStyleCnt="0">
        <dgm:presLayoutVars>
          <dgm:hierBranch val="init"/>
        </dgm:presLayoutVars>
      </dgm:prSet>
      <dgm:spPr/>
    </dgm:pt>
    <dgm:pt modelId="{CEA303A6-4AA7-4C2B-83D8-81613699450C}" type="pres">
      <dgm:prSet presAssocID="{740F2894-59B8-43C7-8CD2-4B398F95904D}" presName="rootComposite" presStyleCnt="0"/>
      <dgm:spPr/>
    </dgm:pt>
    <dgm:pt modelId="{97DB5454-A1A5-4903-AE11-921987EBD896}" type="pres">
      <dgm:prSet presAssocID="{740F2894-59B8-43C7-8CD2-4B398F95904D}" presName="rootText" presStyleLbl="node3" presStyleIdx="11" presStyleCnt="23">
        <dgm:presLayoutVars>
          <dgm:chPref val="3"/>
        </dgm:presLayoutVars>
      </dgm:prSet>
      <dgm:spPr/>
    </dgm:pt>
    <dgm:pt modelId="{A0CA81C2-85C4-4A94-B993-EA99591ED629}" type="pres">
      <dgm:prSet presAssocID="{740F2894-59B8-43C7-8CD2-4B398F95904D}" presName="rootConnector" presStyleLbl="node3" presStyleIdx="11" presStyleCnt="23"/>
      <dgm:spPr/>
    </dgm:pt>
    <dgm:pt modelId="{2AFA8F4A-25DF-451C-BFDA-EE80A9332BB4}" type="pres">
      <dgm:prSet presAssocID="{740F2894-59B8-43C7-8CD2-4B398F95904D}" presName="hierChild4" presStyleCnt="0"/>
      <dgm:spPr/>
    </dgm:pt>
    <dgm:pt modelId="{6C786E06-C5CE-4DF1-A0A7-D09DB5A6C927}" type="pres">
      <dgm:prSet presAssocID="{740F2894-59B8-43C7-8CD2-4B398F95904D}" presName="hierChild5" presStyleCnt="0"/>
      <dgm:spPr/>
    </dgm:pt>
    <dgm:pt modelId="{4FD5750D-E42E-4CCF-BE26-0FEB82C8FDFE}" type="pres">
      <dgm:prSet presAssocID="{7F9603D1-82F1-42EE-BBE1-902CADE7C0B9}" presName="Name37" presStyleLbl="parChTrans1D3" presStyleIdx="12" presStyleCnt="23"/>
      <dgm:spPr/>
    </dgm:pt>
    <dgm:pt modelId="{1A8A847E-A82F-4344-9EF0-26CF20D0FF04}" type="pres">
      <dgm:prSet presAssocID="{9D51EBFB-6A18-427C-AA07-3C6CD8DEDEE4}" presName="hierRoot2" presStyleCnt="0">
        <dgm:presLayoutVars>
          <dgm:hierBranch val="init"/>
        </dgm:presLayoutVars>
      </dgm:prSet>
      <dgm:spPr/>
    </dgm:pt>
    <dgm:pt modelId="{E1E27AC6-05BC-4AAF-8062-6D461374578D}" type="pres">
      <dgm:prSet presAssocID="{9D51EBFB-6A18-427C-AA07-3C6CD8DEDEE4}" presName="rootComposite" presStyleCnt="0"/>
      <dgm:spPr/>
    </dgm:pt>
    <dgm:pt modelId="{27D047DE-1A9A-4C54-AAA6-F091AF0193F7}" type="pres">
      <dgm:prSet presAssocID="{9D51EBFB-6A18-427C-AA07-3C6CD8DEDEE4}" presName="rootText" presStyleLbl="node3" presStyleIdx="12" presStyleCnt="23">
        <dgm:presLayoutVars>
          <dgm:chPref val="3"/>
        </dgm:presLayoutVars>
      </dgm:prSet>
      <dgm:spPr/>
    </dgm:pt>
    <dgm:pt modelId="{61CFD422-A143-4ABD-90B2-C18CF33305EA}" type="pres">
      <dgm:prSet presAssocID="{9D51EBFB-6A18-427C-AA07-3C6CD8DEDEE4}" presName="rootConnector" presStyleLbl="node3" presStyleIdx="12" presStyleCnt="23"/>
      <dgm:spPr/>
    </dgm:pt>
    <dgm:pt modelId="{4E41EAFF-3427-432C-BB10-29D4FF930C43}" type="pres">
      <dgm:prSet presAssocID="{9D51EBFB-6A18-427C-AA07-3C6CD8DEDEE4}" presName="hierChild4" presStyleCnt="0"/>
      <dgm:spPr/>
    </dgm:pt>
    <dgm:pt modelId="{E699E4F8-7D03-4B93-AB4B-C147D010D3D8}" type="pres">
      <dgm:prSet presAssocID="{9D51EBFB-6A18-427C-AA07-3C6CD8DEDEE4}" presName="hierChild5" presStyleCnt="0"/>
      <dgm:spPr/>
    </dgm:pt>
    <dgm:pt modelId="{04A8C231-AB08-41A0-A1F8-D60C462885AD}" type="pres">
      <dgm:prSet presAssocID="{3E35C48A-0844-47A6-B895-00E2D0DC19B9}" presName="hierChild5" presStyleCnt="0"/>
      <dgm:spPr/>
    </dgm:pt>
    <dgm:pt modelId="{98206F9B-7AF6-4652-AB5C-916166CB5354}" type="pres">
      <dgm:prSet presAssocID="{504BA2DC-B6AF-47BA-BFD0-41BD95BC0D1A}" presName="Name37" presStyleLbl="parChTrans1D2" presStyleIdx="3" presStyleCnt="5"/>
      <dgm:spPr/>
    </dgm:pt>
    <dgm:pt modelId="{A6E7F5B6-58A5-4877-A0ED-8BDF50258A6C}" type="pres">
      <dgm:prSet presAssocID="{F748754C-8971-44BF-B5A1-F45A3E159A16}" presName="hierRoot2" presStyleCnt="0">
        <dgm:presLayoutVars>
          <dgm:hierBranch val="init"/>
        </dgm:presLayoutVars>
      </dgm:prSet>
      <dgm:spPr/>
    </dgm:pt>
    <dgm:pt modelId="{ABD2755D-CF84-4801-BBBF-3CE39529B6C7}" type="pres">
      <dgm:prSet presAssocID="{F748754C-8971-44BF-B5A1-F45A3E159A16}" presName="rootComposite" presStyleCnt="0"/>
      <dgm:spPr/>
    </dgm:pt>
    <dgm:pt modelId="{DB735B7A-28B8-4C3B-9863-B17BE7AC949F}" type="pres">
      <dgm:prSet presAssocID="{F748754C-8971-44BF-B5A1-F45A3E159A16}" presName="rootText" presStyleLbl="node2" presStyleIdx="3" presStyleCnt="5">
        <dgm:presLayoutVars>
          <dgm:chPref val="3"/>
        </dgm:presLayoutVars>
      </dgm:prSet>
      <dgm:spPr/>
    </dgm:pt>
    <dgm:pt modelId="{5288D403-DA7D-4D90-ACC5-7542244978B1}" type="pres">
      <dgm:prSet presAssocID="{F748754C-8971-44BF-B5A1-F45A3E159A16}" presName="rootConnector" presStyleLbl="node2" presStyleIdx="3" presStyleCnt="5"/>
      <dgm:spPr/>
    </dgm:pt>
    <dgm:pt modelId="{02EA4003-4F62-49C0-B5A6-569F97624EF7}" type="pres">
      <dgm:prSet presAssocID="{F748754C-8971-44BF-B5A1-F45A3E159A16}" presName="hierChild4" presStyleCnt="0"/>
      <dgm:spPr/>
    </dgm:pt>
    <dgm:pt modelId="{55BB8BB7-0787-442C-BE1C-E402593ABB57}" type="pres">
      <dgm:prSet presAssocID="{163A612D-3C41-40C6-BF17-B48C88AF46DF}" presName="Name37" presStyleLbl="parChTrans1D3" presStyleIdx="13" presStyleCnt="23"/>
      <dgm:spPr/>
    </dgm:pt>
    <dgm:pt modelId="{F89E7CCF-3BC3-41DC-9AB3-0F43CB0EB7D4}" type="pres">
      <dgm:prSet presAssocID="{17038732-669E-4CFA-A4E2-C3324C308E2A}" presName="hierRoot2" presStyleCnt="0">
        <dgm:presLayoutVars>
          <dgm:hierBranch val="init"/>
        </dgm:presLayoutVars>
      </dgm:prSet>
      <dgm:spPr/>
    </dgm:pt>
    <dgm:pt modelId="{61DA9F15-FD08-4E21-9931-77BAACC27E44}" type="pres">
      <dgm:prSet presAssocID="{17038732-669E-4CFA-A4E2-C3324C308E2A}" presName="rootComposite" presStyleCnt="0"/>
      <dgm:spPr/>
    </dgm:pt>
    <dgm:pt modelId="{186BDEA5-4E36-4323-8EB9-0985FE26F52D}" type="pres">
      <dgm:prSet presAssocID="{17038732-669E-4CFA-A4E2-C3324C308E2A}" presName="rootText" presStyleLbl="node3" presStyleIdx="13" presStyleCnt="23">
        <dgm:presLayoutVars>
          <dgm:chPref val="3"/>
        </dgm:presLayoutVars>
      </dgm:prSet>
      <dgm:spPr/>
    </dgm:pt>
    <dgm:pt modelId="{36F773C9-1692-4725-A234-4A3182F5E222}" type="pres">
      <dgm:prSet presAssocID="{17038732-669E-4CFA-A4E2-C3324C308E2A}" presName="rootConnector" presStyleLbl="node3" presStyleIdx="13" presStyleCnt="23"/>
      <dgm:spPr/>
    </dgm:pt>
    <dgm:pt modelId="{6A7A8F02-DD45-4009-A317-8DC94804B4C6}" type="pres">
      <dgm:prSet presAssocID="{17038732-669E-4CFA-A4E2-C3324C308E2A}" presName="hierChild4" presStyleCnt="0"/>
      <dgm:spPr/>
    </dgm:pt>
    <dgm:pt modelId="{0FC79DED-2E35-4848-8DF8-D3F4051EA46C}" type="pres">
      <dgm:prSet presAssocID="{17038732-669E-4CFA-A4E2-C3324C308E2A}" presName="hierChild5" presStyleCnt="0"/>
      <dgm:spPr/>
    </dgm:pt>
    <dgm:pt modelId="{96F10A2B-D5AE-4D86-B4ED-8CBC8A5C146F}" type="pres">
      <dgm:prSet presAssocID="{003B6041-09E5-4A48-B44F-1F3631171B27}" presName="Name37" presStyleLbl="parChTrans1D3" presStyleIdx="14" presStyleCnt="23"/>
      <dgm:spPr/>
    </dgm:pt>
    <dgm:pt modelId="{12667947-7024-4DAE-838D-54F356E5A566}" type="pres">
      <dgm:prSet presAssocID="{90A91D39-FEAF-44E6-B740-D7179E12338F}" presName="hierRoot2" presStyleCnt="0">
        <dgm:presLayoutVars>
          <dgm:hierBranch val="init"/>
        </dgm:presLayoutVars>
      </dgm:prSet>
      <dgm:spPr/>
    </dgm:pt>
    <dgm:pt modelId="{2660E5A6-817A-42B9-A6A2-B99A74848F01}" type="pres">
      <dgm:prSet presAssocID="{90A91D39-FEAF-44E6-B740-D7179E12338F}" presName="rootComposite" presStyleCnt="0"/>
      <dgm:spPr/>
    </dgm:pt>
    <dgm:pt modelId="{FF141B75-6FE3-4973-BC64-406FA62900D8}" type="pres">
      <dgm:prSet presAssocID="{90A91D39-FEAF-44E6-B740-D7179E12338F}" presName="rootText" presStyleLbl="node3" presStyleIdx="14" presStyleCnt="23">
        <dgm:presLayoutVars>
          <dgm:chPref val="3"/>
        </dgm:presLayoutVars>
      </dgm:prSet>
      <dgm:spPr/>
    </dgm:pt>
    <dgm:pt modelId="{0F6704C5-DAB1-42E0-A5C8-8CBC24A564AD}" type="pres">
      <dgm:prSet presAssocID="{90A91D39-FEAF-44E6-B740-D7179E12338F}" presName="rootConnector" presStyleLbl="node3" presStyleIdx="14" presStyleCnt="23"/>
      <dgm:spPr/>
    </dgm:pt>
    <dgm:pt modelId="{BAE89365-C6B4-4329-9820-D6A0A128EE9F}" type="pres">
      <dgm:prSet presAssocID="{90A91D39-FEAF-44E6-B740-D7179E12338F}" presName="hierChild4" presStyleCnt="0"/>
      <dgm:spPr/>
    </dgm:pt>
    <dgm:pt modelId="{069F81F4-FE26-45CF-9757-7C25F14D0B3F}" type="pres">
      <dgm:prSet presAssocID="{90A91D39-FEAF-44E6-B740-D7179E12338F}" presName="hierChild5" presStyleCnt="0"/>
      <dgm:spPr/>
    </dgm:pt>
    <dgm:pt modelId="{AF28D9E9-CA05-4B17-9A23-6089D2F985A0}" type="pres">
      <dgm:prSet presAssocID="{911B80F1-669B-4FD6-824E-B64FC96BFD26}" presName="Name37" presStyleLbl="parChTrans1D3" presStyleIdx="15" presStyleCnt="23"/>
      <dgm:spPr/>
    </dgm:pt>
    <dgm:pt modelId="{6C809F5F-9905-4542-ACB0-FD4B32206D82}" type="pres">
      <dgm:prSet presAssocID="{D8AEE7E7-572F-44A7-BBA5-B9C5A40CEBB2}" presName="hierRoot2" presStyleCnt="0">
        <dgm:presLayoutVars>
          <dgm:hierBranch val="init"/>
        </dgm:presLayoutVars>
      </dgm:prSet>
      <dgm:spPr/>
    </dgm:pt>
    <dgm:pt modelId="{B81C2A15-6233-4061-BD41-D6D01901D175}" type="pres">
      <dgm:prSet presAssocID="{D8AEE7E7-572F-44A7-BBA5-B9C5A40CEBB2}" presName="rootComposite" presStyleCnt="0"/>
      <dgm:spPr/>
    </dgm:pt>
    <dgm:pt modelId="{2E8ABDDA-4C1F-4F32-8341-D269558C7263}" type="pres">
      <dgm:prSet presAssocID="{D8AEE7E7-572F-44A7-BBA5-B9C5A40CEBB2}" presName="rootText" presStyleLbl="node3" presStyleIdx="15" presStyleCnt="23">
        <dgm:presLayoutVars>
          <dgm:chPref val="3"/>
        </dgm:presLayoutVars>
      </dgm:prSet>
      <dgm:spPr/>
    </dgm:pt>
    <dgm:pt modelId="{1C021391-D7A5-4281-AB0C-FDC549130B26}" type="pres">
      <dgm:prSet presAssocID="{D8AEE7E7-572F-44A7-BBA5-B9C5A40CEBB2}" presName="rootConnector" presStyleLbl="node3" presStyleIdx="15" presStyleCnt="23"/>
      <dgm:spPr/>
    </dgm:pt>
    <dgm:pt modelId="{AE999D4B-27BD-4906-9AE2-5E8419E8FBBD}" type="pres">
      <dgm:prSet presAssocID="{D8AEE7E7-572F-44A7-BBA5-B9C5A40CEBB2}" presName="hierChild4" presStyleCnt="0"/>
      <dgm:spPr/>
    </dgm:pt>
    <dgm:pt modelId="{4CE2F647-09B6-49BB-8374-415B2D451C35}" type="pres">
      <dgm:prSet presAssocID="{D8AEE7E7-572F-44A7-BBA5-B9C5A40CEBB2}" presName="hierChild5" presStyleCnt="0"/>
      <dgm:spPr/>
    </dgm:pt>
    <dgm:pt modelId="{C55A33CB-C485-4DB5-A2AE-246CE790321B}" type="pres">
      <dgm:prSet presAssocID="{CC553AFD-B2B1-4DF1-A50B-1B6FC648D82D}" presName="Name37" presStyleLbl="parChTrans1D3" presStyleIdx="16" presStyleCnt="23"/>
      <dgm:spPr/>
    </dgm:pt>
    <dgm:pt modelId="{F928EE23-443F-4931-AE9E-E3AC91F26437}" type="pres">
      <dgm:prSet presAssocID="{368C539E-F086-4350-A582-AEFA06CC5086}" presName="hierRoot2" presStyleCnt="0">
        <dgm:presLayoutVars>
          <dgm:hierBranch val="init"/>
        </dgm:presLayoutVars>
      </dgm:prSet>
      <dgm:spPr/>
    </dgm:pt>
    <dgm:pt modelId="{539A9AB9-895E-4DC1-B72D-5060A12C15E5}" type="pres">
      <dgm:prSet presAssocID="{368C539E-F086-4350-A582-AEFA06CC5086}" presName="rootComposite" presStyleCnt="0"/>
      <dgm:spPr/>
    </dgm:pt>
    <dgm:pt modelId="{59B13B6D-559D-4577-B88C-E4EBB5B9330F}" type="pres">
      <dgm:prSet presAssocID="{368C539E-F086-4350-A582-AEFA06CC5086}" presName="rootText" presStyleLbl="node3" presStyleIdx="16" presStyleCnt="23">
        <dgm:presLayoutVars>
          <dgm:chPref val="3"/>
        </dgm:presLayoutVars>
      </dgm:prSet>
      <dgm:spPr/>
    </dgm:pt>
    <dgm:pt modelId="{61AC0E62-BBAB-4EAC-B3BD-17AC83B422D3}" type="pres">
      <dgm:prSet presAssocID="{368C539E-F086-4350-A582-AEFA06CC5086}" presName="rootConnector" presStyleLbl="node3" presStyleIdx="16" presStyleCnt="23"/>
      <dgm:spPr/>
    </dgm:pt>
    <dgm:pt modelId="{748A93CC-9704-40F9-8173-6B038CDCD33F}" type="pres">
      <dgm:prSet presAssocID="{368C539E-F086-4350-A582-AEFA06CC5086}" presName="hierChild4" presStyleCnt="0"/>
      <dgm:spPr/>
    </dgm:pt>
    <dgm:pt modelId="{16E63225-4D62-459D-80F7-24F3966DC046}" type="pres">
      <dgm:prSet presAssocID="{368C539E-F086-4350-A582-AEFA06CC5086}" presName="hierChild5" presStyleCnt="0"/>
      <dgm:spPr/>
    </dgm:pt>
    <dgm:pt modelId="{9DD19C2F-17F6-4DCD-89CD-5E8F22A4790C}" type="pres">
      <dgm:prSet presAssocID="{0CBD26C0-1CF1-4BDA-A08A-B9155152675D}" presName="Name37" presStyleLbl="parChTrans1D3" presStyleIdx="17" presStyleCnt="23"/>
      <dgm:spPr/>
    </dgm:pt>
    <dgm:pt modelId="{1824C079-82A6-419C-AF98-27E5A426E23F}" type="pres">
      <dgm:prSet presAssocID="{52FB6789-BE22-4F60-869E-5D8E7BEC1916}" presName="hierRoot2" presStyleCnt="0">
        <dgm:presLayoutVars>
          <dgm:hierBranch val="init"/>
        </dgm:presLayoutVars>
      </dgm:prSet>
      <dgm:spPr/>
    </dgm:pt>
    <dgm:pt modelId="{C042200B-FA2A-439E-8F06-8E1396B0D8E7}" type="pres">
      <dgm:prSet presAssocID="{52FB6789-BE22-4F60-869E-5D8E7BEC1916}" presName="rootComposite" presStyleCnt="0"/>
      <dgm:spPr/>
    </dgm:pt>
    <dgm:pt modelId="{C1D893FA-15AF-4B87-9690-0131022377B6}" type="pres">
      <dgm:prSet presAssocID="{52FB6789-BE22-4F60-869E-5D8E7BEC1916}" presName="rootText" presStyleLbl="node3" presStyleIdx="17" presStyleCnt="23">
        <dgm:presLayoutVars>
          <dgm:chPref val="3"/>
        </dgm:presLayoutVars>
      </dgm:prSet>
      <dgm:spPr/>
    </dgm:pt>
    <dgm:pt modelId="{3E48039E-7EF6-48C5-9DED-BBFA2764DBCB}" type="pres">
      <dgm:prSet presAssocID="{52FB6789-BE22-4F60-869E-5D8E7BEC1916}" presName="rootConnector" presStyleLbl="node3" presStyleIdx="17" presStyleCnt="23"/>
      <dgm:spPr/>
    </dgm:pt>
    <dgm:pt modelId="{95F8B9B3-E7E9-47F9-841F-91AA083BC335}" type="pres">
      <dgm:prSet presAssocID="{52FB6789-BE22-4F60-869E-5D8E7BEC1916}" presName="hierChild4" presStyleCnt="0"/>
      <dgm:spPr/>
    </dgm:pt>
    <dgm:pt modelId="{A5BD1076-D21C-4648-985F-C824D17F1175}" type="pres">
      <dgm:prSet presAssocID="{52FB6789-BE22-4F60-869E-5D8E7BEC1916}" presName="hierChild5" presStyleCnt="0"/>
      <dgm:spPr/>
    </dgm:pt>
    <dgm:pt modelId="{992539FE-DC18-4B3C-BDED-2DFFE5802CB6}" type="pres">
      <dgm:prSet presAssocID="{F748754C-8971-44BF-B5A1-F45A3E159A16}" presName="hierChild5" presStyleCnt="0"/>
      <dgm:spPr/>
    </dgm:pt>
    <dgm:pt modelId="{81953FDB-271D-4ADF-976F-14F165D0B507}" type="pres">
      <dgm:prSet presAssocID="{14470683-9FD1-4582-B1C7-784629B41B81}" presName="Name37" presStyleLbl="parChTrans1D2" presStyleIdx="4" presStyleCnt="5"/>
      <dgm:spPr/>
    </dgm:pt>
    <dgm:pt modelId="{D3732F57-D65F-490F-AC22-A19DAD63BCCF}" type="pres">
      <dgm:prSet presAssocID="{A381C2D1-DE03-4852-858E-DCFCE792A1C1}" presName="hierRoot2" presStyleCnt="0">
        <dgm:presLayoutVars>
          <dgm:hierBranch val="init"/>
        </dgm:presLayoutVars>
      </dgm:prSet>
      <dgm:spPr/>
    </dgm:pt>
    <dgm:pt modelId="{31BB9B38-8FD9-4986-918D-B58B4D72BC8D}" type="pres">
      <dgm:prSet presAssocID="{A381C2D1-DE03-4852-858E-DCFCE792A1C1}" presName="rootComposite" presStyleCnt="0"/>
      <dgm:spPr/>
    </dgm:pt>
    <dgm:pt modelId="{300F72C8-423F-4D7A-8511-F54946BD9910}" type="pres">
      <dgm:prSet presAssocID="{A381C2D1-DE03-4852-858E-DCFCE792A1C1}" presName="rootText" presStyleLbl="node2" presStyleIdx="4" presStyleCnt="5">
        <dgm:presLayoutVars>
          <dgm:chPref val="3"/>
        </dgm:presLayoutVars>
      </dgm:prSet>
      <dgm:spPr/>
    </dgm:pt>
    <dgm:pt modelId="{87EEC985-6495-408B-BC43-9F3C0A3C6351}" type="pres">
      <dgm:prSet presAssocID="{A381C2D1-DE03-4852-858E-DCFCE792A1C1}" presName="rootConnector" presStyleLbl="node2" presStyleIdx="4" presStyleCnt="5"/>
      <dgm:spPr/>
    </dgm:pt>
    <dgm:pt modelId="{E8812FE2-75B7-4EE1-8234-7954E1B1C2B0}" type="pres">
      <dgm:prSet presAssocID="{A381C2D1-DE03-4852-858E-DCFCE792A1C1}" presName="hierChild4" presStyleCnt="0"/>
      <dgm:spPr/>
    </dgm:pt>
    <dgm:pt modelId="{8430D391-D833-441C-A119-CB8CF75A5DE3}" type="pres">
      <dgm:prSet presAssocID="{AF8A8BED-4FA3-4995-8453-AC69263E4F7B}" presName="Name37" presStyleLbl="parChTrans1D3" presStyleIdx="18" presStyleCnt="23"/>
      <dgm:spPr/>
    </dgm:pt>
    <dgm:pt modelId="{97BD8D0C-FFF2-42EF-A9D9-2576A735AA38}" type="pres">
      <dgm:prSet presAssocID="{7CA0449F-2DC0-4961-8395-48C3E8E3BB41}" presName="hierRoot2" presStyleCnt="0">
        <dgm:presLayoutVars>
          <dgm:hierBranch val="init"/>
        </dgm:presLayoutVars>
      </dgm:prSet>
      <dgm:spPr/>
    </dgm:pt>
    <dgm:pt modelId="{673EAC19-9319-4AAC-87C9-6F0289EED33A}" type="pres">
      <dgm:prSet presAssocID="{7CA0449F-2DC0-4961-8395-48C3E8E3BB41}" presName="rootComposite" presStyleCnt="0"/>
      <dgm:spPr/>
    </dgm:pt>
    <dgm:pt modelId="{50ED118C-FD6F-4995-9C88-655CACB534B0}" type="pres">
      <dgm:prSet presAssocID="{7CA0449F-2DC0-4961-8395-48C3E8E3BB41}" presName="rootText" presStyleLbl="node3" presStyleIdx="18" presStyleCnt="23">
        <dgm:presLayoutVars>
          <dgm:chPref val="3"/>
        </dgm:presLayoutVars>
      </dgm:prSet>
      <dgm:spPr/>
    </dgm:pt>
    <dgm:pt modelId="{FFF2F7F3-4F8A-4989-9473-A935AF8F85D1}" type="pres">
      <dgm:prSet presAssocID="{7CA0449F-2DC0-4961-8395-48C3E8E3BB41}" presName="rootConnector" presStyleLbl="node3" presStyleIdx="18" presStyleCnt="23"/>
      <dgm:spPr/>
    </dgm:pt>
    <dgm:pt modelId="{6A99A882-0B47-4F2B-9983-AD7D869B7D6A}" type="pres">
      <dgm:prSet presAssocID="{7CA0449F-2DC0-4961-8395-48C3E8E3BB41}" presName="hierChild4" presStyleCnt="0"/>
      <dgm:spPr/>
    </dgm:pt>
    <dgm:pt modelId="{99A0D3D6-3E07-488E-A559-85B311396774}" type="pres">
      <dgm:prSet presAssocID="{7CA0449F-2DC0-4961-8395-48C3E8E3BB41}" presName="hierChild5" presStyleCnt="0"/>
      <dgm:spPr/>
    </dgm:pt>
    <dgm:pt modelId="{A6C3C22F-50C7-401B-AA59-08C36F3AD5FF}" type="pres">
      <dgm:prSet presAssocID="{3ADC823A-73D3-4229-869C-AF8C19F969B1}" presName="Name37" presStyleLbl="parChTrans1D3" presStyleIdx="19" presStyleCnt="23"/>
      <dgm:spPr/>
    </dgm:pt>
    <dgm:pt modelId="{48C859C3-E01E-4EFE-9AF9-E8A7891E88E8}" type="pres">
      <dgm:prSet presAssocID="{C15616C1-E6E5-4C73-BB55-3DF0B9C7E4CA}" presName="hierRoot2" presStyleCnt="0">
        <dgm:presLayoutVars>
          <dgm:hierBranch val="init"/>
        </dgm:presLayoutVars>
      </dgm:prSet>
      <dgm:spPr/>
    </dgm:pt>
    <dgm:pt modelId="{77B59A29-BD06-4E87-B009-878BEAB35C39}" type="pres">
      <dgm:prSet presAssocID="{C15616C1-E6E5-4C73-BB55-3DF0B9C7E4CA}" presName="rootComposite" presStyleCnt="0"/>
      <dgm:spPr/>
    </dgm:pt>
    <dgm:pt modelId="{8D0B0D71-5EB7-4544-92A0-4F1F9CC28B2A}" type="pres">
      <dgm:prSet presAssocID="{C15616C1-E6E5-4C73-BB55-3DF0B9C7E4CA}" presName="rootText" presStyleLbl="node3" presStyleIdx="19" presStyleCnt="23">
        <dgm:presLayoutVars>
          <dgm:chPref val="3"/>
        </dgm:presLayoutVars>
      </dgm:prSet>
      <dgm:spPr/>
    </dgm:pt>
    <dgm:pt modelId="{07E8B9D2-4452-4027-9655-C28071B502FF}" type="pres">
      <dgm:prSet presAssocID="{C15616C1-E6E5-4C73-BB55-3DF0B9C7E4CA}" presName="rootConnector" presStyleLbl="node3" presStyleIdx="19" presStyleCnt="23"/>
      <dgm:spPr/>
    </dgm:pt>
    <dgm:pt modelId="{709B1BBA-F50F-4384-BE52-BBA3DF349F29}" type="pres">
      <dgm:prSet presAssocID="{C15616C1-E6E5-4C73-BB55-3DF0B9C7E4CA}" presName="hierChild4" presStyleCnt="0"/>
      <dgm:spPr/>
    </dgm:pt>
    <dgm:pt modelId="{0B35E10B-1C52-492D-8FC9-7D14FA8F3ADA}" type="pres">
      <dgm:prSet presAssocID="{C15616C1-E6E5-4C73-BB55-3DF0B9C7E4CA}" presName="hierChild5" presStyleCnt="0"/>
      <dgm:spPr/>
    </dgm:pt>
    <dgm:pt modelId="{66859F49-5CAF-49A3-B800-DED4D28E832B}" type="pres">
      <dgm:prSet presAssocID="{D2848664-7F31-4C0E-8052-231E01AAD71A}" presName="Name37" presStyleLbl="parChTrans1D3" presStyleIdx="20" presStyleCnt="23"/>
      <dgm:spPr/>
    </dgm:pt>
    <dgm:pt modelId="{18B42742-8FDB-4170-8EDE-F0D6B3FF1F0A}" type="pres">
      <dgm:prSet presAssocID="{96D96C04-A735-4604-B971-E39763DFE27E}" presName="hierRoot2" presStyleCnt="0">
        <dgm:presLayoutVars>
          <dgm:hierBranch val="init"/>
        </dgm:presLayoutVars>
      </dgm:prSet>
      <dgm:spPr/>
    </dgm:pt>
    <dgm:pt modelId="{A9619A70-F8EA-41AC-B4F7-B48D81A10041}" type="pres">
      <dgm:prSet presAssocID="{96D96C04-A735-4604-B971-E39763DFE27E}" presName="rootComposite" presStyleCnt="0"/>
      <dgm:spPr/>
    </dgm:pt>
    <dgm:pt modelId="{5E61FF5F-169C-414C-B100-D42E86D2450C}" type="pres">
      <dgm:prSet presAssocID="{96D96C04-A735-4604-B971-E39763DFE27E}" presName="rootText" presStyleLbl="node3" presStyleIdx="20" presStyleCnt="23">
        <dgm:presLayoutVars>
          <dgm:chPref val="3"/>
        </dgm:presLayoutVars>
      </dgm:prSet>
      <dgm:spPr/>
    </dgm:pt>
    <dgm:pt modelId="{D037B0CF-C9AD-4490-B45E-1A6DFD6F0D7C}" type="pres">
      <dgm:prSet presAssocID="{96D96C04-A735-4604-B971-E39763DFE27E}" presName="rootConnector" presStyleLbl="node3" presStyleIdx="20" presStyleCnt="23"/>
      <dgm:spPr/>
    </dgm:pt>
    <dgm:pt modelId="{EB04D943-56EF-4F9B-99EE-BBEA7B2740B3}" type="pres">
      <dgm:prSet presAssocID="{96D96C04-A735-4604-B971-E39763DFE27E}" presName="hierChild4" presStyleCnt="0"/>
      <dgm:spPr/>
    </dgm:pt>
    <dgm:pt modelId="{9A299EBF-6BA7-4000-894C-03EABFC32E40}" type="pres">
      <dgm:prSet presAssocID="{96D96C04-A735-4604-B971-E39763DFE27E}" presName="hierChild5" presStyleCnt="0"/>
      <dgm:spPr/>
    </dgm:pt>
    <dgm:pt modelId="{D052C1F2-1B1D-4B1E-8DA4-759EF2C8EF0C}" type="pres">
      <dgm:prSet presAssocID="{99ADCBFC-F476-4BFA-AEB5-25A42EB301A1}" presName="Name37" presStyleLbl="parChTrans1D3" presStyleIdx="21" presStyleCnt="23"/>
      <dgm:spPr/>
    </dgm:pt>
    <dgm:pt modelId="{2E276396-0461-4A05-9C00-BBBC12BB672A}" type="pres">
      <dgm:prSet presAssocID="{F3E2038D-1AD3-4CDF-819D-1A3A0C7FCD4C}" presName="hierRoot2" presStyleCnt="0">
        <dgm:presLayoutVars>
          <dgm:hierBranch val="init"/>
        </dgm:presLayoutVars>
      </dgm:prSet>
      <dgm:spPr/>
    </dgm:pt>
    <dgm:pt modelId="{879907CA-3F12-488C-9290-4E7CC9FFE9F2}" type="pres">
      <dgm:prSet presAssocID="{F3E2038D-1AD3-4CDF-819D-1A3A0C7FCD4C}" presName="rootComposite" presStyleCnt="0"/>
      <dgm:spPr/>
    </dgm:pt>
    <dgm:pt modelId="{AA601002-A2E6-4518-95EF-B539F6CA8BBF}" type="pres">
      <dgm:prSet presAssocID="{F3E2038D-1AD3-4CDF-819D-1A3A0C7FCD4C}" presName="rootText" presStyleLbl="node3" presStyleIdx="21" presStyleCnt="23">
        <dgm:presLayoutVars>
          <dgm:chPref val="3"/>
        </dgm:presLayoutVars>
      </dgm:prSet>
      <dgm:spPr/>
    </dgm:pt>
    <dgm:pt modelId="{56665E3D-45B2-48A3-99F8-59B57C39E545}" type="pres">
      <dgm:prSet presAssocID="{F3E2038D-1AD3-4CDF-819D-1A3A0C7FCD4C}" presName="rootConnector" presStyleLbl="node3" presStyleIdx="21" presStyleCnt="23"/>
      <dgm:spPr/>
    </dgm:pt>
    <dgm:pt modelId="{39F2F689-51C5-4904-8C51-92F18012E4D8}" type="pres">
      <dgm:prSet presAssocID="{F3E2038D-1AD3-4CDF-819D-1A3A0C7FCD4C}" presName="hierChild4" presStyleCnt="0"/>
      <dgm:spPr/>
    </dgm:pt>
    <dgm:pt modelId="{2E228F93-096D-427D-B1FA-831B806F3B09}" type="pres">
      <dgm:prSet presAssocID="{F3E2038D-1AD3-4CDF-819D-1A3A0C7FCD4C}" presName="hierChild5" presStyleCnt="0"/>
      <dgm:spPr/>
    </dgm:pt>
    <dgm:pt modelId="{FBE801FF-A8BC-4A70-895F-95F8538AA72B}" type="pres">
      <dgm:prSet presAssocID="{ED2F10E8-8B2F-4CEC-B1CF-D58563DF5873}" presName="Name37" presStyleLbl="parChTrans1D3" presStyleIdx="22" presStyleCnt="23"/>
      <dgm:spPr/>
    </dgm:pt>
    <dgm:pt modelId="{3B030427-88F9-4F92-93A5-ED4817986A3D}" type="pres">
      <dgm:prSet presAssocID="{EAF3E1D3-0367-4412-B212-5DE37726A158}" presName="hierRoot2" presStyleCnt="0">
        <dgm:presLayoutVars>
          <dgm:hierBranch val="init"/>
        </dgm:presLayoutVars>
      </dgm:prSet>
      <dgm:spPr/>
    </dgm:pt>
    <dgm:pt modelId="{D34A95F4-E589-4F8C-9607-0B1C80C913EC}" type="pres">
      <dgm:prSet presAssocID="{EAF3E1D3-0367-4412-B212-5DE37726A158}" presName="rootComposite" presStyleCnt="0"/>
      <dgm:spPr/>
    </dgm:pt>
    <dgm:pt modelId="{A6C6976D-9D0D-443E-B9CE-12345B282C0E}" type="pres">
      <dgm:prSet presAssocID="{EAF3E1D3-0367-4412-B212-5DE37726A158}" presName="rootText" presStyleLbl="node3" presStyleIdx="22" presStyleCnt="23">
        <dgm:presLayoutVars>
          <dgm:chPref val="3"/>
        </dgm:presLayoutVars>
      </dgm:prSet>
      <dgm:spPr/>
    </dgm:pt>
    <dgm:pt modelId="{D4FCB51B-44A9-41E2-9CCE-0ACEBAE8B82C}" type="pres">
      <dgm:prSet presAssocID="{EAF3E1D3-0367-4412-B212-5DE37726A158}" presName="rootConnector" presStyleLbl="node3" presStyleIdx="22" presStyleCnt="23"/>
      <dgm:spPr/>
    </dgm:pt>
    <dgm:pt modelId="{8FEDA7C3-F776-4E00-88ED-E3C5FDAB8BE8}" type="pres">
      <dgm:prSet presAssocID="{EAF3E1D3-0367-4412-B212-5DE37726A158}" presName="hierChild4" presStyleCnt="0"/>
      <dgm:spPr/>
    </dgm:pt>
    <dgm:pt modelId="{89FE0DD3-A4B1-46D7-90B3-F6A373B1A1CE}" type="pres">
      <dgm:prSet presAssocID="{EAF3E1D3-0367-4412-B212-5DE37726A158}" presName="hierChild5" presStyleCnt="0"/>
      <dgm:spPr/>
    </dgm:pt>
    <dgm:pt modelId="{B95FC23A-E855-4F6E-84A0-A4CA0CEC7517}" type="pres">
      <dgm:prSet presAssocID="{A381C2D1-DE03-4852-858E-DCFCE792A1C1}" presName="hierChild5" presStyleCnt="0"/>
      <dgm:spPr/>
    </dgm:pt>
    <dgm:pt modelId="{5DECE4D5-91B9-4F39-AC83-3A7C65F2FD71}" type="pres">
      <dgm:prSet presAssocID="{D905062B-8226-40E6-B9D3-BD5ADF0F4FF2}" presName="hierChild3" presStyleCnt="0"/>
      <dgm:spPr/>
    </dgm:pt>
  </dgm:ptLst>
  <dgm:cxnLst>
    <dgm:cxn modelId="{05242500-7647-4E5C-9F3F-DE351606A2AB}" type="presOf" srcId="{923B5847-D916-4A69-B5C4-2102D56856F9}" destId="{E6D7069A-46E6-4274-8313-2335409E8EA2}" srcOrd="1" destOrd="0" presId="urn:microsoft.com/office/officeart/2005/8/layout/orgChart1"/>
    <dgm:cxn modelId="{6188D501-6888-4CAF-9B60-5AD0EDEB668D}" type="presOf" srcId="{4887F99A-64DF-489A-ACA0-FAD8795D0CD4}" destId="{99BC8703-A174-4025-85FF-C75DF46C60C6}" srcOrd="0" destOrd="0" presId="urn:microsoft.com/office/officeart/2005/8/layout/orgChart1"/>
    <dgm:cxn modelId="{E6A05002-F4B3-4766-A59F-BD13A38E0EBD}" type="presOf" srcId="{9CAEC793-A85E-45AF-802E-E537687945F7}" destId="{9104CC0E-926A-4D4E-8186-6E2AFDD1B9E9}" srcOrd="0" destOrd="0" presId="urn:microsoft.com/office/officeart/2005/8/layout/orgChart1"/>
    <dgm:cxn modelId="{9131A502-585F-4ACB-B007-29F1AA7F3EE1}" srcId="{A381C2D1-DE03-4852-858E-DCFCE792A1C1}" destId="{C15616C1-E6E5-4C73-BB55-3DF0B9C7E4CA}" srcOrd="1" destOrd="0" parTransId="{3ADC823A-73D3-4229-869C-AF8C19F969B1}" sibTransId="{DAF918D6-12EA-4D78-976A-5A6FCD0EE0FF}"/>
    <dgm:cxn modelId="{40AE6203-204A-4D1E-B5F2-C887EDBEC092}" srcId="{F748754C-8971-44BF-B5A1-F45A3E159A16}" destId="{52FB6789-BE22-4F60-869E-5D8E7BEC1916}" srcOrd="4" destOrd="0" parTransId="{0CBD26C0-1CF1-4BDA-A08A-B9155152675D}" sibTransId="{25DF7C2F-BE76-4AAE-A2B6-CB45DEBD89BF}"/>
    <dgm:cxn modelId="{A94EF605-F5E4-41AB-AFDE-B17EC3DC3C13}" type="presOf" srcId="{504BA2DC-B6AF-47BA-BFD0-41BD95BC0D1A}" destId="{98206F9B-7AF6-4652-AB5C-916166CB5354}" srcOrd="0" destOrd="0" presId="urn:microsoft.com/office/officeart/2005/8/layout/orgChart1"/>
    <dgm:cxn modelId="{88A25C09-C734-43D7-9D74-CCC03E9D6EB8}" type="presOf" srcId="{260BF826-EEE7-475B-8302-9EB7EF0FB178}" destId="{730CC6AA-114C-4C61-A978-4F15142158F1}" srcOrd="1" destOrd="0" presId="urn:microsoft.com/office/officeart/2005/8/layout/orgChart1"/>
    <dgm:cxn modelId="{F5F7100D-6D75-4A77-A37A-1CA6512AA8E1}" type="presOf" srcId="{CC553AFD-B2B1-4DF1-A50B-1B6FC648D82D}" destId="{C55A33CB-C485-4DB5-A2AE-246CE790321B}" srcOrd="0" destOrd="0" presId="urn:microsoft.com/office/officeart/2005/8/layout/orgChart1"/>
    <dgm:cxn modelId="{E4481A0D-D5E2-41DD-BF05-68247C889589}" type="presOf" srcId="{AC906E97-D03B-4750-9C07-2B06BC127A18}" destId="{0836C8B7-2F9E-4B03-B232-12F85155C072}" srcOrd="1" destOrd="0" presId="urn:microsoft.com/office/officeart/2005/8/layout/orgChart1"/>
    <dgm:cxn modelId="{2791F90D-6EB9-4B0A-A99B-C8E2BD184464}" type="presOf" srcId="{7F9603D1-82F1-42EE-BBE1-902CADE7C0B9}" destId="{4FD5750D-E42E-4CCF-BE26-0FEB82C8FDFE}" srcOrd="0" destOrd="0" presId="urn:microsoft.com/office/officeart/2005/8/layout/orgChart1"/>
    <dgm:cxn modelId="{B6174211-4C88-4BAA-9003-30930F88C5ED}" type="presOf" srcId="{147FBBE8-93CF-4731-9367-659C214A8742}" destId="{B3ED08DB-45AF-4ED5-BC41-036C6267D4B8}" srcOrd="0" destOrd="0" presId="urn:microsoft.com/office/officeart/2005/8/layout/orgChart1"/>
    <dgm:cxn modelId="{C9F90012-8515-47D2-9925-F2D5D262935A}" type="presOf" srcId="{0CBD26C0-1CF1-4BDA-A08A-B9155152675D}" destId="{9DD19C2F-17F6-4DCD-89CD-5E8F22A4790C}" srcOrd="0" destOrd="0" presId="urn:microsoft.com/office/officeart/2005/8/layout/orgChart1"/>
    <dgm:cxn modelId="{A359EB16-98F6-4573-B39D-ABF17F9BCFDD}" type="presOf" srcId="{003B6041-09E5-4A48-B44F-1F3631171B27}" destId="{96F10A2B-D5AE-4D86-B4ED-8CBC8A5C146F}" srcOrd="0" destOrd="0" presId="urn:microsoft.com/office/officeart/2005/8/layout/orgChart1"/>
    <dgm:cxn modelId="{C6D0F217-62A7-436E-8D07-03D8B1D79A39}" srcId="{F7343D46-28E1-4BB4-9755-6F666BF2AC39}" destId="{0C6601D7-0A69-45AB-81DF-DE749031B2F8}" srcOrd="0" destOrd="0" parTransId="{774D199A-B00B-48B4-8AA4-8B3EE0D9080E}" sibTransId="{877A540E-9A11-4063-9A89-00DD303093E3}"/>
    <dgm:cxn modelId="{99780918-2DB8-40FA-90D1-A9F71AD9B611}" type="presOf" srcId="{B064233E-C0FD-41D0-B557-FB28A877A36A}" destId="{12DE6807-D68C-414E-A400-EF24C3344119}" srcOrd="1" destOrd="0" presId="urn:microsoft.com/office/officeart/2005/8/layout/orgChart1"/>
    <dgm:cxn modelId="{FF1C241B-0BB7-4E5C-B933-A81C1D1AA822}" type="presOf" srcId="{212DAB52-4BFD-415C-80C7-4BD0F1D1D76E}" destId="{FBC60741-666D-4C9A-8E85-2FBDEFF75D1E}" srcOrd="0" destOrd="0" presId="urn:microsoft.com/office/officeart/2005/8/layout/orgChart1"/>
    <dgm:cxn modelId="{B71C8A1B-7386-4910-8D77-40DEFEF8A69E}" type="presOf" srcId="{3ADC823A-73D3-4229-869C-AF8C19F969B1}" destId="{A6C3C22F-50C7-401B-AA59-08C36F3AD5FF}" srcOrd="0" destOrd="0" presId="urn:microsoft.com/office/officeart/2005/8/layout/orgChart1"/>
    <dgm:cxn modelId="{BA236E21-B1EF-46AD-9005-CB196B5D215C}" type="presOf" srcId="{0C6601D7-0A69-45AB-81DF-DE749031B2F8}" destId="{F1B82CC1-9737-49D9-93AB-D12CDDEE964A}" srcOrd="0" destOrd="0" presId="urn:microsoft.com/office/officeart/2005/8/layout/orgChart1"/>
    <dgm:cxn modelId="{2DE33123-6C84-49CE-84A9-233277EC2BDD}" type="presOf" srcId="{F0DB0B84-B478-45DC-ABF5-28BFB655CB4B}" destId="{6B40063E-098E-4915-A050-6F44416CBFC9}" srcOrd="0" destOrd="0" presId="urn:microsoft.com/office/officeart/2005/8/layout/orgChart1"/>
    <dgm:cxn modelId="{A4420E24-C684-4775-A0B6-54FE666E283A}" type="presOf" srcId="{AF8A8BED-4FA3-4995-8453-AC69263E4F7B}" destId="{8430D391-D833-441C-A119-CB8CF75A5DE3}" srcOrd="0" destOrd="0" presId="urn:microsoft.com/office/officeart/2005/8/layout/orgChart1"/>
    <dgm:cxn modelId="{D99B7924-F157-4DFD-AE85-CCF307D81F5F}" type="presOf" srcId="{D8AEE7E7-572F-44A7-BBA5-B9C5A40CEBB2}" destId="{2E8ABDDA-4C1F-4F32-8341-D269558C7263}" srcOrd="0" destOrd="0" presId="urn:microsoft.com/office/officeart/2005/8/layout/orgChart1"/>
    <dgm:cxn modelId="{523DC027-A300-49D7-AB34-C8E37B16717B}" type="presOf" srcId="{368C539E-F086-4350-A582-AEFA06CC5086}" destId="{59B13B6D-559D-4577-B88C-E4EBB5B9330F}" srcOrd="0" destOrd="0" presId="urn:microsoft.com/office/officeart/2005/8/layout/orgChart1"/>
    <dgm:cxn modelId="{2C6C8029-9E2F-4948-BD42-F71CBD2B9721}" srcId="{D905062B-8226-40E6-B9D3-BD5ADF0F4FF2}" destId="{F748754C-8971-44BF-B5A1-F45A3E159A16}" srcOrd="3" destOrd="0" parTransId="{504BA2DC-B6AF-47BA-BFD0-41BD95BC0D1A}" sibTransId="{9892E78F-5B12-47E2-B5C6-1AF5CB95D4CA}"/>
    <dgm:cxn modelId="{DE69702A-10FF-4F37-A864-C8604FA39AC5}" type="presOf" srcId="{774D199A-B00B-48B4-8AA4-8B3EE0D9080E}" destId="{A990FBE3-536C-403B-A8A2-C6AB47DAC219}" srcOrd="0" destOrd="0" presId="urn:microsoft.com/office/officeart/2005/8/layout/orgChart1"/>
    <dgm:cxn modelId="{ED7BB92A-B12C-4E2B-A07C-0CF6A0D1CE43}" srcId="{D905062B-8226-40E6-B9D3-BD5ADF0F4FF2}" destId="{3E35C48A-0844-47A6-B895-00E2D0DC19B9}" srcOrd="2" destOrd="0" parTransId="{9AC7D920-61D4-4E31-A854-BC6BB6002098}" sibTransId="{5F56301C-57A1-4CE6-862C-5DEBFFEB19CD}"/>
    <dgm:cxn modelId="{5F51632B-99CE-4725-A281-74D4D61331A7}" type="presOf" srcId="{A381C2D1-DE03-4852-858E-DCFCE792A1C1}" destId="{300F72C8-423F-4D7A-8511-F54946BD9910}" srcOrd="0" destOrd="0" presId="urn:microsoft.com/office/officeart/2005/8/layout/orgChart1"/>
    <dgm:cxn modelId="{400B4A2D-1361-421C-9026-305CD2229105}" srcId="{D905062B-8226-40E6-B9D3-BD5ADF0F4FF2}" destId="{F7343D46-28E1-4BB4-9755-6F666BF2AC39}" srcOrd="0" destOrd="0" parTransId="{B905E722-AC71-4819-95D4-4A9D23D2E89F}" sibTransId="{B9BFA5A3-7132-47D5-B104-DE7991894459}"/>
    <dgm:cxn modelId="{92127A2E-695F-4EFE-B695-0929F96FF584}" type="presOf" srcId="{2F96FAFA-B8B5-46C0-BB50-CBD97A236D5C}" destId="{0E7A3006-04FB-4AB4-B887-60B4768C5D23}" srcOrd="0" destOrd="0" presId="urn:microsoft.com/office/officeart/2005/8/layout/orgChart1"/>
    <dgm:cxn modelId="{F29D0C37-0F82-45C7-9FD7-3D9B0CD23DB3}" srcId="{F7343D46-28E1-4BB4-9755-6F666BF2AC39}" destId="{4887F99A-64DF-489A-ACA0-FAD8795D0CD4}" srcOrd="1" destOrd="0" parTransId="{7C4C0EEC-AAB2-4686-B8A4-7FBC05124D11}" sibTransId="{6C1EF07C-2EC5-4112-BACE-C6DE4D2D2385}"/>
    <dgm:cxn modelId="{ACFC585D-68E0-42B8-A223-C5916F2DA5FD}" srcId="{FEFB6219-3A1F-44AD-A50F-5446D62D42C3}" destId="{147FBBE8-93CF-4731-9367-659C214A8742}" srcOrd="4" destOrd="0" parTransId="{C08DA3F1-3B71-450F-8F23-2BD5655189BC}" sibTransId="{D8B7CE80-ACEB-496A-A6EA-A90D9E02262F}"/>
    <dgm:cxn modelId="{3419BA5D-0C10-4BDE-B820-C791B2646072}" type="presOf" srcId="{52FB6789-BE22-4F60-869E-5D8E7BEC1916}" destId="{C1D893FA-15AF-4B87-9690-0131022377B6}" srcOrd="0" destOrd="0" presId="urn:microsoft.com/office/officeart/2005/8/layout/orgChart1"/>
    <dgm:cxn modelId="{98092041-88E3-4327-95B4-C3A7314F3640}" srcId="{FEFB6219-3A1F-44AD-A50F-5446D62D42C3}" destId="{24BECC70-CE8D-46BB-9181-BCA3B7D4F43E}" srcOrd="5" destOrd="0" parTransId="{506ED219-11C5-4CB9-9B02-07FB41E991C2}" sibTransId="{A5A695C1-F71B-4984-8258-628BAA8CA826}"/>
    <dgm:cxn modelId="{52C94461-F8DB-4A9A-B347-87A0DB22B45C}" type="presOf" srcId="{AC906E97-D03B-4750-9C07-2B06BC127A18}" destId="{3C0284F8-344A-4A27-A093-414F41BA38FC}" srcOrd="0" destOrd="0" presId="urn:microsoft.com/office/officeart/2005/8/layout/orgChart1"/>
    <dgm:cxn modelId="{2FFAE861-AFAB-4EEE-BD98-9BBE5179D49B}" srcId="{F748754C-8971-44BF-B5A1-F45A3E159A16}" destId="{17038732-669E-4CFA-A4E2-C3324C308E2A}" srcOrd="0" destOrd="0" parTransId="{163A612D-3C41-40C6-BF17-B48C88AF46DF}" sibTransId="{FEC8F457-80DA-4E41-8D84-A411280859AB}"/>
    <dgm:cxn modelId="{CA702262-7E88-41E8-B9C0-BD345B0A14A4}" srcId="{3E35C48A-0844-47A6-B895-00E2D0DC19B9}" destId="{9D51EBFB-6A18-427C-AA07-3C6CD8DEDEE4}" srcOrd="2" destOrd="0" parTransId="{7F9603D1-82F1-42EE-BBE1-902CADE7C0B9}" sibTransId="{1A1FCF3F-0CA4-4BAB-A912-201F31008FBC}"/>
    <dgm:cxn modelId="{A6982344-2E3E-4F3F-A2EC-8B5B0803354B}" type="presOf" srcId="{24BECC70-CE8D-46BB-9181-BCA3B7D4F43E}" destId="{8798F0A4-E69F-44B7-B4D1-F5B764859C7E}" srcOrd="0" destOrd="0" presId="urn:microsoft.com/office/officeart/2005/8/layout/orgChart1"/>
    <dgm:cxn modelId="{6A17D644-60B3-4CE2-B147-380E1144AD7A}" type="presOf" srcId="{F748754C-8971-44BF-B5A1-F45A3E159A16}" destId="{DB735B7A-28B8-4C3B-9863-B17BE7AC949F}" srcOrd="0" destOrd="0" presId="urn:microsoft.com/office/officeart/2005/8/layout/orgChart1"/>
    <dgm:cxn modelId="{6E376E65-07D3-4EC2-8AFA-FBAAB63DACDF}" type="presOf" srcId="{24BECC70-CE8D-46BB-9181-BCA3B7D4F43E}" destId="{19DD56F1-6781-4FD3-B2D5-1CBD33198261}" srcOrd="1" destOrd="0" presId="urn:microsoft.com/office/officeart/2005/8/layout/orgChart1"/>
    <dgm:cxn modelId="{772AD565-E83F-4A3E-9DB1-93C01A7F806A}" srcId="{FEFB6219-3A1F-44AD-A50F-5446D62D42C3}" destId="{9B690F89-C137-4480-A64F-8C9CC477881B}" srcOrd="1" destOrd="0" parTransId="{6327ACA4-8DD3-4D7E-92EE-CAB24854A3DE}" sibTransId="{B0C7F2E1-2CE9-46BA-B179-F02B3F349A3D}"/>
    <dgm:cxn modelId="{3B135367-5EEE-4E73-86BF-522C8831370D}" srcId="{3E35C48A-0844-47A6-B895-00E2D0DC19B9}" destId="{CDF4396E-1B7D-4555-A087-AE6E13AD9D68}" srcOrd="0" destOrd="0" parTransId="{147A607A-A690-40D6-959B-5784D34A879F}" sibTransId="{3DFDE7B5-DB99-45B9-8FBD-364289A3782A}"/>
    <dgm:cxn modelId="{DC38096A-90D8-4D09-9AEF-63A7D2D8791A}" type="presOf" srcId="{CDF4396E-1B7D-4555-A087-AE6E13AD9D68}" destId="{38FC13C1-621D-4608-A5D0-F96825BE43AC}" srcOrd="0" destOrd="0" presId="urn:microsoft.com/office/officeart/2005/8/layout/orgChart1"/>
    <dgm:cxn modelId="{6E5D354C-E248-4FBA-B35D-3FBB13F59909}" type="presOf" srcId="{9D51EBFB-6A18-427C-AA07-3C6CD8DEDEE4}" destId="{61CFD422-A143-4ABD-90B2-C18CF33305EA}" srcOrd="1" destOrd="0" presId="urn:microsoft.com/office/officeart/2005/8/layout/orgChart1"/>
    <dgm:cxn modelId="{EC973A6C-627D-4BEA-8EB3-192F6B2219B6}" srcId="{FEFB6219-3A1F-44AD-A50F-5446D62D42C3}" destId="{260BF826-EEE7-475B-8302-9EB7EF0FB178}" srcOrd="0" destOrd="0" parTransId="{D986DDF4-1EF7-454B-AAD9-CB8F8E5D05FE}" sibTransId="{50D2DE74-66EF-4834-9242-D4A1DCA8EF54}"/>
    <dgm:cxn modelId="{14E5804D-201D-4085-937A-9F7DEE8D14BC}" type="presOf" srcId="{7CA0449F-2DC0-4961-8395-48C3E8E3BB41}" destId="{50ED118C-FD6F-4995-9C88-655CACB534B0}" srcOrd="0" destOrd="0" presId="urn:microsoft.com/office/officeart/2005/8/layout/orgChart1"/>
    <dgm:cxn modelId="{55E4546E-6A60-4192-AA80-0AAC38FE8F72}" type="presOf" srcId="{D986DDF4-1EF7-454B-AAD9-CB8F8E5D05FE}" destId="{1E05FC00-71E5-4353-8E51-748779809F05}" srcOrd="0" destOrd="0" presId="urn:microsoft.com/office/officeart/2005/8/layout/orgChart1"/>
    <dgm:cxn modelId="{51D9BA50-A6FD-4ADC-914B-22F281AE28F0}" type="presOf" srcId="{163A612D-3C41-40C6-BF17-B48C88AF46DF}" destId="{55BB8BB7-0787-442C-BE1C-E402593ABB57}" srcOrd="0" destOrd="0" presId="urn:microsoft.com/office/officeart/2005/8/layout/orgChart1"/>
    <dgm:cxn modelId="{577E8B71-8E62-4296-A85F-748D36E923AB}" type="presOf" srcId="{EAF3E1D3-0367-4412-B212-5DE37726A158}" destId="{A6C6976D-9D0D-443E-B9CE-12345B282C0E}" srcOrd="0" destOrd="0" presId="urn:microsoft.com/office/officeart/2005/8/layout/orgChart1"/>
    <dgm:cxn modelId="{813C5D73-5655-4923-87D6-339FB51D1DDB}" type="presOf" srcId="{C15616C1-E6E5-4C73-BB55-3DF0B9C7E4CA}" destId="{8D0B0D71-5EB7-4544-92A0-4F1F9CC28B2A}" srcOrd="0" destOrd="0" presId="urn:microsoft.com/office/officeart/2005/8/layout/orgChart1"/>
    <dgm:cxn modelId="{0DFDF455-AE7D-4F41-8DDE-150904093A6E}" type="presOf" srcId="{835F6CC9-99D5-4275-9CA6-00661E7D5A45}" destId="{B62DE658-F46D-48CF-A277-F80B1D501F2A}" srcOrd="0" destOrd="0" presId="urn:microsoft.com/office/officeart/2005/8/layout/orgChart1"/>
    <dgm:cxn modelId="{D4EC7578-1338-4B29-ACDC-53394E071FD4}" srcId="{A381C2D1-DE03-4852-858E-DCFCE792A1C1}" destId="{7CA0449F-2DC0-4961-8395-48C3E8E3BB41}" srcOrd="0" destOrd="0" parTransId="{AF8A8BED-4FA3-4995-8453-AC69263E4F7B}" sibTransId="{C19F0CD0-6EC3-4E79-A51F-A2658BDDF63D}"/>
    <dgm:cxn modelId="{4827D959-9605-4135-983B-E7D3D243B78E}" type="presOf" srcId="{D905062B-8226-40E6-B9D3-BD5ADF0F4FF2}" destId="{CC99DF9B-DCE8-4B5E-9BF7-420995C8ECE2}" srcOrd="1" destOrd="0" presId="urn:microsoft.com/office/officeart/2005/8/layout/orgChart1"/>
    <dgm:cxn modelId="{00343C5A-30E3-4C1A-AC13-41D9C534FA63}" srcId="{F748754C-8971-44BF-B5A1-F45A3E159A16}" destId="{D8AEE7E7-572F-44A7-BBA5-B9C5A40CEBB2}" srcOrd="2" destOrd="0" parTransId="{911B80F1-669B-4FD6-824E-B64FC96BFD26}" sibTransId="{09AC59FC-8A80-459B-A1F6-31D8700C2680}"/>
    <dgm:cxn modelId="{EEC26F7A-B862-438E-B633-89D5067BC48D}" type="presOf" srcId="{FEFB6219-3A1F-44AD-A50F-5446D62D42C3}" destId="{908BBE12-63B8-4DBF-90F0-B9F05A5629A5}" srcOrd="0" destOrd="0" presId="urn:microsoft.com/office/officeart/2005/8/layout/orgChart1"/>
    <dgm:cxn modelId="{4724C97B-F8DD-4266-9E2A-06BFB0A7AEC2}" type="presOf" srcId="{ED2F10E8-8B2F-4CEC-B1CF-D58563DF5873}" destId="{FBE801FF-A8BC-4A70-895F-95F8538AA72B}" srcOrd="0" destOrd="0" presId="urn:microsoft.com/office/officeart/2005/8/layout/orgChart1"/>
    <dgm:cxn modelId="{4096E07B-1A98-47FF-8424-ADFAB344FD2E}" type="presOf" srcId="{9AC7D920-61D4-4E31-A854-BC6BB6002098}" destId="{4DAE45F1-F1F7-4C38-9A4C-62AFA5EAC6CC}" srcOrd="0" destOrd="0" presId="urn:microsoft.com/office/officeart/2005/8/layout/orgChart1"/>
    <dgm:cxn modelId="{E177417D-4654-4A7F-B503-1C080ED8C9E6}" type="presOf" srcId="{A381C2D1-DE03-4852-858E-DCFCE792A1C1}" destId="{87EEC985-6495-408B-BC43-9F3C0A3C6351}" srcOrd="1" destOrd="0" presId="urn:microsoft.com/office/officeart/2005/8/layout/orgChart1"/>
    <dgm:cxn modelId="{3021F27F-6465-493F-9DE5-E20CAB9F84DA}" type="presOf" srcId="{147FBBE8-93CF-4731-9367-659C214A8742}" destId="{1E041E7A-F72A-41DD-A7A9-2BA105FB9EB7}" srcOrd="1" destOrd="0" presId="urn:microsoft.com/office/officeart/2005/8/layout/orgChart1"/>
    <dgm:cxn modelId="{44220081-AB3B-4C97-8424-2FA47809D88F}" type="presOf" srcId="{147A607A-A690-40D6-959B-5784D34A879F}" destId="{5E8FD173-7E5A-42E3-A545-2787CC3B6D8A}" srcOrd="0" destOrd="0" presId="urn:microsoft.com/office/officeart/2005/8/layout/orgChart1"/>
    <dgm:cxn modelId="{B6DD5581-7985-4ECF-909D-F3980DF86775}" type="presOf" srcId="{7C4C0EEC-AAB2-4686-B8A4-7FBC05124D11}" destId="{D4279276-8483-4266-B8F7-191FD4B90472}" srcOrd="0" destOrd="0" presId="urn:microsoft.com/office/officeart/2005/8/layout/orgChart1"/>
    <dgm:cxn modelId="{444B6289-AAC7-494B-8F6C-952248D3A8B8}" type="presOf" srcId="{3E35C48A-0844-47A6-B895-00E2D0DC19B9}" destId="{29F7BD0C-3552-4BAA-8871-5765E9B8AE86}" srcOrd="1" destOrd="0" presId="urn:microsoft.com/office/officeart/2005/8/layout/orgChart1"/>
    <dgm:cxn modelId="{EDF7AE8B-C553-40E5-A6A0-0D19F7812517}" type="presOf" srcId="{260BF826-EEE7-475B-8302-9EB7EF0FB178}" destId="{A9C2D33E-16D5-4DC6-8C89-25D55E2E6FE5}" srcOrd="0" destOrd="0" presId="urn:microsoft.com/office/officeart/2005/8/layout/orgChart1"/>
    <dgm:cxn modelId="{26615D8D-17D5-4729-AB4F-9CB76364C26C}" type="presOf" srcId="{96D96C04-A735-4604-B971-E39763DFE27E}" destId="{5E61FF5F-169C-414C-B100-D42E86D2450C}" srcOrd="0" destOrd="0" presId="urn:microsoft.com/office/officeart/2005/8/layout/orgChart1"/>
    <dgm:cxn modelId="{092B7794-C453-4E55-846A-3C304DA45833}" type="presOf" srcId="{9D51EBFB-6A18-427C-AA07-3C6CD8DEDEE4}" destId="{27D047DE-1A9A-4C54-AAA6-F091AF0193F7}" srcOrd="0" destOrd="0" presId="urn:microsoft.com/office/officeart/2005/8/layout/orgChart1"/>
    <dgm:cxn modelId="{3213A094-8DA0-40AA-AC8D-62771FEBD7F5}" type="presOf" srcId="{7CA0449F-2DC0-4961-8395-48C3E8E3BB41}" destId="{FFF2F7F3-4F8A-4989-9473-A935AF8F85D1}" srcOrd="1" destOrd="0" presId="urn:microsoft.com/office/officeart/2005/8/layout/orgChart1"/>
    <dgm:cxn modelId="{EFBF2E98-AF87-4745-8B81-32073F597C98}" type="presOf" srcId="{3E35C48A-0844-47A6-B895-00E2D0DC19B9}" destId="{36944AE6-02F6-4A89-9A7B-7E7511698CC8}" srcOrd="0" destOrd="0" presId="urn:microsoft.com/office/officeart/2005/8/layout/orgChart1"/>
    <dgm:cxn modelId="{1B4C8B99-1BFD-4DBA-A10F-2A944EA36EC2}" type="presOf" srcId="{90A91D39-FEAF-44E6-B740-D7179E12338F}" destId="{0F6704C5-DAB1-42E0-A5C8-8CBC24A564AD}" srcOrd="1" destOrd="0" presId="urn:microsoft.com/office/officeart/2005/8/layout/orgChart1"/>
    <dgm:cxn modelId="{E592DB9D-9A61-4C4A-9805-2AC3C71B4AB2}" type="presOf" srcId="{28300C0E-DDB8-49E5-982F-4D999D7C60E1}" destId="{26738142-5499-4D58-B4BA-85EA2A4F31F7}" srcOrd="1" destOrd="0" presId="urn:microsoft.com/office/officeart/2005/8/layout/orgChart1"/>
    <dgm:cxn modelId="{60A3129E-5C7D-4245-8935-85717BEA6075}" srcId="{A381C2D1-DE03-4852-858E-DCFCE792A1C1}" destId="{96D96C04-A735-4604-B971-E39763DFE27E}" srcOrd="2" destOrd="0" parTransId="{D2848664-7F31-4C0E-8052-231E01AAD71A}" sibTransId="{FFC6279B-D47C-46C9-9035-BFE4825877D1}"/>
    <dgm:cxn modelId="{3BDDEB9F-E6C4-468F-8F7C-A805AC7C58A6}" type="presOf" srcId="{F3E2038D-1AD3-4CDF-819D-1A3A0C7FCD4C}" destId="{56665E3D-45B2-48A3-99F8-59B57C39E545}" srcOrd="1" destOrd="0" presId="urn:microsoft.com/office/officeart/2005/8/layout/orgChart1"/>
    <dgm:cxn modelId="{62BBECAC-30BD-407A-BEF7-B4D252F8431C}" type="presOf" srcId="{C15616C1-E6E5-4C73-BB55-3DF0B9C7E4CA}" destId="{07E8B9D2-4452-4027-9655-C28071B502FF}" srcOrd="1" destOrd="0" presId="urn:microsoft.com/office/officeart/2005/8/layout/orgChart1"/>
    <dgm:cxn modelId="{49F4E9B0-9E57-4099-8C7B-6872E9616C1B}" type="presOf" srcId="{368C539E-F086-4350-A582-AEFA06CC5086}" destId="{61AC0E62-BBAB-4EAC-B3BD-17AC83B422D3}" srcOrd="1" destOrd="0" presId="urn:microsoft.com/office/officeart/2005/8/layout/orgChart1"/>
    <dgm:cxn modelId="{7D74E1B1-9C62-4D7D-8A0D-242CB8AC81E4}" srcId="{A381C2D1-DE03-4852-858E-DCFCE792A1C1}" destId="{EAF3E1D3-0367-4412-B212-5DE37726A158}" srcOrd="4" destOrd="0" parTransId="{ED2F10E8-8B2F-4CEC-B1CF-D58563DF5873}" sibTransId="{E95E638E-E049-4237-8628-0DE3FFD8BF97}"/>
    <dgm:cxn modelId="{9FF2A6B3-6739-40F4-8CFE-3C814577178C}" type="presOf" srcId="{506ED219-11C5-4CB9-9B02-07FB41E991C2}" destId="{B70B2555-E90A-438E-B9A6-E1456D48282F}" srcOrd="0" destOrd="0" presId="urn:microsoft.com/office/officeart/2005/8/layout/orgChart1"/>
    <dgm:cxn modelId="{CE58FCB6-0043-4F7D-8CD4-D7E73220D79D}" type="presOf" srcId="{D8AEE7E7-572F-44A7-BBA5-B9C5A40CEBB2}" destId="{1C021391-D7A5-4281-AB0C-FDC549130B26}" srcOrd="1" destOrd="0" presId="urn:microsoft.com/office/officeart/2005/8/layout/orgChart1"/>
    <dgm:cxn modelId="{837C10B8-D181-4537-9877-3D7AA67E9ECD}" type="presOf" srcId="{923B5847-D916-4A69-B5C4-2102D56856F9}" destId="{482104FF-545B-428F-9A99-CF5DB32512B0}" srcOrd="0" destOrd="0" presId="urn:microsoft.com/office/officeart/2005/8/layout/orgChart1"/>
    <dgm:cxn modelId="{C93E4DB9-F640-4A89-A361-7C0D32C7BE0B}" srcId="{FEFB6219-3A1F-44AD-A50F-5446D62D42C3}" destId="{B064233E-C0FD-41D0-B557-FB28A877A36A}" srcOrd="3" destOrd="0" parTransId="{2F96FAFA-B8B5-46C0-BB50-CBD97A236D5C}" sibTransId="{61A292B9-ECE0-443C-B218-4A6C31061C61}"/>
    <dgm:cxn modelId="{8FC782B9-29C6-4504-B988-D32D6983353F}" type="presOf" srcId="{B064233E-C0FD-41D0-B557-FB28A877A36A}" destId="{7E7C973D-B32E-4B8F-972A-21AF2D1F604D}" srcOrd="0" destOrd="0" presId="urn:microsoft.com/office/officeart/2005/8/layout/orgChart1"/>
    <dgm:cxn modelId="{70F82DBA-0F40-4563-96AF-CD24FFD3B48C}" type="presOf" srcId="{911B80F1-669B-4FD6-824E-B64FC96BFD26}" destId="{AF28D9E9-CA05-4B17-9A23-6089D2F985A0}" srcOrd="0" destOrd="0" presId="urn:microsoft.com/office/officeart/2005/8/layout/orgChart1"/>
    <dgm:cxn modelId="{7E302EBA-87EC-4509-B41E-4B59B1875834}" type="presOf" srcId="{28300C0E-DDB8-49E5-982F-4D999D7C60E1}" destId="{1501263F-B79C-468E-8CDD-A7468950138E}" srcOrd="0" destOrd="0" presId="urn:microsoft.com/office/officeart/2005/8/layout/orgChart1"/>
    <dgm:cxn modelId="{4DD26CBC-F670-4CAA-B2CE-4C4A9C7E956C}" type="presOf" srcId="{D2848664-7F31-4C0E-8052-231E01AAD71A}" destId="{66859F49-5CAF-49A3-B800-DED4D28E832B}" srcOrd="0" destOrd="0" presId="urn:microsoft.com/office/officeart/2005/8/layout/orgChart1"/>
    <dgm:cxn modelId="{FA7632C0-B00C-461A-8B94-D3CC274ED95D}" type="presOf" srcId="{D905062B-8226-40E6-B9D3-BD5ADF0F4FF2}" destId="{A0E82846-5497-460E-8F7C-0C44AE56CA51}" srcOrd="0" destOrd="0" presId="urn:microsoft.com/office/officeart/2005/8/layout/orgChart1"/>
    <dgm:cxn modelId="{8E772CC1-7A05-4824-921D-92854553E57B}" type="presOf" srcId="{F3E2038D-1AD3-4CDF-819D-1A3A0C7FCD4C}" destId="{AA601002-A2E6-4518-95EF-B539F6CA8BBF}" srcOrd="0" destOrd="0" presId="urn:microsoft.com/office/officeart/2005/8/layout/orgChart1"/>
    <dgm:cxn modelId="{AED3DEC1-6E06-4989-B803-5B493ABD2BE2}" type="presOf" srcId="{17038732-669E-4CFA-A4E2-C3324C308E2A}" destId="{186BDEA5-4E36-4323-8EB9-0985FE26F52D}" srcOrd="0" destOrd="0" presId="urn:microsoft.com/office/officeart/2005/8/layout/orgChart1"/>
    <dgm:cxn modelId="{71A096C4-8BD9-4BFE-9801-1B00366BE3AA}" type="presOf" srcId="{C08DA3F1-3B71-450F-8F23-2BD5655189BC}" destId="{0755148B-E93C-4E8D-BDA3-FD11FEC3ECB7}" srcOrd="0" destOrd="0" presId="urn:microsoft.com/office/officeart/2005/8/layout/orgChart1"/>
    <dgm:cxn modelId="{063E9BC4-005F-422C-9E39-AD6513E81169}" type="presOf" srcId="{740F2894-59B8-43C7-8CD2-4B398F95904D}" destId="{97DB5454-A1A5-4903-AE11-921987EBD896}" srcOrd="0" destOrd="0" presId="urn:microsoft.com/office/officeart/2005/8/layout/orgChart1"/>
    <dgm:cxn modelId="{8CEF9FC4-DA48-4949-B5B2-E1AC9CED93CF}" type="presOf" srcId="{DBCFF9A3-D454-42EC-874B-22220F04B4CA}" destId="{F749EA20-C4CF-43FF-A607-AC516B713D48}" srcOrd="0" destOrd="0" presId="urn:microsoft.com/office/officeart/2005/8/layout/orgChart1"/>
    <dgm:cxn modelId="{1665CFC5-25DD-43F6-A8AF-167D82720667}" srcId="{F748754C-8971-44BF-B5A1-F45A3E159A16}" destId="{90A91D39-FEAF-44E6-B740-D7179E12338F}" srcOrd="1" destOrd="0" parTransId="{003B6041-09E5-4A48-B44F-1F3631171B27}" sibTransId="{E70A4A29-D3B8-4586-8754-F56D8AAAB2FD}"/>
    <dgm:cxn modelId="{4B4C69C9-CEA3-4A70-B99C-790BF6EC61CD}" srcId="{D905062B-8226-40E6-B9D3-BD5ADF0F4FF2}" destId="{FEFB6219-3A1F-44AD-A50F-5446D62D42C3}" srcOrd="1" destOrd="0" parTransId="{212DAB52-4BFD-415C-80C7-4BD0F1D1D76E}" sibTransId="{ADEA8BBA-E9F3-4D8A-96E4-431914DBC7B1}"/>
    <dgm:cxn modelId="{DE21A9C9-CCAB-4FEA-9FB5-EC7B14281FCB}" type="presOf" srcId="{0C6601D7-0A69-45AB-81DF-DE749031B2F8}" destId="{60A56FCB-9DC3-4407-B3DA-F4BD5E660A9C}" srcOrd="1" destOrd="0" presId="urn:microsoft.com/office/officeart/2005/8/layout/orgChart1"/>
    <dgm:cxn modelId="{463327CE-14C8-49AB-8EA9-66D9396B2333}" srcId="{F748754C-8971-44BF-B5A1-F45A3E159A16}" destId="{368C539E-F086-4350-A582-AEFA06CC5086}" srcOrd="3" destOrd="0" parTransId="{CC553AFD-B2B1-4DF1-A50B-1B6FC648D82D}" sibTransId="{79CCBA3B-E2FF-4901-9338-A9CE087931B8}"/>
    <dgm:cxn modelId="{E2FD4CCF-ED46-4850-98BC-B96E2AF5E2A8}" type="presOf" srcId="{9B690F89-C137-4480-A64F-8C9CC477881B}" destId="{918AC6D2-EA80-4EBD-A3E5-86BA4A401766}" srcOrd="1" destOrd="0" presId="urn:microsoft.com/office/officeart/2005/8/layout/orgChart1"/>
    <dgm:cxn modelId="{841F99D0-DDF2-4DEC-8F3D-F5538B25C84B}" type="presOf" srcId="{4887F99A-64DF-489A-ACA0-FAD8795D0CD4}" destId="{8638C478-68E5-4ABD-9740-7FFB0B7FAACF}" srcOrd="1" destOrd="0" presId="urn:microsoft.com/office/officeart/2005/8/layout/orgChart1"/>
    <dgm:cxn modelId="{9E5D24D1-B8CF-45F8-ADBD-DA2811FEFC9B}" srcId="{D905062B-8226-40E6-B9D3-BD5ADF0F4FF2}" destId="{A381C2D1-DE03-4852-858E-DCFCE792A1C1}" srcOrd="4" destOrd="0" parTransId="{14470683-9FD1-4582-B1C7-784629B41B81}" sibTransId="{9F35D008-BD22-4D6C-BD61-F184C550B2E3}"/>
    <dgm:cxn modelId="{564E8AD1-C699-40C3-B426-55EE6991721E}" type="presOf" srcId="{CDF4396E-1B7D-4555-A087-AE6E13AD9D68}" destId="{D28191E5-28C5-4EF5-8D20-044A1D26FE3D}" srcOrd="1" destOrd="0" presId="urn:microsoft.com/office/officeart/2005/8/layout/orgChart1"/>
    <dgm:cxn modelId="{DC425DD2-741A-4390-B72F-82AC8948608B}" type="presOf" srcId="{F748754C-8971-44BF-B5A1-F45A3E159A16}" destId="{5288D403-DA7D-4D90-ACC5-7542244978B1}" srcOrd="1" destOrd="0" presId="urn:microsoft.com/office/officeart/2005/8/layout/orgChart1"/>
    <dgm:cxn modelId="{D9D07AD3-08FA-4BB2-B857-143EB6A2ADCC}" type="presOf" srcId="{17038732-669E-4CFA-A4E2-C3324C308E2A}" destId="{36F773C9-1692-4725-A234-4A3182F5E222}" srcOrd="1" destOrd="0" presId="urn:microsoft.com/office/officeart/2005/8/layout/orgChart1"/>
    <dgm:cxn modelId="{06D21ED6-E58B-45C3-9182-6827EDE3A5BD}" srcId="{FEFB6219-3A1F-44AD-A50F-5446D62D42C3}" destId="{923B5847-D916-4A69-B5C4-2102D56856F9}" srcOrd="6" destOrd="0" parTransId="{9CAEC793-A85E-45AF-802E-E537687945F7}" sibTransId="{1FE63736-852B-4577-ADE1-641C3CF71C70}"/>
    <dgm:cxn modelId="{53A07EDA-E498-4897-BD57-0C04E6E69495}" type="presOf" srcId="{B905E722-AC71-4819-95D4-4A9D23D2E89F}" destId="{2DC919CE-908A-49EB-911F-4D459ACDF8E3}" srcOrd="0" destOrd="0" presId="urn:microsoft.com/office/officeart/2005/8/layout/orgChart1"/>
    <dgm:cxn modelId="{797B02DB-77D6-4C0F-BEFC-7B759F3FA843}" type="presOf" srcId="{6327ACA4-8DD3-4D7E-92EE-CAB24854A3DE}" destId="{99EABC6F-1778-4829-96CB-7C411F523956}" srcOrd="0" destOrd="0" presId="urn:microsoft.com/office/officeart/2005/8/layout/orgChart1"/>
    <dgm:cxn modelId="{A30930DB-7284-40A6-96EF-9FD3ED1CDAAE}" type="presOf" srcId="{F7343D46-28E1-4BB4-9755-6F666BF2AC39}" destId="{1A40FA0F-2AF1-4E66-A0F5-6139F3E60436}" srcOrd="0" destOrd="0" presId="urn:microsoft.com/office/officeart/2005/8/layout/orgChart1"/>
    <dgm:cxn modelId="{4DC2A5DD-482D-4D8F-9724-35DA4B5ABFD5}" type="presOf" srcId="{99ADCBFC-F476-4BFA-AEB5-25A42EB301A1}" destId="{D052C1F2-1B1D-4B1E-8DA4-759EF2C8EF0C}" srcOrd="0" destOrd="0" presId="urn:microsoft.com/office/officeart/2005/8/layout/orgChart1"/>
    <dgm:cxn modelId="{26013DE0-31CA-44CE-96EB-6DFE3BA29069}" type="presOf" srcId="{90A91D39-FEAF-44E6-B740-D7179E12338F}" destId="{FF141B75-6FE3-4973-BC64-406FA62900D8}" srcOrd="0" destOrd="0" presId="urn:microsoft.com/office/officeart/2005/8/layout/orgChart1"/>
    <dgm:cxn modelId="{26F9A3E0-4563-45AF-8E37-B58992488664}" srcId="{F7343D46-28E1-4BB4-9755-6F666BF2AC39}" destId="{28300C0E-DDB8-49E5-982F-4D999D7C60E1}" srcOrd="2" destOrd="0" parTransId="{E9D89CC5-C93E-42E8-A6AF-B05F6B6557D3}" sibTransId="{0CF67339-F005-4942-A529-D74585273812}"/>
    <dgm:cxn modelId="{9711B1E0-0EC9-445C-82C1-7A9CB7C46006}" type="presOf" srcId="{14470683-9FD1-4582-B1C7-784629B41B81}" destId="{81953FDB-271D-4ADF-976F-14F165D0B507}" srcOrd="0" destOrd="0" presId="urn:microsoft.com/office/officeart/2005/8/layout/orgChart1"/>
    <dgm:cxn modelId="{DCDA0DE7-5DD2-405F-93C4-0C9921444F10}" type="presOf" srcId="{740F2894-59B8-43C7-8CD2-4B398F95904D}" destId="{A0CA81C2-85C4-4A94-B993-EA99591ED629}" srcOrd="1" destOrd="0" presId="urn:microsoft.com/office/officeart/2005/8/layout/orgChart1"/>
    <dgm:cxn modelId="{982542E8-9CDB-4F09-89CB-8E664DF217CE}" srcId="{A381C2D1-DE03-4852-858E-DCFCE792A1C1}" destId="{F3E2038D-1AD3-4CDF-819D-1A3A0C7FCD4C}" srcOrd="3" destOrd="0" parTransId="{99ADCBFC-F476-4BFA-AEB5-25A42EB301A1}" sibTransId="{82DA2162-893E-4FAA-AA93-FF1008D28D94}"/>
    <dgm:cxn modelId="{072CF7EA-2C21-4B94-9CAA-CBE143BF81F3}" type="presOf" srcId="{FEFB6219-3A1F-44AD-A50F-5446D62D42C3}" destId="{BA7BF887-DD7B-423E-BD50-F92D1E63C723}" srcOrd="1" destOrd="0" presId="urn:microsoft.com/office/officeart/2005/8/layout/orgChart1"/>
    <dgm:cxn modelId="{BCD86FEB-CF6D-464B-A04F-7C9C512F51C1}" type="presOf" srcId="{E9D89CC5-C93E-42E8-A6AF-B05F6B6557D3}" destId="{DEFAFE0B-A2EE-411F-93B8-F317A7E63A52}" srcOrd="0" destOrd="0" presId="urn:microsoft.com/office/officeart/2005/8/layout/orgChart1"/>
    <dgm:cxn modelId="{1BE9F7EE-7C17-4002-9102-1D7FF1D6DB64}" type="presOf" srcId="{9B690F89-C137-4480-A64F-8C9CC477881B}" destId="{EE1AC892-4167-4426-98A0-16DF128B4DD0}" srcOrd="0" destOrd="0" presId="urn:microsoft.com/office/officeart/2005/8/layout/orgChart1"/>
    <dgm:cxn modelId="{3EE91DEF-A4FA-419E-8E01-9BD99D3116F3}" type="presOf" srcId="{96D96C04-A735-4604-B971-E39763DFE27E}" destId="{D037B0CF-C9AD-4490-B45E-1A6DFD6F0D7C}" srcOrd="1" destOrd="0" presId="urn:microsoft.com/office/officeart/2005/8/layout/orgChart1"/>
    <dgm:cxn modelId="{E7037AF1-F269-4870-B946-561705CD4B39}" srcId="{3E35C48A-0844-47A6-B895-00E2D0DC19B9}" destId="{740F2894-59B8-43C7-8CD2-4B398F95904D}" srcOrd="1" destOrd="0" parTransId="{DBCFF9A3-D454-42EC-874B-22220F04B4CA}" sibTransId="{1F229F17-A2F1-478D-A96B-D4C0FBC8F999}"/>
    <dgm:cxn modelId="{903549F2-0E2A-48CB-9FC7-C25DE9334B69}" type="presOf" srcId="{EAF3E1D3-0367-4412-B212-5DE37726A158}" destId="{D4FCB51B-44A9-41E2-9CCE-0ACEBAE8B82C}" srcOrd="1" destOrd="0" presId="urn:microsoft.com/office/officeart/2005/8/layout/orgChart1"/>
    <dgm:cxn modelId="{EFD1C8F2-E234-4139-9626-3499B081EBEE}" srcId="{FEFB6219-3A1F-44AD-A50F-5446D62D42C3}" destId="{AC906E97-D03B-4750-9C07-2B06BC127A18}" srcOrd="2" destOrd="0" parTransId="{835F6CC9-99D5-4275-9CA6-00661E7D5A45}" sibTransId="{B23F22EF-0D08-4E71-B5F5-ACDB292EBCD3}"/>
    <dgm:cxn modelId="{585B48FB-0566-4310-A8BC-00DF2A49046D}" type="presOf" srcId="{F7343D46-28E1-4BB4-9755-6F666BF2AC39}" destId="{C9482B7F-5113-4664-83EA-F3761973AA3F}" srcOrd="1" destOrd="0" presId="urn:microsoft.com/office/officeart/2005/8/layout/orgChart1"/>
    <dgm:cxn modelId="{B6C53EFC-5BC9-48CC-BFB0-A0EEE186C6BB}" srcId="{F0DB0B84-B478-45DC-ABF5-28BFB655CB4B}" destId="{D905062B-8226-40E6-B9D3-BD5ADF0F4FF2}" srcOrd="0" destOrd="0" parTransId="{36EDEBC1-FD4B-48A5-8A31-04DC8AE2BACA}" sibTransId="{E7AAB7DF-AE68-4897-B209-16CDAF80B241}"/>
    <dgm:cxn modelId="{DCEDEEFF-221E-4E04-B57B-D373E9309381}" type="presOf" srcId="{52FB6789-BE22-4F60-869E-5D8E7BEC1916}" destId="{3E48039E-7EF6-48C5-9DED-BBFA2764DBCB}" srcOrd="1" destOrd="0" presId="urn:microsoft.com/office/officeart/2005/8/layout/orgChart1"/>
    <dgm:cxn modelId="{98C9EBFF-E30B-4A1E-9AC4-E6DCA676F1D2}" type="presParOf" srcId="{6B40063E-098E-4915-A050-6F44416CBFC9}" destId="{9E907512-75C1-468D-AE9B-DE60B67D59DB}" srcOrd="0" destOrd="0" presId="urn:microsoft.com/office/officeart/2005/8/layout/orgChart1"/>
    <dgm:cxn modelId="{8897D9CA-ACFE-4600-8C50-4B14BA97028B}" type="presParOf" srcId="{9E907512-75C1-468D-AE9B-DE60B67D59DB}" destId="{EC6544AE-19F6-459D-960C-9ED6BB8E5D6C}" srcOrd="0" destOrd="0" presId="urn:microsoft.com/office/officeart/2005/8/layout/orgChart1"/>
    <dgm:cxn modelId="{4A0597F7-ADB2-423F-8C56-8BFCB9AC202C}" type="presParOf" srcId="{EC6544AE-19F6-459D-960C-9ED6BB8E5D6C}" destId="{A0E82846-5497-460E-8F7C-0C44AE56CA51}" srcOrd="0" destOrd="0" presId="urn:microsoft.com/office/officeart/2005/8/layout/orgChart1"/>
    <dgm:cxn modelId="{81F31C71-8C4D-495F-9A75-7D1267E964B1}" type="presParOf" srcId="{EC6544AE-19F6-459D-960C-9ED6BB8E5D6C}" destId="{CC99DF9B-DCE8-4B5E-9BF7-420995C8ECE2}" srcOrd="1" destOrd="0" presId="urn:microsoft.com/office/officeart/2005/8/layout/orgChart1"/>
    <dgm:cxn modelId="{5EDACF75-4816-4CA7-AA52-EDF850E012D4}" type="presParOf" srcId="{9E907512-75C1-468D-AE9B-DE60B67D59DB}" destId="{814408D5-F49D-468D-9057-0373677A51C2}" srcOrd="1" destOrd="0" presId="urn:microsoft.com/office/officeart/2005/8/layout/orgChart1"/>
    <dgm:cxn modelId="{ECBEA12E-BCE6-45C6-867F-1EC93E3781E3}" type="presParOf" srcId="{814408D5-F49D-468D-9057-0373677A51C2}" destId="{2DC919CE-908A-49EB-911F-4D459ACDF8E3}" srcOrd="0" destOrd="0" presId="urn:microsoft.com/office/officeart/2005/8/layout/orgChart1"/>
    <dgm:cxn modelId="{A9D481EB-84B7-4E57-AC71-7C16F05B147F}" type="presParOf" srcId="{814408D5-F49D-468D-9057-0373677A51C2}" destId="{C7B990F8-2663-4746-B7F4-C1245ED3E5B1}" srcOrd="1" destOrd="0" presId="urn:microsoft.com/office/officeart/2005/8/layout/orgChart1"/>
    <dgm:cxn modelId="{30FF7DC9-8150-432B-8F16-37E44C1B5AAB}" type="presParOf" srcId="{C7B990F8-2663-4746-B7F4-C1245ED3E5B1}" destId="{B07B1001-641A-4F49-B4ED-E75414EFF215}" srcOrd="0" destOrd="0" presId="urn:microsoft.com/office/officeart/2005/8/layout/orgChart1"/>
    <dgm:cxn modelId="{BA0F24A9-3ED6-43BA-AAF8-88EB5BF6B18F}" type="presParOf" srcId="{B07B1001-641A-4F49-B4ED-E75414EFF215}" destId="{1A40FA0F-2AF1-4E66-A0F5-6139F3E60436}" srcOrd="0" destOrd="0" presId="urn:microsoft.com/office/officeart/2005/8/layout/orgChart1"/>
    <dgm:cxn modelId="{B69049FB-C761-4BFE-9DF8-0BA534648F96}" type="presParOf" srcId="{B07B1001-641A-4F49-B4ED-E75414EFF215}" destId="{C9482B7F-5113-4664-83EA-F3761973AA3F}" srcOrd="1" destOrd="0" presId="urn:microsoft.com/office/officeart/2005/8/layout/orgChart1"/>
    <dgm:cxn modelId="{D6355790-EB96-4313-BC7C-42BDA6F6DADC}" type="presParOf" srcId="{C7B990F8-2663-4746-B7F4-C1245ED3E5B1}" destId="{FF1D9FCB-3EA4-402D-AE3E-7DFE5F6B4C49}" srcOrd="1" destOrd="0" presId="urn:microsoft.com/office/officeart/2005/8/layout/orgChart1"/>
    <dgm:cxn modelId="{05C76408-32EB-4ED0-9850-8E0282388E24}" type="presParOf" srcId="{FF1D9FCB-3EA4-402D-AE3E-7DFE5F6B4C49}" destId="{A990FBE3-536C-403B-A8A2-C6AB47DAC219}" srcOrd="0" destOrd="0" presId="urn:microsoft.com/office/officeart/2005/8/layout/orgChart1"/>
    <dgm:cxn modelId="{4CA464D4-68D3-429F-9C8C-1CF7D3C36E98}" type="presParOf" srcId="{FF1D9FCB-3EA4-402D-AE3E-7DFE5F6B4C49}" destId="{259E1D5B-A5DF-421C-8EC1-6683355B1F6E}" srcOrd="1" destOrd="0" presId="urn:microsoft.com/office/officeart/2005/8/layout/orgChart1"/>
    <dgm:cxn modelId="{B7D6ACAE-8A92-48E1-BAE3-4B1D262C5869}" type="presParOf" srcId="{259E1D5B-A5DF-421C-8EC1-6683355B1F6E}" destId="{48CB387C-BEC7-4E5A-B8D9-A8C5936AD958}" srcOrd="0" destOrd="0" presId="urn:microsoft.com/office/officeart/2005/8/layout/orgChart1"/>
    <dgm:cxn modelId="{52860DC8-9DBD-4147-813A-DE5A7E1DF131}" type="presParOf" srcId="{48CB387C-BEC7-4E5A-B8D9-A8C5936AD958}" destId="{F1B82CC1-9737-49D9-93AB-D12CDDEE964A}" srcOrd="0" destOrd="0" presId="urn:microsoft.com/office/officeart/2005/8/layout/orgChart1"/>
    <dgm:cxn modelId="{5854DAA8-0AD5-4F08-B855-A7AC1F3C1EF1}" type="presParOf" srcId="{48CB387C-BEC7-4E5A-B8D9-A8C5936AD958}" destId="{60A56FCB-9DC3-4407-B3DA-F4BD5E660A9C}" srcOrd="1" destOrd="0" presId="urn:microsoft.com/office/officeart/2005/8/layout/orgChart1"/>
    <dgm:cxn modelId="{E34B0D1F-7A50-4894-AB19-6FD457555629}" type="presParOf" srcId="{259E1D5B-A5DF-421C-8EC1-6683355B1F6E}" destId="{CCAD6F85-1E80-4710-866F-801100DF1FDF}" srcOrd="1" destOrd="0" presId="urn:microsoft.com/office/officeart/2005/8/layout/orgChart1"/>
    <dgm:cxn modelId="{186579A3-E3D5-49F6-B4BA-B38D9FAA7407}" type="presParOf" srcId="{259E1D5B-A5DF-421C-8EC1-6683355B1F6E}" destId="{FA4CC0D7-B956-46E8-8528-322363223872}" srcOrd="2" destOrd="0" presId="urn:microsoft.com/office/officeart/2005/8/layout/orgChart1"/>
    <dgm:cxn modelId="{13E7CF6D-B771-4F4D-9D87-1D5273CAD635}" type="presParOf" srcId="{FF1D9FCB-3EA4-402D-AE3E-7DFE5F6B4C49}" destId="{D4279276-8483-4266-B8F7-191FD4B90472}" srcOrd="2" destOrd="0" presId="urn:microsoft.com/office/officeart/2005/8/layout/orgChart1"/>
    <dgm:cxn modelId="{9FABBCF3-7731-4C2D-B2DF-BF7645563907}" type="presParOf" srcId="{FF1D9FCB-3EA4-402D-AE3E-7DFE5F6B4C49}" destId="{98882BF4-FCA0-498B-8971-AB1B07FA5C6A}" srcOrd="3" destOrd="0" presId="urn:microsoft.com/office/officeart/2005/8/layout/orgChart1"/>
    <dgm:cxn modelId="{59F28016-590F-4C7F-94E0-FE2B405F9BE9}" type="presParOf" srcId="{98882BF4-FCA0-498B-8971-AB1B07FA5C6A}" destId="{AA0FDED6-25E5-494B-A59F-29B94D267E04}" srcOrd="0" destOrd="0" presId="urn:microsoft.com/office/officeart/2005/8/layout/orgChart1"/>
    <dgm:cxn modelId="{FDB03AFA-0E31-4597-B42D-A8D8F54E2723}" type="presParOf" srcId="{AA0FDED6-25E5-494B-A59F-29B94D267E04}" destId="{99BC8703-A174-4025-85FF-C75DF46C60C6}" srcOrd="0" destOrd="0" presId="urn:microsoft.com/office/officeart/2005/8/layout/orgChart1"/>
    <dgm:cxn modelId="{70A2813D-A152-46DE-9CC5-3E01D13D72ED}" type="presParOf" srcId="{AA0FDED6-25E5-494B-A59F-29B94D267E04}" destId="{8638C478-68E5-4ABD-9740-7FFB0B7FAACF}" srcOrd="1" destOrd="0" presId="urn:microsoft.com/office/officeart/2005/8/layout/orgChart1"/>
    <dgm:cxn modelId="{3CC1C161-2C2C-45BC-8A9C-6E754154A343}" type="presParOf" srcId="{98882BF4-FCA0-498B-8971-AB1B07FA5C6A}" destId="{0C13A68B-311C-49D4-8215-73FE538749C3}" srcOrd="1" destOrd="0" presId="urn:microsoft.com/office/officeart/2005/8/layout/orgChart1"/>
    <dgm:cxn modelId="{FCE2B578-E0A2-4F48-B4B3-A0A13B66E07F}" type="presParOf" srcId="{98882BF4-FCA0-498B-8971-AB1B07FA5C6A}" destId="{92C3082D-61E0-4AB5-82A7-0DB14C4C3EEA}" srcOrd="2" destOrd="0" presId="urn:microsoft.com/office/officeart/2005/8/layout/orgChart1"/>
    <dgm:cxn modelId="{C2FB0D61-F7BB-414A-A116-2B740A76BC06}" type="presParOf" srcId="{FF1D9FCB-3EA4-402D-AE3E-7DFE5F6B4C49}" destId="{DEFAFE0B-A2EE-411F-93B8-F317A7E63A52}" srcOrd="4" destOrd="0" presId="urn:microsoft.com/office/officeart/2005/8/layout/orgChart1"/>
    <dgm:cxn modelId="{703DE4FF-B2E2-4C9C-8ABA-2349DC296552}" type="presParOf" srcId="{FF1D9FCB-3EA4-402D-AE3E-7DFE5F6B4C49}" destId="{120419E7-097E-4DCE-89B1-776FE6C5AC11}" srcOrd="5" destOrd="0" presId="urn:microsoft.com/office/officeart/2005/8/layout/orgChart1"/>
    <dgm:cxn modelId="{498DAFD5-90AA-4529-A466-E96F919EFFC3}" type="presParOf" srcId="{120419E7-097E-4DCE-89B1-776FE6C5AC11}" destId="{E2EC8099-929B-4762-8937-A2E4BCA94E1E}" srcOrd="0" destOrd="0" presId="urn:microsoft.com/office/officeart/2005/8/layout/orgChart1"/>
    <dgm:cxn modelId="{34B69D73-AD0F-4CD4-81FC-5929385181F3}" type="presParOf" srcId="{E2EC8099-929B-4762-8937-A2E4BCA94E1E}" destId="{1501263F-B79C-468E-8CDD-A7468950138E}" srcOrd="0" destOrd="0" presId="urn:microsoft.com/office/officeart/2005/8/layout/orgChart1"/>
    <dgm:cxn modelId="{51E32EDE-392A-4962-8862-F41ACBBE2E6D}" type="presParOf" srcId="{E2EC8099-929B-4762-8937-A2E4BCA94E1E}" destId="{26738142-5499-4D58-B4BA-85EA2A4F31F7}" srcOrd="1" destOrd="0" presId="urn:microsoft.com/office/officeart/2005/8/layout/orgChart1"/>
    <dgm:cxn modelId="{204AAC3E-E000-4BF0-A64A-8C9AEDFF603E}" type="presParOf" srcId="{120419E7-097E-4DCE-89B1-776FE6C5AC11}" destId="{13D3CE6A-A94E-4A1C-B7C6-49903CACEE00}" srcOrd="1" destOrd="0" presId="urn:microsoft.com/office/officeart/2005/8/layout/orgChart1"/>
    <dgm:cxn modelId="{8544FE53-F46A-45C5-8A8E-2CEE29B09F35}" type="presParOf" srcId="{120419E7-097E-4DCE-89B1-776FE6C5AC11}" destId="{02CE83D3-1194-4C0D-ADBE-41C703F7539B}" srcOrd="2" destOrd="0" presId="urn:microsoft.com/office/officeart/2005/8/layout/orgChart1"/>
    <dgm:cxn modelId="{7B0E29A2-8D8E-4DEB-A6DD-44C95546FB0A}" type="presParOf" srcId="{C7B990F8-2663-4746-B7F4-C1245ED3E5B1}" destId="{2450479A-65C6-4E02-B15F-639A70291F72}" srcOrd="2" destOrd="0" presId="urn:microsoft.com/office/officeart/2005/8/layout/orgChart1"/>
    <dgm:cxn modelId="{75DEA79A-891D-4053-99EC-C97A26FE4ECB}" type="presParOf" srcId="{814408D5-F49D-468D-9057-0373677A51C2}" destId="{FBC60741-666D-4C9A-8E85-2FBDEFF75D1E}" srcOrd="2" destOrd="0" presId="urn:microsoft.com/office/officeart/2005/8/layout/orgChart1"/>
    <dgm:cxn modelId="{952F15FC-5150-4EC2-82C7-EFDAEE955C8E}" type="presParOf" srcId="{814408D5-F49D-468D-9057-0373677A51C2}" destId="{36D8BEBA-ECC0-4DEB-88F4-D5FFAFF94A47}" srcOrd="3" destOrd="0" presId="urn:microsoft.com/office/officeart/2005/8/layout/orgChart1"/>
    <dgm:cxn modelId="{DC071889-C789-493A-BBE8-924F5D142A1E}" type="presParOf" srcId="{36D8BEBA-ECC0-4DEB-88F4-D5FFAFF94A47}" destId="{29E9B7E3-EF0E-4C1A-9A6C-DF5133FE7179}" srcOrd="0" destOrd="0" presId="urn:microsoft.com/office/officeart/2005/8/layout/orgChart1"/>
    <dgm:cxn modelId="{568D1201-01F9-4D3F-BB59-153C4781CCD6}" type="presParOf" srcId="{29E9B7E3-EF0E-4C1A-9A6C-DF5133FE7179}" destId="{908BBE12-63B8-4DBF-90F0-B9F05A5629A5}" srcOrd="0" destOrd="0" presId="urn:microsoft.com/office/officeart/2005/8/layout/orgChart1"/>
    <dgm:cxn modelId="{F3032BDE-55EE-41DD-A914-49FAFF9B335F}" type="presParOf" srcId="{29E9B7E3-EF0E-4C1A-9A6C-DF5133FE7179}" destId="{BA7BF887-DD7B-423E-BD50-F92D1E63C723}" srcOrd="1" destOrd="0" presId="urn:microsoft.com/office/officeart/2005/8/layout/orgChart1"/>
    <dgm:cxn modelId="{6D3D5649-601C-4393-A28C-67996E8D7133}" type="presParOf" srcId="{36D8BEBA-ECC0-4DEB-88F4-D5FFAFF94A47}" destId="{92CA8C9E-36EB-4161-B350-D2C91C5AF90A}" srcOrd="1" destOrd="0" presId="urn:microsoft.com/office/officeart/2005/8/layout/orgChart1"/>
    <dgm:cxn modelId="{93C4FA73-14D2-4C05-9438-728710D54FDF}" type="presParOf" srcId="{92CA8C9E-36EB-4161-B350-D2C91C5AF90A}" destId="{1E05FC00-71E5-4353-8E51-748779809F05}" srcOrd="0" destOrd="0" presId="urn:microsoft.com/office/officeart/2005/8/layout/orgChart1"/>
    <dgm:cxn modelId="{8B0D2C1A-1BB2-4BE0-93D5-D4AC4F153C76}" type="presParOf" srcId="{92CA8C9E-36EB-4161-B350-D2C91C5AF90A}" destId="{63A9F861-96F1-4C15-B57E-978286DA849A}" srcOrd="1" destOrd="0" presId="urn:microsoft.com/office/officeart/2005/8/layout/orgChart1"/>
    <dgm:cxn modelId="{73877D0E-9F2B-4B7B-9176-7F5428813807}" type="presParOf" srcId="{63A9F861-96F1-4C15-B57E-978286DA849A}" destId="{E3987617-DB39-42CD-8DA9-720C0B0AEAD9}" srcOrd="0" destOrd="0" presId="urn:microsoft.com/office/officeart/2005/8/layout/orgChart1"/>
    <dgm:cxn modelId="{37578065-4376-49D0-9B86-7E80C35D9E73}" type="presParOf" srcId="{E3987617-DB39-42CD-8DA9-720C0B0AEAD9}" destId="{A9C2D33E-16D5-4DC6-8C89-25D55E2E6FE5}" srcOrd="0" destOrd="0" presId="urn:microsoft.com/office/officeart/2005/8/layout/orgChart1"/>
    <dgm:cxn modelId="{24BD6479-DFC2-40F0-B4B3-400854E13D37}" type="presParOf" srcId="{E3987617-DB39-42CD-8DA9-720C0B0AEAD9}" destId="{730CC6AA-114C-4C61-A978-4F15142158F1}" srcOrd="1" destOrd="0" presId="urn:microsoft.com/office/officeart/2005/8/layout/orgChart1"/>
    <dgm:cxn modelId="{8A9BC791-52CF-4E0B-8D1F-98D4BA882363}" type="presParOf" srcId="{63A9F861-96F1-4C15-B57E-978286DA849A}" destId="{91D868B7-2CFC-4245-B203-3EE9E6EE0D6F}" srcOrd="1" destOrd="0" presId="urn:microsoft.com/office/officeart/2005/8/layout/orgChart1"/>
    <dgm:cxn modelId="{7BC41A48-656F-4ADD-9D73-EB164DCDCE4A}" type="presParOf" srcId="{63A9F861-96F1-4C15-B57E-978286DA849A}" destId="{A3B7A3FF-4F74-4B9B-A146-FFB292D9A2F7}" srcOrd="2" destOrd="0" presId="urn:microsoft.com/office/officeart/2005/8/layout/orgChart1"/>
    <dgm:cxn modelId="{3D62F528-00F0-4702-8447-FF846E4EA0DC}" type="presParOf" srcId="{92CA8C9E-36EB-4161-B350-D2C91C5AF90A}" destId="{99EABC6F-1778-4829-96CB-7C411F523956}" srcOrd="2" destOrd="0" presId="urn:microsoft.com/office/officeart/2005/8/layout/orgChart1"/>
    <dgm:cxn modelId="{7DB2DBD4-A40F-4287-847B-7834A00C01B0}" type="presParOf" srcId="{92CA8C9E-36EB-4161-B350-D2C91C5AF90A}" destId="{92249DE9-002F-41E0-B8F4-ABE324F8279B}" srcOrd="3" destOrd="0" presId="urn:microsoft.com/office/officeart/2005/8/layout/orgChart1"/>
    <dgm:cxn modelId="{DC8B76F8-B2F1-4CCC-9467-DF3E20594090}" type="presParOf" srcId="{92249DE9-002F-41E0-B8F4-ABE324F8279B}" destId="{A7BD13A3-AF24-47D8-96D4-EA649C11E851}" srcOrd="0" destOrd="0" presId="urn:microsoft.com/office/officeart/2005/8/layout/orgChart1"/>
    <dgm:cxn modelId="{AEC4DDF0-BA81-4DC5-8F14-512D403EF8FE}" type="presParOf" srcId="{A7BD13A3-AF24-47D8-96D4-EA649C11E851}" destId="{EE1AC892-4167-4426-98A0-16DF128B4DD0}" srcOrd="0" destOrd="0" presId="urn:microsoft.com/office/officeart/2005/8/layout/orgChart1"/>
    <dgm:cxn modelId="{D1D09C94-C722-41D3-A550-CAA2C10F1BD7}" type="presParOf" srcId="{A7BD13A3-AF24-47D8-96D4-EA649C11E851}" destId="{918AC6D2-EA80-4EBD-A3E5-86BA4A401766}" srcOrd="1" destOrd="0" presId="urn:microsoft.com/office/officeart/2005/8/layout/orgChart1"/>
    <dgm:cxn modelId="{D6D50ABD-8F2D-481E-A2CA-904F53BFB3D7}" type="presParOf" srcId="{92249DE9-002F-41E0-B8F4-ABE324F8279B}" destId="{EBEC8069-B751-4665-BC8D-763673FB6B73}" srcOrd="1" destOrd="0" presId="urn:microsoft.com/office/officeart/2005/8/layout/orgChart1"/>
    <dgm:cxn modelId="{D45DCAD6-2D9A-4585-9828-E5F03ACFAFB5}" type="presParOf" srcId="{92249DE9-002F-41E0-B8F4-ABE324F8279B}" destId="{14F4B553-E9B6-4D1F-AA36-CAE8252C90C4}" srcOrd="2" destOrd="0" presId="urn:microsoft.com/office/officeart/2005/8/layout/orgChart1"/>
    <dgm:cxn modelId="{01AF5CA4-5DF4-47AC-A64B-A94FB38F4C62}" type="presParOf" srcId="{92CA8C9E-36EB-4161-B350-D2C91C5AF90A}" destId="{B62DE658-F46D-48CF-A277-F80B1D501F2A}" srcOrd="4" destOrd="0" presId="urn:microsoft.com/office/officeart/2005/8/layout/orgChart1"/>
    <dgm:cxn modelId="{7A7B1353-5D47-45A3-B948-4DA4365F4C8F}" type="presParOf" srcId="{92CA8C9E-36EB-4161-B350-D2C91C5AF90A}" destId="{8252A61A-8ADD-4142-A2E1-018349C51CB0}" srcOrd="5" destOrd="0" presId="urn:microsoft.com/office/officeart/2005/8/layout/orgChart1"/>
    <dgm:cxn modelId="{F3A647BA-7B66-454D-B475-A8A00F792515}" type="presParOf" srcId="{8252A61A-8ADD-4142-A2E1-018349C51CB0}" destId="{6F92D9DB-CBE6-49AB-BCB3-A5B6F40DDD39}" srcOrd="0" destOrd="0" presId="urn:microsoft.com/office/officeart/2005/8/layout/orgChart1"/>
    <dgm:cxn modelId="{2A845C2D-0F68-4FD8-A66E-9AADB04214C9}" type="presParOf" srcId="{6F92D9DB-CBE6-49AB-BCB3-A5B6F40DDD39}" destId="{3C0284F8-344A-4A27-A093-414F41BA38FC}" srcOrd="0" destOrd="0" presId="urn:microsoft.com/office/officeart/2005/8/layout/orgChart1"/>
    <dgm:cxn modelId="{D233EA7F-D84B-4AF0-BB29-6FD8D40969FE}" type="presParOf" srcId="{6F92D9DB-CBE6-49AB-BCB3-A5B6F40DDD39}" destId="{0836C8B7-2F9E-4B03-B232-12F85155C072}" srcOrd="1" destOrd="0" presId="urn:microsoft.com/office/officeart/2005/8/layout/orgChart1"/>
    <dgm:cxn modelId="{80F754FA-AB08-4F41-8AC6-A56221ACF73E}" type="presParOf" srcId="{8252A61A-8ADD-4142-A2E1-018349C51CB0}" destId="{A43CE897-8F1C-4ED9-BB28-861C89E27F34}" srcOrd="1" destOrd="0" presId="urn:microsoft.com/office/officeart/2005/8/layout/orgChart1"/>
    <dgm:cxn modelId="{A8EB8B11-D490-42C9-951B-E7D200CEC046}" type="presParOf" srcId="{8252A61A-8ADD-4142-A2E1-018349C51CB0}" destId="{AB5C97C5-ECCC-479B-9FB2-9CA60E01594D}" srcOrd="2" destOrd="0" presId="urn:microsoft.com/office/officeart/2005/8/layout/orgChart1"/>
    <dgm:cxn modelId="{7E69B230-61C6-428B-A11B-2E1177F6BE8D}" type="presParOf" srcId="{92CA8C9E-36EB-4161-B350-D2C91C5AF90A}" destId="{0E7A3006-04FB-4AB4-B887-60B4768C5D23}" srcOrd="6" destOrd="0" presId="urn:microsoft.com/office/officeart/2005/8/layout/orgChart1"/>
    <dgm:cxn modelId="{29BF2CF2-08AD-42C2-A6EC-DB889C4D3FD9}" type="presParOf" srcId="{92CA8C9E-36EB-4161-B350-D2C91C5AF90A}" destId="{EDBFAE12-1675-460B-A5D6-2899EADF486E}" srcOrd="7" destOrd="0" presId="urn:microsoft.com/office/officeart/2005/8/layout/orgChart1"/>
    <dgm:cxn modelId="{F4A4B075-7592-4A63-A7BB-548FEF7CA501}" type="presParOf" srcId="{EDBFAE12-1675-460B-A5D6-2899EADF486E}" destId="{7DDAEA4B-B501-46D1-B473-98AA84D757EC}" srcOrd="0" destOrd="0" presId="urn:microsoft.com/office/officeart/2005/8/layout/orgChart1"/>
    <dgm:cxn modelId="{0E23E482-573B-4019-B823-DC985E79872F}" type="presParOf" srcId="{7DDAEA4B-B501-46D1-B473-98AA84D757EC}" destId="{7E7C973D-B32E-4B8F-972A-21AF2D1F604D}" srcOrd="0" destOrd="0" presId="urn:microsoft.com/office/officeart/2005/8/layout/orgChart1"/>
    <dgm:cxn modelId="{7E43AB36-D315-475C-AB6D-D5DF2687D887}" type="presParOf" srcId="{7DDAEA4B-B501-46D1-B473-98AA84D757EC}" destId="{12DE6807-D68C-414E-A400-EF24C3344119}" srcOrd="1" destOrd="0" presId="urn:microsoft.com/office/officeart/2005/8/layout/orgChart1"/>
    <dgm:cxn modelId="{A95A0F57-BD3A-41A1-B8AB-C2B7411FC928}" type="presParOf" srcId="{EDBFAE12-1675-460B-A5D6-2899EADF486E}" destId="{E53AE4AA-7A00-4EBE-A644-57052C42FC1D}" srcOrd="1" destOrd="0" presId="urn:microsoft.com/office/officeart/2005/8/layout/orgChart1"/>
    <dgm:cxn modelId="{FAC40DE7-B7CD-4753-8E5D-64CB0F679449}" type="presParOf" srcId="{EDBFAE12-1675-460B-A5D6-2899EADF486E}" destId="{A9625A63-B10A-42F6-A154-5C536AF30A75}" srcOrd="2" destOrd="0" presId="urn:microsoft.com/office/officeart/2005/8/layout/orgChart1"/>
    <dgm:cxn modelId="{1F0D3428-1FEE-45C2-80AC-5B5D27DF8EC8}" type="presParOf" srcId="{92CA8C9E-36EB-4161-B350-D2C91C5AF90A}" destId="{0755148B-E93C-4E8D-BDA3-FD11FEC3ECB7}" srcOrd="8" destOrd="0" presId="urn:microsoft.com/office/officeart/2005/8/layout/orgChart1"/>
    <dgm:cxn modelId="{8A67E6BB-01F6-4767-8A42-F16AEAEA20A7}" type="presParOf" srcId="{92CA8C9E-36EB-4161-B350-D2C91C5AF90A}" destId="{FBAFA07D-9E3A-45BA-97E8-873C93FE6666}" srcOrd="9" destOrd="0" presId="urn:microsoft.com/office/officeart/2005/8/layout/orgChart1"/>
    <dgm:cxn modelId="{0E0CD26D-20D8-4A72-8910-FED89135C8E6}" type="presParOf" srcId="{FBAFA07D-9E3A-45BA-97E8-873C93FE6666}" destId="{7E740527-9E6A-416E-8AAE-779AC67EE124}" srcOrd="0" destOrd="0" presId="urn:microsoft.com/office/officeart/2005/8/layout/orgChart1"/>
    <dgm:cxn modelId="{C6FE204B-9D5B-424C-B8EE-4097D5AAC075}" type="presParOf" srcId="{7E740527-9E6A-416E-8AAE-779AC67EE124}" destId="{B3ED08DB-45AF-4ED5-BC41-036C6267D4B8}" srcOrd="0" destOrd="0" presId="urn:microsoft.com/office/officeart/2005/8/layout/orgChart1"/>
    <dgm:cxn modelId="{775BEF42-8EB9-49C2-AB80-0D591DFA3537}" type="presParOf" srcId="{7E740527-9E6A-416E-8AAE-779AC67EE124}" destId="{1E041E7A-F72A-41DD-A7A9-2BA105FB9EB7}" srcOrd="1" destOrd="0" presId="urn:microsoft.com/office/officeart/2005/8/layout/orgChart1"/>
    <dgm:cxn modelId="{BC92BAA9-BE03-4918-B53C-B4DA27A10970}" type="presParOf" srcId="{FBAFA07D-9E3A-45BA-97E8-873C93FE6666}" destId="{D0179442-0557-4144-AE61-C49CEF364545}" srcOrd="1" destOrd="0" presId="urn:microsoft.com/office/officeart/2005/8/layout/orgChart1"/>
    <dgm:cxn modelId="{C1C2D89F-7230-4CED-AFBD-2D5D8F22A108}" type="presParOf" srcId="{FBAFA07D-9E3A-45BA-97E8-873C93FE6666}" destId="{043DAF7D-5E06-4BBB-A348-3BE7F86EFAA8}" srcOrd="2" destOrd="0" presId="urn:microsoft.com/office/officeart/2005/8/layout/orgChart1"/>
    <dgm:cxn modelId="{12C985AF-E58E-4C3B-8A03-C196A1BEF47A}" type="presParOf" srcId="{92CA8C9E-36EB-4161-B350-D2C91C5AF90A}" destId="{B70B2555-E90A-438E-B9A6-E1456D48282F}" srcOrd="10" destOrd="0" presId="urn:microsoft.com/office/officeart/2005/8/layout/orgChart1"/>
    <dgm:cxn modelId="{849DD4F9-E04D-4653-AE97-6300A4024577}" type="presParOf" srcId="{92CA8C9E-36EB-4161-B350-D2C91C5AF90A}" destId="{4003B07E-6CF6-4209-95A1-67337B924169}" srcOrd="11" destOrd="0" presId="urn:microsoft.com/office/officeart/2005/8/layout/orgChart1"/>
    <dgm:cxn modelId="{2C21EBF9-1249-4D04-80B1-094C2502FD81}" type="presParOf" srcId="{4003B07E-6CF6-4209-95A1-67337B924169}" destId="{E4A32333-C1C8-4835-A684-DC7147D71BE5}" srcOrd="0" destOrd="0" presId="urn:microsoft.com/office/officeart/2005/8/layout/orgChart1"/>
    <dgm:cxn modelId="{EF419E63-A251-4FC9-9EB4-FB9E37D9BD51}" type="presParOf" srcId="{E4A32333-C1C8-4835-A684-DC7147D71BE5}" destId="{8798F0A4-E69F-44B7-B4D1-F5B764859C7E}" srcOrd="0" destOrd="0" presId="urn:microsoft.com/office/officeart/2005/8/layout/orgChart1"/>
    <dgm:cxn modelId="{3ADB51CC-EDF1-4E05-A701-B77F237C5885}" type="presParOf" srcId="{E4A32333-C1C8-4835-A684-DC7147D71BE5}" destId="{19DD56F1-6781-4FD3-B2D5-1CBD33198261}" srcOrd="1" destOrd="0" presId="urn:microsoft.com/office/officeart/2005/8/layout/orgChart1"/>
    <dgm:cxn modelId="{94D3FA47-8021-4EE7-BC35-8B796ABAA49B}" type="presParOf" srcId="{4003B07E-6CF6-4209-95A1-67337B924169}" destId="{C95DA7A5-7434-4CFE-964A-636AEF0BC574}" srcOrd="1" destOrd="0" presId="urn:microsoft.com/office/officeart/2005/8/layout/orgChart1"/>
    <dgm:cxn modelId="{D6966488-2FA9-4466-BD08-506F27B60802}" type="presParOf" srcId="{4003B07E-6CF6-4209-95A1-67337B924169}" destId="{23D7EFC4-86C7-497A-8D7E-97A71587F7BF}" srcOrd="2" destOrd="0" presId="urn:microsoft.com/office/officeart/2005/8/layout/orgChart1"/>
    <dgm:cxn modelId="{7D753BCA-5655-40CC-AD1C-E0B1AC58268E}" type="presParOf" srcId="{92CA8C9E-36EB-4161-B350-D2C91C5AF90A}" destId="{9104CC0E-926A-4D4E-8186-6E2AFDD1B9E9}" srcOrd="12" destOrd="0" presId="urn:microsoft.com/office/officeart/2005/8/layout/orgChart1"/>
    <dgm:cxn modelId="{1FDCB31A-BB87-45F5-88BD-18EAD18E3F7E}" type="presParOf" srcId="{92CA8C9E-36EB-4161-B350-D2C91C5AF90A}" destId="{C9DB83FD-52CE-49C5-B0F7-110EFA60FC0D}" srcOrd="13" destOrd="0" presId="urn:microsoft.com/office/officeart/2005/8/layout/orgChart1"/>
    <dgm:cxn modelId="{D519F409-DB77-4B88-95BF-C7A27F5C4A67}" type="presParOf" srcId="{C9DB83FD-52CE-49C5-B0F7-110EFA60FC0D}" destId="{EC30A907-0AB4-4A01-9B75-33FDEF0E5BF9}" srcOrd="0" destOrd="0" presId="urn:microsoft.com/office/officeart/2005/8/layout/orgChart1"/>
    <dgm:cxn modelId="{5AD5580F-955A-4B91-BB8D-35D1D6FABCC4}" type="presParOf" srcId="{EC30A907-0AB4-4A01-9B75-33FDEF0E5BF9}" destId="{482104FF-545B-428F-9A99-CF5DB32512B0}" srcOrd="0" destOrd="0" presId="urn:microsoft.com/office/officeart/2005/8/layout/orgChart1"/>
    <dgm:cxn modelId="{8B526348-B59C-4258-B096-C8DC65873559}" type="presParOf" srcId="{EC30A907-0AB4-4A01-9B75-33FDEF0E5BF9}" destId="{E6D7069A-46E6-4274-8313-2335409E8EA2}" srcOrd="1" destOrd="0" presId="urn:microsoft.com/office/officeart/2005/8/layout/orgChart1"/>
    <dgm:cxn modelId="{4AE495B1-307C-4D51-A8C2-E8924833A153}" type="presParOf" srcId="{C9DB83FD-52CE-49C5-B0F7-110EFA60FC0D}" destId="{0590CE13-D1E1-41E5-A06B-BE1ADFB5C966}" srcOrd="1" destOrd="0" presId="urn:microsoft.com/office/officeart/2005/8/layout/orgChart1"/>
    <dgm:cxn modelId="{EBED0F76-9FF8-4EA0-8387-98E0DD424AB9}" type="presParOf" srcId="{C9DB83FD-52CE-49C5-B0F7-110EFA60FC0D}" destId="{78DB99C5-608A-4547-A940-4CE38500B67E}" srcOrd="2" destOrd="0" presId="urn:microsoft.com/office/officeart/2005/8/layout/orgChart1"/>
    <dgm:cxn modelId="{A740AC4C-E0A0-4BDD-9931-2F0F7E65A267}" type="presParOf" srcId="{36D8BEBA-ECC0-4DEB-88F4-D5FFAFF94A47}" destId="{2E3F9D8B-E1E6-4511-AE19-1A99CAA624D7}" srcOrd="2" destOrd="0" presId="urn:microsoft.com/office/officeart/2005/8/layout/orgChart1"/>
    <dgm:cxn modelId="{1D2F400A-31BA-46E0-8FF2-F4785EA01AF3}" type="presParOf" srcId="{814408D5-F49D-468D-9057-0373677A51C2}" destId="{4DAE45F1-F1F7-4C38-9A4C-62AFA5EAC6CC}" srcOrd="4" destOrd="0" presId="urn:microsoft.com/office/officeart/2005/8/layout/orgChart1"/>
    <dgm:cxn modelId="{DA2EB63B-9EFD-4CEA-85FD-2723A47702D0}" type="presParOf" srcId="{814408D5-F49D-468D-9057-0373677A51C2}" destId="{4AEDAC77-FDB7-4C52-A7C3-B6200BAC8703}" srcOrd="5" destOrd="0" presId="urn:microsoft.com/office/officeart/2005/8/layout/orgChart1"/>
    <dgm:cxn modelId="{15F9BC06-F86E-4039-BFA1-39F29B09CCDF}" type="presParOf" srcId="{4AEDAC77-FDB7-4C52-A7C3-B6200BAC8703}" destId="{69C08878-DE9A-49C0-819A-EFCB58FAC444}" srcOrd="0" destOrd="0" presId="urn:microsoft.com/office/officeart/2005/8/layout/orgChart1"/>
    <dgm:cxn modelId="{5D699D64-9115-4797-80D4-ABA53959AE15}" type="presParOf" srcId="{69C08878-DE9A-49C0-819A-EFCB58FAC444}" destId="{36944AE6-02F6-4A89-9A7B-7E7511698CC8}" srcOrd="0" destOrd="0" presId="urn:microsoft.com/office/officeart/2005/8/layout/orgChart1"/>
    <dgm:cxn modelId="{7176EF2D-AB6A-4A0A-ADC2-6B5243399E31}" type="presParOf" srcId="{69C08878-DE9A-49C0-819A-EFCB58FAC444}" destId="{29F7BD0C-3552-4BAA-8871-5765E9B8AE86}" srcOrd="1" destOrd="0" presId="urn:microsoft.com/office/officeart/2005/8/layout/orgChart1"/>
    <dgm:cxn modelId="{523C03FF-B840-4344-B57D-51CADD3E1807}" type="presParOf" srcId="{4AEDAC77-FDB7-4C52-A7C3-B6200BAC8703}" destId="{9A51B2D9-4861-4DC7-9D4B-3F98065F6FEF}" srcOrd="1" destOrd="0" presId="urn:microsoft.com/office/officeart/2005/8/layout/orgChart1"/>
    <dgm:cxn modelId="{51F70DF4-3867-450B-9042-5C720F1FE4FC}" type="presParOf" srcId="{9A51B2D9-4861-4DC7-9D4B-3F98065F6FEF}" destId="{5E8FD173-7E5A-42E3-A545-2787CC3B6D8A}" srcOrd="0" destOrd="0" presId="urn:microsoft.com/office/officeart/2005/8/layout/orgChart1"/>
    <dgm:cxn modelId="{22238FBD-418A-427D-9AE7-A11120BD48DE}" type="presParOf" srcId="{9A51B2D9-4861-4DC7-9D4B-3F98065F6FEF}" destId="{27A85B1B-7952-4181-A034-B263F35ACC5E}" srcOrd="1" destOrd="0" presId="urn:microsoft.com/office/officeart/2005/8/layout/orgChart1"/>
    <dgm:cxn modelId="{3EB087B5-6A55-4376-94AD-CED49BB6FB16}" type="presParOf" srcId="{27A85B1B-7952-4181-A034-B263F35ACC5E}" destId="{7550810A-8A10-45E1-8F0F-385A74DFBF5A}" srcOrd="0" destOrd="0" presId="urn:microsoft.com/office/officeart/2005/8/layout/orgChart1"/>
    <dgm:cxn modelId="{3E33B231-0128-4C1C-951F-CCE9D0112C4B}" type="presParOf" srcId="{7550810A-8A10-45E1-8F0F-385A74DFBF5A}" destId="{38FC13C1-621D-4608-A5D0-F96825BE43AC}" srcOrd="0" destOrd="0" presId="urn:microsoft.com/office/officeart/2005/8/layout/orgChart1"/>
    <dgm:cxn modelId="{ECA4B268-9D16-4FC0-BF40-DF3976283A9B}" type="presParOf" srcId="{7550810A-8A10-45E1-8F0F-385A74DFBF5A}" destId="{D28191E5-28C5-4EF5-8D20-044A1D26FE3D}" srcOrd="1" destOrd="0" presId="urn:microsoft.com/office/officeart/2005/8/layout/orgChart1"/>
    <dgm:cxn modelId="{98ACC25A-5568-4405-B281-F249EE43A485}" type="presParOf" srcId="{27A85B1B-7952-4181-A034-B263F35ACC5E}" destId="{E6B63FCD-21CF-4881-B05E-E43C63E01EDE}" srcOrd="1" destOrd="0" presId="urn:microsoft.com/office/officeart/2005/8/layout/orgChart1"/>
    <dgm:cxn modelId="{405996CC-72B4-4034-86C6-9ABE5C8E2019}" type="presParOf" srcId="{27A85B1B-7952-4181-A034-B263F35ACC5E}" destId="{B0ED5D27-06FA-4309-8AD9-30BB37442164}" srcOrd="2" destOrd="0" presId="urn:microsoft.com/office/officeart/2005/8/layout/orgChart1"/>
    <dgm:cxn modelId="{40BF5084-8994-46BE-A3EA-825C948AC973}" type="presParOf" srcId="{9A51B2D9-4861-4DC7-9D4B-3F98065F6FEF}" destId="{F749EA20-C4CF-43FF-A607-AC516B713D48}" srcOrd="2" destOrd="0" presId="urn:microsoft.com/office/officeart/2005/8/layout/orgChart1"/>
    <dgm:cxn modelId="{4CB8D99B-1018-4AA6-9C09-6A88D294ABEB}" type="presParOf" srcId="{9A51B2D9-4861-4DC7-9D4B-3F98065F6FEF}" destId="{33629036-AC1F-45B7-B58B-8DBF2393CAF2}" srcOrd="3" destOrd="0" presId="urn:microsoft.com/office/officeart/2005/8/layout/orgChart1"/>
    <dgm:cxn modelId="{F9F03BEC-8B54-4C31-B72C-91C9260510EB}" type="presParOf" srcId="{33629036-AC1F-45B7-B58B-8DBF2393CAF2}" destId="{CEA303A6-4AA7-4C2B-83D8-81613699450C}" srcOrd="0" destOrd="0" presId="urn:microsoft.com/office/officeart/2005/8/layout/orgChart1"/>
    <dgm:cxn modelId="{548B1BA7-6459-4049-A1DA-DD01C7180FE9}" type="presParOf" srcId="{CEA303A6-4AA7-4C2B-83D8-81613699450C}" destId="{97DB5454-A1A5-4903-AE11-921987EBD896}" srcOrd="0" destOrd="0" presId="urn:microsoft.com/office/officeart/2005/8/layout/orgChart1"/>
    <dgm:cxn modelId="{59DEE783-34BC-454B-AF09-7A3E37AFAABD}" type="presParOf" srcId="{CEA303A6-4AA7-4C2B-83D8-81613699450C}" destId="{A0CA81C2-85C4-4A94-B993-EA99591ED629}" srcOrd="1" destOrd="0" presId="urn:microsoft.com/office/officeart/2005/8/layout/orgChart1"/>
    <dgm:cxn modelId="{EF47D21A-9556-4A34-9838-CB6738FF5202}" type="presParOf" srcId="{33629036-AC1F-45B7-B58B-8DBF2393CAF2}" destId="{2AFA8F4A-25DF-451C-BFDA-EE80A9332BB4}" srcOrd="1" destOrd="0" presId="urn:microsoft.com/office/officeart/2005/8/layout/orgChart1"/>
    <dgm:cxn modelId="{B1179AF7-7060-4901-B34C-8A8ADE368F69}" type="presParOf" srcId="{33629036-AC1F-45B7-B58B-8DBF2393CAF2}" destId="{6C786E06-C5CE-4DF1-A0A7-D09DB5A6C927}" srcOrd="2" destOrd="0" presId="urn:microsoft.com/office/officeart/2005/8/layout/orgChart1"/>
    <dgm:cxn modelId="{D99E3909-EA26-4F35-B0E2-043CA89EF6AE}" type="presParOf" srcId="{9A51B2D9-4861-4DC7-9D4B-3F98065F6FEF}" destId="{4FD5750D-E42E-4CCF-BE26-0FEB82C8FDFE}" srcOrd="4" destOrd="0" presId="urn:microsoft.com/office/officeart/2005/8/layout/orgChart1"/>
    <dgm:cxn modelId="{4B5CF056-C342-4B2D-B0AA-32FA46B558DA}" type="presParOf" srcId="{9A51B2D9-4861-4DC7-9D4B-3F98065F6FEF}" destId="{1A8A847E-A82F-4344-9EF0-26CF20D0FF04}" srcOrd="5" destOrd="0" presId="urn:microsoft.com/office/officeart/2005/8/layout/orgChart1"/>
    <dgm:cxn modelId="{9B7559C2-228B-4218-A9F8-A2ABA8C160D8}" type="presParOf" srcId="{1A8A847E-A82F-4344-9EF0-26CF20D0FF04}" destId="{E1E27AC6-05BC-4AAF-8062-6D461374578D}" srcOrd="0" destOrd="0" presId="urn:microsoft.com/office/officeart/2005/8/layout/orgChart1"/>
    <dgm:cxn modelId="{8F64085C-D356-48DA-9B67-A107953281D5}" type="presParOf" srcId="{E1E27AC6-05BC-4AAF-8062-6D461374578D}" destId="{27D047DE-1A9A-4C54-AAA6-F091AF0193F7}" srcOrd="0" destOrd="0" presId="urn:microsoft.com/office/officeart/2005/8/layout/orgChart1"/>
    <dgm:cxn modelId="{68F4F619-43BF-4048-9E49-5BB4E5C2EA9A}" type="presParOf" srcId="{E1E27AC6-05BC-4AAF-8062-6D461374578D}" destId="{61CFD422-A143-4ABD-90B2-C18CF33305EA}" srcOrd="1" destOrd="0" presId="urn:microsoft.com/office/officeart/2005/8/layout/orgChart1"/>
    <dgm:cxn modelId="{AAB628D7-F9DB-46A2-B24B-5FCB9CCD16C0}" type="presParOf" srcId="{1A8A847E-A82F-4344-9EF0-26CF20D0FF04}" destId="{4E41EAFF-3427-432C-BB10-29D4FF930C43}" srcOrd="1" destOrd="0" presId="urn:microsoft.com/office/officeart/2005/8/layout/orgChart1"/>
    <dgm:cxn modelId="{3B7E7075-422B-4C9F-99CB-5AA487B0B37B}" type="presParOf" srcId="{1A8A847E-A82F-4344-9EF0-26CF20D0FF04}" destId="{E699E4F8-7D03-4B93-AB4B-C147D010D3D8}" srcOrd="2" destOrd="0" presId="urn:microsoft.com/office/officeart/2005/8/layout/orgChart1"/>
    <dgm:cxn modelId="{56687DEF-7E51-4FFE-9B13-11BD96325A26}" type="presParOf" srcId="{4AEDAC77-FDB7-4C52-A7C3-B6200BAC8703}" destId="{04A8C231-AB08-41A0-A1F8-D60C462885AD}" srcOrd="2" destOrd="0" presId="urn:microsoft.com/office/officeart/2005/8/layout/orgChart1"/>
    <dgm:cxn modelId="{CF260E4D-9C77-446A-BE60-08B49470F190}" type="presParOf" srcId="{814408D5-F49D-468D-9057-0373677A51C2}" destId="{98206F9B-7AF6-4652-AB5C-916166CB5354}" srcOrd="6" destOrd="0" presId="urn:microsoft.com/office/officeart/2005/8/layout/orgChart1"/>
    <dgm:cxn modelId="{51E6D56E-127D-4605-B580-C001E2155BB9}" type="presParOf" srcId="{814408D5-F49D-468D-9057-0373677A51C2}" destId="{A6E7F5B6-58A5-4877-A0ED-8BDF50258A6C}" srcOrd="7" destOrd="0" presId="urn:microsoft.com/office/officeart/2005/8/layout/orgChart1"/>
    <dgm:cxn modelId="{117601F8-0093-484F-BD89-99B472BF6CA9}" type="presParOf" srcId="{A6E7F5B6-58A5-4877-A0ED-8BDF50258A6C}" destId="{ABD2755D-CF84-4801-BBBF-3CE39529B6C7}" srcOrd="0" destOrd="0" presId="urn:microsoft.com/office/officeart/2005/8/layout/orgChart1"/>
    <dgm:cxn modelId="{9492D569-BD32-4A71-AD53-F36B12EFD12C}" type="presParOf" srcId="{ABD2755D-CF84-4801-BBBF-3CE39529B6C7}" destId="{DB735B7A-28B8-4C3B-9863-B17BE7AC949F}" srcOrd="0" destOrd="0" presId="urn:microsoft.com/office/officeart/2005/8/layout/orgChart1"/>
    <dgm:cxn modelId="{682A45D2-33E9-4E62-B19C-4C4671BCA262}" type="presParOf" srcId="{ABD2755D-CF84-4801-BBBF-3CE39529B6C7}" destId="{5288D403-DA7D-4D90-ACC5-7542244978B1}" srcOrd="1" destOrd="0" presId="urn:microsoft.com/office/officeart/2005/8/layout/orgChart1"/>
    <dgm:cxn modelId="{9BCDE514-E7B3-43A5-9560-BFFAA34661B7}" type="presParOf" srcId="{A6E7F5B6-58A5-4877-A0ED-8BDF50258A6C}" destId="{02EA4003-4F62-49C0-B5A6-569F97624EF7}" srcOrd="1" destOrd="0" presId="urn:microsoft.com/office/officeart/2005/8/layout/orgChart1"/>
    <dgm:cxn modelId="{C1DAAE79-3942-407E-A333-CD58539D48E6}" type="presParOf" srcId="{02EA4003-4F62-49C0-B5A6-569F97624EF7}" destId="{55BB8BB7-0787-442C-BE1C-E402593ABB57}" srcOrd="0" destOrd="0" presId="urn:microsoft.com/office/officeart/2005/8/layout/orgChart1"/>
    <dgm:cxn modelId="{0369B0CA-A7B4-4781-9A2D-0CF558DF5039}" type="presParOf" srcId="{02EA4003-4F62-49C0-B5A6-569F97624EF7}" destId="{F89E7CCF-3BC3-41DC-9AB3-0F43CB0EB7D4}" srcOrd="1" destOrd="0" presId="urn:microsoft.com/office/officeart/2005/8/layout/orgChart1"/>
    <dgm:cxn modelId="{490D76FE-7992-46C2-9B9E-E02C6D02F47E}" type="presParOf" srcId="{F89E7CCF-3BC3-41DC-9AB3-0F43CB0EB7D4}" destId="{61DA9F15-FD08-4E21-9931-77BAACC27E44}" srcOrd="0" destOrd="0" presId="urn:microsoft.com/office/officeart/2005/8/layout/orgChart1"/>
    <dgm:cxn modelId="{AE504F07-498C-4C08-A532-AD678C8D222D}" type="presParOf" srcId="{61DA9F15-FD08-4E21-9931-77BAACC27E44}" destId="{186BDEA5-4E36-4323-8EB9-0985FE26F52D}" srcOrd="0" destOrd="0" presId="urn:microsoft.com/office/officeart/2005/8/layout/orgChart1"/>
    <dgm:cxn modelId="{76CC2D94-ECED-42F7-8CE8-AA7AFD13B05E}" type="presParOf" srcId="{61DA9F15-FD08-4E21-9931-77BAACC27E44}" destId="{36F773C9-1692-4725-A234-4A3182F5E222}" srcOrd="1" destOrd="0" presId="urn:microsoft.com/office/officeart/2005/8/layout/orgChart1"/>
    <dgm:cxn modelId="{B1CFF558-52C2-4102-94AF-2E448F7AB33D}" type="presParOf" srcId="{F89E7CCF-3BC3-41DC-9AB3-0F43CB0EB7D4}" destId="{6A7A8F02-DD45-4009-A317-8DC94804B4C6}" srcOrd="1" destOrd="0" presId="urn:microsoft.com/office/officeart/2005/8/layout/orgChart1"/>
    <dgm:cxn modelId="{EC15AA2C-72A2-4509-A4C8-829DE2B5E41B}" type="presParOf" srcId="{F89E7CCF-3BC3-41DC-9AB3-0F43CB0EB7D4}" destId="{0FC79DED-2E35-4848-8DF8-D3F4051EA46C}" srcOrd="2" destOrd="0" presId="urn:microsoft.com/office/officeart/2005/8/layout/orgChart1"/>
    <dgm:cxn modelId="{82FE9ECA-C5E7-4B36-BEA9-ED0E48D22A02}" type="presParOf" srcId="{02EA4003-4F62-49C0-B5A6-569F97624EF7}" destId="{96F10A2B-D5AE-4D86-B4ED-8CBC8A5C146F}" srcOrd="2" destOrd="0" presId="urn:microsoft.com/office/officeart/2005/8/layout/orgChart1"/>
    <dgm:cxn modelId="{87AA6908-D2D3-422B-8A97-109E9E114B10}" type="presParOf" srcId="{02EA4003-4F62-49C0-B5A6-569F97624EF7}" destId="{12667947-7024-4DAE-838D-54F356E5A566}" srcOrd="3" destOrd="0" presId="urn:microsoft.com/office/officeart/2005/8/layout/orgChart1"/>
    <dgm:cxn modelId="{6DB3684B-4B03-4D45-A0FD-0FEE39682807}" type="presParOf" srcId="{12667947-7024-4DAE-838D-54F356E5A566}" destId="{2660E5A6-817A-42B9-A6A2-B99A74848F01}" srcOrd="0" destOrd="0" presId="urn:microsoft.com/office/officeart/2005/8/layout/orgChart1"/>
    <dgm:cxn modelId="{CB46E0D8-53B4-4936-9DA8-945C61299072}" type="presParOf" srcId="{2660E5A6-817A-42B9-A6A2-B99A74848F01}" destId="{FF141B75-6FE3-4973-BC64-406FA62900D8}" srcOrd="0" destOrd="0" presId="urn:microsoft.com/office/officeart/2005/8/layout/orgChart1"/>
    <dgm:cxn modelId="{DA9DD9F7-C370-45E5-9D6A-FD39654F4D5D}" type="presParOf" srcId="{2660E5A6-817A-42B9-A6A2-B99A74848F01}" destId="{0F6704C5-DAB1-42E0-A5C8-8CBC24A564AD}" srcOrd="1" destOrd="0" presId="urn:microsoft.com/office/officeart/2005/8/layout/orgChart1"/>
    <dgm:cxn modelId="{3DAB1E1F-3400-4386-A5AB-F0F13DF056AA}" type="presParOf" srcId="{12667947-7024-4DAE-838D-54F356E5A566}" destId="{BAE89365-C6B4-4329-9820-D6A0A128EE9F}" srcOrd="1" destOrd="0" presId="urn:microsoft.com/office/officeart/2005/8/layout/orgChart1"/>
    <dgm:cxn modelId="{7DF72BB6-7406-4ED4-91A6-AF48A5F9212F}" type="presParOf" srcId="{12667947-7024-4DAE-838D-54F356E5A566}" destId="{069F81F4-FE26-45CF-9757-7C25F14D0B3F}" srcOrd="2" destOrd="0" presId="urn:microsoft.com/office/officeart/2005/8/layout/orgChart1"/>
    <dgm:cxn modelId="{3A8E8424-2FC0-4F23-9D2A-0044B338B43A}" type="presParOf" srcId="{02EA4003-4F62-49C0-B5A6-569F97624EF7}" destId="{AF28D9E9-CA05-4B17-9A23-6089D2F985A0}" srcOrd="4" destOrd="0" presId="urn:microsoft.com/office/officeart/2005/8/layout/orgChart1"/>
    <dgm:cxn modelId="{8527833D-93C6-4380-A733-1B327D288D7C}" type="presParOf" srcId="{02EA4003-4F62-49C0-B5A6-569F97624EF7}" destId="{6C809F5F-9905-4542-ACB0-FD4B32206D82}" srcOrd="5" destOrd="0" presId="urn:microsoft.com/office/officeart/2005/8/layout/orgChart1"/>
    <dgm:cxn modelId="{C873C1B8-E0A9-41DD-B3BD-868A995EE098}" type="presParOf" srcId="{6C809F5F-9905-4542-ACB0-FD4B32206D82}" destId="{B81C2A15-6233-4061-BD41-D6D01901D175}" srcOrd="0" destOrd="0" presId="urn:microsoft.com/office/officeart/2005/8/layout/orgChart1"/>
    <dgm:cxn modelId="{6BD4CA3F-336E-4230-AF68-4E5A98644CD9}" type="presParOf" srcId="{B81C2A15-6233-4061-BD41-D6D01901D175}" destId="{2E8ABDDA-4C1F-4F32-8341-D269558C7263}" srcOrd="0" destOrd="0" presId="urn:microsoft.com/office/officeart/2005/8/layout/orgChart1"/>
    <dgm:cxn modelId="{0A8AF1BE-9ED9-4ED1-982D-8B5C885B79EB}" type="presParOf" srcId="{B81C2A15-6233-4061-BD41-D6D01901D175}" destId="{1C021391-D7A5-4281-AB0C-FDC549130B26}" srcOrd="1" destOrd="0" presId="urn:microsoft.com/office/officeart/2005/8/layout/orgChart1"/>
    <dgm:cxn modelId="{2D04AD9C-7337-4F37-B324-D215C44CA5BE}" type="presParOf" srcId="{6C809F5F-9905-4542-ACB0-FD4B32206D82}" destId="{AE999D4B-27BD-4906-9AE2-5E8419E8FBBD}" srcOrd="1" destOrd="0" presId="urn:microsoft.com/office/officeart/2005/8/layout/orgChart1"/>
    <dgm:cxn modelId="{B4201DA2-FCDA-4A6B-A000-55C73417D339}" type="presParOf" srcId="{6C809F5F-9905-4542-ACB0-FD4B32206D82}" destId="{4CE2F647-09B6-49BB-8374-415B2D451C35}" srcOrd="2" destOrd="0" presId="urn:microsoft.com/office/officeart/2005/8/layout/orgChart1"/>
    <dgm:cxn modelId="{7C5CB50C-83CF-44EF-BBD9-617D82BF0881}" type="presParOf" srcId="{02EA4003-4F62-49C0-B5A6-569F97624EF7}" destId="{C55A33CB-C485-4DB5-A2AE-246CE790321B}" srcOrd="6" destOrd="0" presId="urn:microsoft.com/office/officeart/2005/8/layout/orgChart1"/>
    <dgm:cxn modelId="{152E4851-24A5-4D4E-B402-34DAD5B13A55}" type="presParOf" srcId="{02EA4003-4F62-49C0-B5A6-569F97624EF7}" destId="{F928EE23-443F-4931-AE9E-E3AC91F26437}" srcOrd="7" destOrd="0" presId="urn:microsoft.com/office/officeart/2005/8/layout/orgChart1"/>
    <dgm:cxn modelId="{6A5FD7BE-C108-42CF-8D01-B1688ED20EE9}" type="presParOf" srcId="{F928EE23-443F-4931-AE9E-E3AC91F26437}" destId="{539A9AB9-895E-4DC1-B72D-5060A12C15E5}" srcOrd="0" destOrd="0" presId="urn:microsoft.com/office/officeart/2005/8/layout/orgChart1"/>
    <dgm:cxn modelId="{716B7BB7-BA24-4D10-9342-A654DAA34720}" type="presParOf" srcId="{539A9AB9-895E-4DC1-B72D-5060A12C15E5}" destId="{59B13B6D-559D-4577-B88C-E4EBB5B9330F}" srcOrd="0" destOrd="0" presId="urn:microsoft.com/office/officeart/2005/8/layout/orgChart1"/>
    <dgm:cxn modelId="{0F6E30AE-089B-48E9-A3C8-EA5F4D4BCB24}" type="presParOf" srcId="{539A9AB9-895E-4DC1-B72D-5060A12C15E5}" destId="{61AC0E62-BBAB-4EAC-B3BD-17AC83B422D3}" srcOrd="1" destOrd="0" presId="urn:microsoft.com/office/officeart/2005/8/layout/orgChart1"/>
    <dgm:cxn modelId="{B6DBD26C-B0D7-404D-B5C4-091B9B25B610}" type="presParOf" srcId="{F928EE23-443F-4931-AE9E-E3AC91F26437}" destId="{748A93CC-9704-40F9-8173-6B038CDCD33F}" srcOrd="1" destOrd="0" presId="urn:microsoft.com/office/officeart/2005/8/layout/orgChart1"/>
    <dgm:cxn modelId="{9CB04037-8131-4890-883E-2EAE589E5978}" type="presParOf" srcId="{F928EE23-443F-4931-AE9E-E3AC91F26437}" destId="{16E63225-4D62-459D-80F7-24F3966DC046}" srcOrd="2" destOrd="0" presId="urn:microsoft.com/office/officeart/2005/8/layout/orgChart1"/>
    <dgm:cxn modelId="{36E4C9B6-ABEB-49F7-850F-8092DFCDD92C}" type="presParOf" srcId="{02EA4003-4F62-49C0-B5A6-569F97624EF7}" destId="{9DD19C2F-17F6-4DCD-89CD-5E8F22A4790C}" srcOrd="8" destOrd="0" presId="urn:microsoft.com/office/officeart/2005/8/layout/orgChart1"/>
    <dgm:cxn modelId="{84B4F9E8-C71B-4C80-9266-F6E8A05AEED1}" type="presParOf" srcId="{02EA4003-4F62-49C0-B5A6-569F97624EF7}" destId="{1824C079-82A6-419C-AF98-27E5A426E23F}" srcOrd="9" destOrd="0" presId="urn:microsoft.com/office/officeart/2005/8/layout/orgChart1"/>
    <dgm:cxn modelId="{6E4CB5E8-36D2-4C4A-9FD1-96F49E13C5D5}" type="presParOf" srcId="{1824C079-82A6-419C-AF98-27E5A426E23F}" destId="{C042200B-FA2A-439E-8F06-8E1396B0D8E7}" srcOrd="0" destOrd="0" presId="urn:microsoft.com/office/officeart/2005/8/layout/orgChart1"/>
    <dgm:cxn modelId="{2C562A06-6CC2-4FCC-A7EC-EBCE8E246817}" type="presParOf" srcId="{C042200B-FA2A-439E-8F06-8E1396B0D8E7}" destId="{C1D893FA-15AF-4B87-9690-0131022377B6}" srcOrd="0" destOrd="0" presId="urn:microsoft.com/office/officeart/2005/8/layout/orgChart1"/>
    <dgm:cxn modelId="{482C6734-5AC9-40FC-8BD7-746317525F7A}" type="presParOf" srcId="{C042200B-FA2A-439E-8F06-8E1396B0D8E7}" destId="{3E48039E-7EF6-48C5-9DED-BBFA2764DBCB}" srcOrd="1" destOrd="0" presId="urn:microsoft.com/office/officeart/2005/8/layout/orgChart1"/>
    <dgm:cxn modelId="{9D0EBC18-8C6D-4670-B2B3-876E7EEA870F}" type="presParOf" srcId="{1824C079-82A6-419C-AF98-27E5A426E23F}" destId="{95F8B9B3-E7E9-47F9-841F-91AA083BC335}" srcOrd="1" destOrd="0" presId="urn:microsoft.com/office/officeart/2005/8/layout/orgChart1"/>
    <dgm:cxn modelId="{63F2F198-1915-4B9A-AC12-3F613E8F03EE}" type="presParOf" srcId="{1824C079-82A6-419C-AF98-27E5A426E23F}" destId="{A5BD1076-D21C-4648-985F-C824D17F1175}" srcOrd="2" destOrd="0" presId="urn:microsoft.com/office/officeart/2005/8/layout/orgChart1"/>
    <dgm:cxn modelId="{39ACF239-241A-4172-8558-C740CBA3F718}" type="presParOf" srcId="{A6E7F5B6-58A5-4877-A0ED-8BDF50258A6C}" destId="{992539FE-DC18-4B3C-BDED-2DFFE5802CB6}" srcOrd="2" destOrd="0" presId="urn:microsoft.com/office/officeart/2005/8/layout/orgChart1"/>
    <dgm:cxn modelId="{5D846667-1DA7-4326-A21B-DFA83A230C48}" type="presParOf" srcId="{814408D5-F49D-468D-9057-0373677A51C2}" destId="{81953FDB-271D-4ADF-976F-14F165D0B507}" srcOrd="8" destOrd="0" presId="urn:microsoft.com/office/officeart/2005/8/layout/orgChart1"/>
    <dgm:cxn modelId="{8048409B-A21B-40A8-92CC-EB758A8D4CF6}" type="presParOf" srcId="{814408D5-F49D-468D-9057-0373677A51C2}" destId="{D3732F57-D65F-490F-AC22-A19DAD63BCCF}" srcOrd="9" destOrd="0" presId="urn:microsoft.com/office/officeart/2005/8/layout/orgChart1"/>
    <dgm:cxn modelId="{B3F59112-03EF-47EA-858D-30F85A5F0712}" type="presParOf" srcId="{D3732F57-D65F-490F-AC22-A19DAD63BCCF}" destId="{31BB9B38-8FD9-4986-918D-B58B4D72BC8D}" srcOrd="0" destOrd="0" presId="urn:microsoft.com/office/officeart/2005/8/layout/orgChart1"/>
    <dgm:cxn modelId="{E4A8C895-9DC9-4DE8-860E-378DCD525284}" type="presParOf" srcId="{31BB9B38-8FD9-4986-918D-B58B4D72BC8D}" destId="{300F72C8-423F-4D7A-8511-F54946BD9910}" srcOrd="0" destOrd="0" presId="urn:microsoft.com/office/officeart/2005/8/layout/orgChart1"/>
    <dgm:cxn modelId="{3FAEAB20-B68B-402B-8409-75407E3AC69F}" type="presParOf" srcId="{31BB9B38-8FD9-4986-918D-B58B4D72BC8D}" destId="{87EEC985-6495-408B-BC43-9F3C0A3C6351}" srcOrd="1" destOrd="0" presId="urn:microsoft.com/office/officeart/2005/8/layout/orgChart1"/>
    <dgm:cxn modelId="{24EE0C9C-ED90-47BF-8B7F-B21914152A03}" type="presParOf" srcId="{D3732F57-D65F-490F-AC22-A19DAD63BCCF}" destId="{E8812FE2-75B7-4EE1-8234-7954E1B1C2B0}" srcOrd="1" destOrd="0" presId="urn:microsoft.com/office/officeart/2005/8/layout/orgChart1"/>
    <dgm:cxn modelId="{1D4727DC-0130-4B0E-AAF4-21C38392A346}" type="presParOf" srcId="{E8812FE2-75B7-4EE1-8234-7954E1B1C2B0}" destId="{8430D391-D833-441C-A119-CB8CF75A5DE3}" srcOrd="0" destOrd="0" presId="urn:microsoft.com/office/officeart/2005/8/layout/orgChart1"/>
    <dgm:cxn modelId="{28524F95-E54B-4195-AA6D-5AD3AAED4F4C}" type="presParOf" srcId="{E8812FE2-75B7-4EE1-8234-7954E1B1C2B0}" destId="{97BD8D0C-FFF2-42EF-A9D9-2576A735AA38}" srcOrd="1" destOrd="0" presId="urn:microsoft.com/office/officeart/2005/8/layout/orgChart1"/>
    <dgm:cxn modelId="{B211AB66-1514-4618-8DF7-4C873174C2EF}" type="presParOf" srcId="{97BD8D0C-FFF2-42EF-A9D9-2576A735AA38}" destId="{673EAC19-9319-4AAC-87C9-6F0289EED33A}" srcOrd="0" destOrd="0" presId="urn:microsoft.com/office/officeart/2005/8/layout/orgChart1"/>
    <dgm:cxn modelId="{98CD4E77-F504-4CF0-A37F-EF0D43D54045}" type="presParOf" srcId="{673EAC19-9319-4AAC-87C9-6F0289EED33A}" destId="{50ED118C-FD6F-4995-9C88-655CACB534B0}" srcOrd="0" destOrd="0" presId="urn:microsoft.com/office/officeart/2005/8/layout/orgChart1"/>
    <dgm:cxn modelId="{22D089B0-07A8-4988-8AF6-015E1114247D}" type="presParOf" srcId="{673EAC19-9319-4AAC-87C9-6F0289EED33A}" destId="{FFF2F7F3-4F8A-4989-9473-A935AF8F85D1}" srcOrd="1" destOrd="0" presId="urn:microsoft.com/office/officeart/2005/8/layout/orgChart1"/>
    <dgm:cxn modelId="{63AC3F8E-5CC9-4DF6-90CB-332A92756A50}" type="presParOf" srcId="{97BD8D0C-FFF2-42EF-A9D9-2576A735AA38}" destId="{6A99A882-0B47-4F2B-9983-AD7D869B7D6A}" srcOrd="1" destOrd="0" presId="urn:microsoft.com/office/officeart/2005/8/layout/orgChart1"/>
    <dgm:cxn modelId="{9175F97B-2878-45BB-98D0-3AF589BD5C3F}" type="presParOf" srcId="{97BD8D0C-FFF2-42EF-A9D9-2576A735AA38}" destId="{99A0D3D6-3E07-488E-A559-85B311396774}" srcOrd="2" destOrd="0" presId="urn:microsoft.com/office/officeart/2005/8/layout/orgChart1"/>
    <dgm:cxn modelId="{D1097BAC-00DD-448D-B00D-07AA19F0F188}" type="presParOf" srcId="{E8812FE2-75B7-4EE1-8234-7954E1B1C2B0}" destId="{A6C3C22F-50C7-401B-AA59-08C36F3AD5FF}" srcOrd="2" destOrd="0" presId="urn:microsoft.com/office/officeart/2005/8/layout/orgChart1"/>
    <dgm:cxn modelId="{D9A1D752-53CB-4B0B-8059-22BAF9C47ABB}" type="presParOf" srcId="{E8812FE2-75B7-4EE1-8234-7954E1B1C2B0}" destId="{48C859C3-E01E-4EFE-9AF9-E8A7891E88E8}" srcOrd="3" destOrd="0" presId="urn:microsoft.com/office/officeart/2005/8/layout/orgChart1"/>
    <dgm:cxn modelId="{8489DFC4-3980-4669-8F4A-257764AA74EF}" type="presParOf" srcId="{48C859C3-E01E-4EFE-9AF9-E8A7891E88E8}" destId="{77B59A29-BD06-4E87-B009-878BEAB35C39}" srcOrd="0" destOrd="0" presId="urn:microsoft.com/office/officeart/2005/8/layout/orgChart1"/>
    <dgm:cxn modelId="{BA910E36-07F9-4428-B51B-15A77360FD8A}" type="presParOf" srcId="{77B59A29-BD06-4E87-B009-878BEAB35C39}" destId="{8D0B0D71-5EB7-4544-92A0-4F1F9CC28B2A}" srcOrd="0" destOrd="0" presId="urn:microsoft.com/office/officeart/2005/8/layout/orgChart1"/>
    <dgm:cxn modelId="{71B22670-CE09-4B79-B728-A3DC077EA4C7}" type="presParOf" srcId="{77B59A29-BD06-4E87-B009-878BEAB35C39}" destId="{07E8B9D2-4452-4027-9655-C28071B502FF}" srcOrd="1" destOrd="0" presId="urn:microsoft.com/office/officeart/2005/8/layout/orgChart1"/>
    <dgm:cxn modelId="{96056D23-01E9-451B-88CE-14212D3CAC97}" type="presParOf" srcId="{48C859C3-E01E-4EFE-9AF9-E8A7891E88E8}" destId="{709B1BBA-F50F-4384-BE52-BBA3DF349F29}" srcOrd="1" destOrd="0" presId="urn:microsoft.com/office/officeart/2005/8/layout/orgChart1"/>
    <dgm:cxn modelId="{04CAD37F-F2E6-4564-93FC-818B374F29D3}" type="presParOf" srcId="{48C859C3-E01E-4EFE-9AF9-E8A7891E88E8}" destId="{0B35E10B-1C52-492D-8FC9-7D14FA8F3ADA}" srcOrd="2" destOrd="0" presId="urn:microsoft.com/office/officeart/2005/8/layout/orgChart1"/>
    <dgm:cxn modelId="{FA70F922-5EC7-41CA-8E9E-D8B5ED53632E}" type="presParOf" srcId="{E8812FE2-75B7-4EE1-8234-7954E1B1C2B0}" destId="{66859F49-5CAF-49A3-B800-DED4D28E832B}" srcOrd="4" destOrd="0" presId="urn:microsoft.com/office/officeart/2005/8/layout/orgChart1"/>
    <dgm:cxn modelId="{5B43BF61-478C-48CB-BBE0-A872DE0F2A73}" type="presParOf" srcId="{E8812FE2-75B7-4EE1-8234-7954E1B1C2B0}" destId="{18B42742-8FDB-4170-8EDE-F0D6B3FF1F0A}" srcOrd="5" destOrd="0" presId="urn:microsoft.com/office/officeart/2005/8/layout/orgChart1"/>
    <dgm:cxn modelId="{2086448B-924D-4912-BBBE-C112510F4894}" type="presParOf" srcId="{18B42742-8FDB-4170-8EDE-F0D6B3FF1F0A}" destId="{A9619A70-F8EA-41AC-B4F7-B48D81A10041}" srcOrd="0" destOrd="0" presId="urn:microsoft.com/office/officeart/2005/8/layout/orgChart1"/>
    <dgm:cxn modelId="{FAB6A732-45BF-463B-880A-AA1D562270B9}" type="presParOf" srcId="{A9619A70-F8EA-41AC-B4F7-B48D81A10041}" destId="{5E61FF5F-169C-414C-B100-D42E86D2450C}" srcOrd="0" destOrd="0" presId="urn:microsoft.com/office/officeart/2005/8/layout/orgChart1"/>
    <dgm:cxn modelId="{13708B6B-AA28-467F-991B-5078EFDF1DB7}" type="presParOf" srcId="{A9619A70-F8EA-41AC-B4F7-B48D81A10041}" destId="{D037B0CF-C9AD-4490-B45E-1A6DFD6F0D7C}" srcOrd="1" destOrd="0" presId="urn:microsoft.com/office/officeart/2005/8/layout/orgChart1"/>
    <dgm:cxn modelId="{3D4E6F75-9B8A-4DD1-B5A0-58A59ED04C2D}" type="presParOf" srcId="{18B42742-8FDB-4170-8EDE-F0D6B3FF1F0A}" destId="{EB04D943-56EF-4F9B-99EE-BBEA7B2740B3}" srcOrd="1" destOrd="0" presId="urn:microsoft.com/office/officeart/2005/8/layout/orgChart1"/>
    <dgm:cxn modelId="{BA3910E4-C23D-430D-8BC8-6D42673F5CC4}" type="presParOf" srcId="{18B42742-8FDB-4170-8EDE-F0D6B3FF1F0A}" destId="{9A299EBF-6BA7-4000-894C-03EABFC32E40}" srcOrd="2" destOrd="0" presId="urn:microsoft.com/office/officeart/2005/8/layout/orgChart1"/>
    <dgm:cxn modelId="{32CAD70C-8A9C-402A-8FAE-831DA21DE799}" type="presParOf" srcId="{E8812FE2-75B7-4EE1-8234-7954E1B1C2B0}" destId="{D052C1F2-1B1D-4B1E-8DA4-759EF2C8EF0C}" srcOrd="6" destOrd="0" presId="urn:microsoft.com/office/officeart/2005/8/layout/orgChart1"/>
    <dgm:cxn modelId="{4A3041B2-48EA-4528-8088-10FC14DD0773}" type="presParOf" srcId="{E8812FE2-75B7-4EE1-8234-7954E1B1C2B0}" destId="{2E276396-0461-4A05-9C00-BBBC12BB672A}" srcOrd="7" destOrd="0" presId="urn:microsoft.com/office/officeart/2005/8/layout/orgChart1"/>
    <dgm:cxn modelId="{747BD6E0-BB1D-4351-A6E5-32D0248EAC3A}" type="presParOf" srcId="{2E276396-0461-4A05-9C00-BBBC12BB672A}" destId="{879907CA-3F12-488C-9290-4E7CC9FFE9F2}" srcOrd="0" destOrd="0" presId="urn:microsoft.com/office/officeart/2005/8/layout/orgChart1"/>
    <dgm:cxn modelId="{048FB9BC-05E1-4C94-8DC3-555CF140A1E6}" type="presParOf" srcId="{879907CA-3F12-488C-9290-4E7CC9FFE9F2}" destId="{AA601002-A2E6-4518-95EF-B539F6CA8BBF}" srcOrd="0" destOrd="0" presId="urn:microsoft.com/office/officeart/2005/8/layout/orgChart1"/>
    <dgm:cxn modelId="{C8EF720B-1C54-4943-858C-B0D86F15DFA9}" type="presParOf" srcId="{879907CA-3F12-488C-9290-4E7CC9FFE9F2}" destId="{56665E3D-45B2-48A3-99F8-59B57C39E545}" srcOrd="1" destOrd="0" presId="urn:microsoft.com/office/officeart/2005/8/layout/orgChart1"/>
    <dgm:cxn modelId="{17AA20A3-C6AA-4305-8018-D33FCE739100}" type="presParOf" srcId="{2E276396-0461-4A05-9C00-BBBC12BB672A}" destId="{39F2F689-51C5-4904-8C51-92F18012E4D8}" srcOrd="1" destOrd="0" presId="urn:microsoft.com/office/officeart/2005/8/layout/orgChart1"/>
    <dgm:cxn modelId="{1608724E-F3EF-4E82-9610-54B64872F87A}" type="presParOf" srcId="{2E276396-0461-4A05-9C00-BBBC12BB672A}" destId="{2E228F93-096D-427D-B1FA-831B806F3B09}" srcOrd="2" destOrd="0" presId="urn:microsoft.com/office/officeart/2005/8/layout/orgChart1"/>
    <dgm:cxn modelId="{C01A49DA-864B-4B3F-A621-7B0BC38DFA36}" type="presParOf" srcId="{E8812FE2-75B7-4EE1-8234-7954E1B1C2B0}" destId="{FBE801FF-A8BC-4A70-895F-95F8538AA72B}" srcOrd="8" destOrd="0" presId="urn:microsoft.com/office/officeart/2005/8/layout/orgChart1"/>
    <dgm:cxn modelId="{0DA7E85B-9F6E-4E01-97FC-1BEE614DA636}" type="presParOf" srcId="{E8812FE2-75B7-4EE1-8234-7954E1B1C2B0}" destId="{3B030427-88F9-4F92-93A5-ED4817986A3D}" srcOrd="9" destOrd="0" presId="urn:microsoft.com/office/officeart/2005/8/layout/orgChart1"/>
    <dgm:cxn modelId="{4387D434-03F4-4113-936F-9354D663103F}" type="presParOf" srcId="{3B030427-88F9-4F92-93A5-ED4817986A3D}" destId="{D34A95F4-E589-4F8C-9607-0B1C80C913EC}" srcOrd="0" destOrd="0" presId="urn:microsoft.com/office/officeart/2005/8/layout/orgChart1"/>
    <dgm:cxn modelId="{0D1318D2-F0E5-4419-9FFE-4427566D4B3B}" type="presParOf" srcId="{D34A95F4-E589-4F8C-9607-0B1C80C913EC}" destId="{A6C6976D-9D0D-443E-B9CE-12345B282C0E}" srcOrd="0" destOrd="0" presId="urn:microsoft.com/office/officeart/2005/8/layout/orgChart1"/>
    <dgm:cxn modelId="{DB0E788D-A025-45A8-97AA-0C25195C0EBB}" type="presParOf" srcId="{D34A95F4-E589-4F8C-9607-0B1C80C913EC}" destId="{D4FCB51B-44A9-41E2-9CCE-0ACEBAE8B82C}" srcOrd="1" destOrd="0" presId="urn:microsoft.com/office/officeart/2005/8/layout/orgChart1"/>
    <dgm:cxn modelId="{3B1C284C-3888-4174-94FE-06600CCF20F9}" type="presParOf" srcId="{3B030427-88F9-4F92-93A5-ED4817986A3D}" destId="{8FEDA7C3-F776-4E00-88ED-E3C5FDAB8BE8}" srcOrd="1" destOrd="0" presId="urn:microsoft.com/office/officeart/2005/8/layout/orgChart1"/>
    <dgm:cxn modelId="{0D05DF0A-E87D-47E0-ADD5-130830E3D9D2}" type="presParOf" srcId="{3B030427-88F9-4F92-93A5-ED4817986A3D}" destId="{89FE0DD3-A4B1-46D7-90B3-F6A373B1A1CE}" srcOrd="2" destOrd="0" presId="urn:microsoft.com/office/officeart/2005/8/layout/orgChart1"/>
    <dgm:cxn modelId="{A81F8F7B-E72C-420C-A59A-1A7951CE48E5}" type="presParOf" srcId="{D3732F57-D65F-490F-AC22-A19DAD63BCCF}" destId="{B95FC23A-E855-4F6E-84A0-A4CA0CEC7517}" srcOrd="2" destOrd="0" presId="urn:microsoft.com/office/officeart/2005/8/layout/orgChart1"/>
    <dgm:cxn modelId="{6CE6991B-2DF0-4BFD-A2DF-FA4F1D6F03CE}" type="presParOf" srcId="{9E907512-75C1-468D-AE9B-DE60B67D59DB}" destId="{5DECE4D5-91B9-4F39-AC83-3A7C65F2FD7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6460460-3731-48F5-A7FA-B9B6B830B9D2}" type="doc">
      <dgm:prSet loTypeId="urn:microsoft.com/office/officeart/2005/8/layout/arrow5" loCatId="relationship" qsTypeId="urn:microsoft.com/office/officeart/2005/8/quickstyle/simple3" qsCatId="simple" csTypeId="urn:microsoft.com/office/officeart/2005/8/colors/colorful4" csCatId="colorful" phldr="1"/>
      <dgm:spPr/>
      <dgm:t>
        <a:bodyPr/>
        <a:lstStyle/>
        <a:p>
          <a:endParaRPr lang="de-DE"/>
        </a:p>
      </dgm:t>
    </dgm:pt>
    <dgm:pt modelId="{E66DFE49-3177-49E8-B32A-77B1943C9295}">
      <dgm:prSet/>
      <dgm:spPr/>
      <dgm:t>
        <a:bodyPr/>
        <a:lstStyle/>
        <a:p>
          <a:r>
            <a:rPr lang="de-DE" dirty="0"/>
            <a:t>Entweder Fliegen oder</a:t>
          </a:r>
        </a:p>
      </dgm:t>
    </dgm:pt>
    <dgm:pt modelId="{5034E904-59CD-4476-92AE-53DB7410FAAB}" type="parTrans" cxnId="{E7A43A28-2BD5-43D6-92E3-851784B319A3}">
      <dgm:prSet/>
      <dgm:spPr/>
      <dgm:t>
        <a:bodyPr/>
        <a:lstStyle/>
        <a:p>
          <a:endParaRPr lang="de-DE"/>
        </a:p>
      </dgm:t>
    </dgm:pt>
    <dgm:pt modelId="{F56D4486-0E52-4C12-902A-3D70815CF463}" type="sibTrans" cxnId="{E7A43A28-2BD5-43D6-92E3-851784B319A3}">
      <dgm:prSet/>
      <dgm:spPr/>
      <dgm:t>
        <a:bodyPr/>
        <a:lstStyle/>
        <a:p>
          <a:endParaRPr lang="de-DE"/>
        </a:p>
      </dgm:t>
    </dgm:pt>
    <dgm:pt modelId="{1E4930EB-2662-426F-BFFC-8DDB173DD94E}">
      <dgm:prSet/>
      <dgm:spPr/>
      <dgm:t>
        <a:bodyPr/>
        <a:lstStyle/>
        <a:p>
          <a:r>
            <a:rPr lang="de-DE" dirty="0"/>
            <a:t>mit Tieren reden können?</a:t>
          </a:r>
        </a:p>
      </dgm:t>
    </dgm:pt>
    <dgm:pt modelId="{A5937268-757B-48C4-9764-07323D5EBF75}" type="parTrans" cxnId="{49862637-FF2C-45CE-93A1-DC2C4C034E32}">
      <dgm:prSet/>
      <dgm:spPr/>
      <dgm:t>
        <a:bodyPr/>
        <a:lstStyle/>
        <a:p>
          <a:endParaRPr lang="de-DE"/>
        </a:p>
      </dgm:t>
    </dgm:pt>
    <dgm:pt modelId="{FD115EF9-C9C1-49E4-85C6-CB541AC6BF8B}" type="sibTrans" cxnId="{49862637-FF2C-45CE-93A1-DC2C4C034E32}">
      <dgm:prSet/>
      <dgm:spPr/>
      <dgm:t>
        <a:bodyPr/>
        <a:lstStyle/>
        <a:p>
          <a:endParaRPr lang="de-DE"/>
        </a:p>
      </dgm:t>
    </dgm:pt>
    <dgm:pt modelId="{BFC1687E-5532-48C3-B37A-AD4DD89C5092}" type="pres">
      <dgm:prSet presAssocID="{A6460460-3731-48F5-A7FA-B9B6B830B9D2}" presName="diagram" presStyleCnt="0">
        <dgm:presLayoutVars>
          <dgm:dir/>
          <dgm:resizeHandles val="exact"/>
        </dgm:presLayoutVars>
      </dgm:prSet>
      <dgm:spPr/>
    </dgm:pt>
    <dgm:pt modelId="{9F122B6A-3137-4E8A-A34C-9A35163EBB0A}" type="pres">
      <dgm:prSet presAssocID="{E66DFE49-3177-49E8-B32A-77B1943C9295}" presName="arrow" presStyleLbl="node1" presStyleIdx="0" presStyleCnt="2" custRadScaleRad="96093" custRadScaleInc="-6419">
        <dgm:presLayoutVars>
          <dgm:bulletEnabled val="1"/>
        </dgm:presLayoutVars>
      </dgm:prSet>
      <dgm:spPr/>
    </dgm:pt>
    <dgm:pt modelId="{46CC8DF2-D2CE-4F4D-B0CC-D66739C95ADB}" type="pres">
      <dgm:prSet presAssocID="{1E4930EB-2662-426F-BFFC-8DDB173DD94E}" presName="arrow" presStyleLbl="node1" presStyleIdx="1" presStyleCnt="2" custRadScaleRad="101497" custRadScaleInc="5430">
        <dgm:presLayoutVars>
          <dgm:bulletEnabled val="1"/>
        </dgm:presLayoutVars>
      </dgm:prSet>
      <dgm:spPr/>
    </dgm:pt>
  </dgm:ptLst>
  <dgm:cxnLst>
    <dgm:cxn modelId="{E7A43A28-2BD5-43D6-92E3-851784B319A3}" srcId="{A6460460-3731-48F5-A7FA-B9B6B830B9D2}" destId="{E66DFE49-3177-49E8-B32A-77B1943C9295}" srcOrd="0" destOrd="0" parTransId="{5034E904-59CD-4476-92AE-53DB7410FAAB}" sibTransId="{F56D4486-0E52-4C12-902A-3D70815CF463}"/>
    <dgm:cxn modelId="{C480912E-E3D8-4521-932D-1BC61F4298FA}" type="presOf" srcId="{E66DFE49-3177-49E8-B32A-77B1943C9295}" destId="{9F122B6A-3137-4E8A-A34C-9A35163EBB0A}" srcOrd="0" destOrd="0" presId="urn:microsoft.com/office/officeart/2005/8/layout/arrow5"/>
    <dgm:cxn modelId="{49862637-FF2C-45CE-93A1-DC2C4C034E32}" srcId="{A6460460-3731-48F5-A7FA-B9B6B830B9D2}" destId="{1E4930EB-2662-426F-BFFC-8DDB173DD94E}" srcOrd="1" destOrd="0" parTransId="{A5937268-757B-48C4-9764-07323D5EBF75}" sibTransId="{FD115EF9-C9C1-49E4-85C6-CB541AC6BF8B}"/>
    <dgm:cxn modelId="{755CA463-3C85-4D95-AA89-9DBF7F0729DD}" type="presOf" srcId="{1E4930EB-2662-426F-BFFC-8DDB173DD94E}" destId="{46CC8DF2-D2CE-4F4D-B0CC-D66739C95ADB}" srcOrd="0" destOrd="0" presId="urn:microsoft.com/office/officeart/2005/8/layout/arrow5"/>
    <dgm:cxn modelId="{527159CD-11EE-4A69-A93A-D4AF19176D5A}" type="presOf" srcId="{A6460460-3731-48F5-A7FA-B9B6B830B9D2}" destId="{BFC1687E-5532-48C3-B37A-AD4DD89C5092}" srcOrd="0" destOrd="0" presId="urn:microsoft.com/office/officeart/2005/8/layout/arrow5"/>
    <dgm:cxn modelId="{8CD3A99E-00CA-4832-8FBF-56ECD19C655F}" type="presParOf" srcId="{BFC1687E-5532-48C3-B37A-AD4DD89C5092}" destId="{9F122B6A-3137-4E8A-A34C-9A35163EBB0A}" srcOrd="0" destOrd="0" presId="urn:microsoft.com/office/officeart/2005/8/layout/arrow5"/>
    <dgm:cxn modelId="{614C411A-2305-44BE-8061-A8A9B3B81362}" type="presParOf" srcId="{BFC1687E-5532-48C3-B37A-AD4DD89C5092}" destId="{46CC8DF2-D2CE-4F4D-B0CC-D66739C95ADB}"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E90F690-D426-4E33-892E-94739BE0738E}" type="doc">
      <dgm:prSet loTypeId="urn:microsoft.com/office/officeart/2005/8/layout/bProcess2" loCatId="process" qsTypeId="urn:microsoft.com/office/officeart/2005/8/quickstyle/simple1" qsCatId="simple" csTypeId="urn:microsoft.com/office/officeart/2005/8/colors/accent1_1" csCatId="accent1" phldr="1"/>
      <dgm:spPr/>
      <dgm:t>
        <a:bodyPr/>
        <a:lstStyle/>
        <a:p>
          <a:endParaRPr lang="de-DE"/>
        </a:p>
      </dgm:t>
    </dgm:pt>
    <dgm:pt modelId="{457EC1C8-29AA-4FF5-9974-57787E96FF2F}">
      <dgm:prSet custT="1"/>
      <dgm:spPr/>
      <dgm:t>
        <a:bodyPr/>
        <a:lstStyle/>
        <a:p>
          <a:r>
            <a:rPr lang="de-DE" sz="1000" b="1" dirty="0"/>
            <a:t>1679</a:t>
          </a:r>
          <a:r>
            <a:rPr lang="de-DE" sz="1000" dirty="0"/>
            <a:t> 4. Gen: INTEL produziert 16 Bit-Chip (8086)</a:t>
          </a:r>
        </a:p>
      </dgm:t>
    </dgm:pt>
    <dgm:pt modelId="{13178C39-2C55-4B57-83B1-D4F3D4A34AC7}" type="parTrans" cxnId="{8B24A42E-D133-4F19-84C0-AD50713C8275}">
      <dgm:prSet/>
      <dgm:spPr/>
      <dgm:t>
        <a:bodyPr/>
        <a:lstStyle/>
        <a:p>
          <a:endParaRPr lang="de-DE" sz="2400"/>
        </a:p>
      </dgm:t>
    </dgm:pt>
    <dgm:pt modelId="{53EC50AC-268E-45F9-A2FD-30CF55587AE5}" type="sibTrans" cxnId="{8B24A42E-D133-4F19-84C0-AD50713C8275}">
      <dgm:prSet/>
      <dgm:spPr/>
      <dgm:t>
        <a:bodyPr/>
        <a:lstStyle/>
        <a:p>
          <a:endParaRPr lang="de-DE" sz="2400"/>
        </a:p>
      </dgm:t>
    </dgm:pt>
    <dgm:pt modelId="{54AA0F2F-D928-40A9-B0CC-285ECAECE843}">
      <dgm:prSet custT="1"/>
      <dgm:spPr/>
      <dgm:t>
        <a:bodyPr/>
        <a:lstStyle/>
        <a:p>
          <a:r>
            <a:rPr lang="de-DE" sz="1000" b="1"/>
            <a:t>1833</a:t>
          </a:r>
          <a:r>
            <a:rPr lang="de-DE" sz="1000"/>
            <a:t> Apple iPad</a:t>
          </a:r>
        </a:p>
      </dgm:t>
    </dgm:pt>
    <dgm:pt modelId="{877682D2-1ED0-406E-8B0A-132EEBE15D3A}" type="parTrans" cxnId="{2A1541E8-FA82-4DF3-8502-D9D86B8118EE}">
      <dgm:prSet/>
      <dgm:spPr/>
      <dgm:t>
        <a:bodyPr/>
        <a:lstStyle/>
        <a:p>
          <a:endParaRPr lang="de-DE" sz="2400"/>
        </a:p>
      </dgm:t>
    </dgm:pt>
    <dgm:pt modelId="{9102944A-4AAA-4274-A910-FF23CC7C6758}" type="sibTrans" cxnId="{2A1541E8-FA82-4DF3-8502-D9D86B8118EE}">
      <dgm:prSet/>
      <dgm:spPr/>
      <dgm:t>
        <a:bodyPr/>
        <a:lstStyle/>
        <a:p>
          <a:endParaRPr lang="de-DE" sz="2400"/>
        </a:p>
      </dgm:t>
    </dgm:pt>
    <dgm:pt modelId="{AA7FDA19-001C-4FD2-A263-8380A0C993F2}">
      <dgm:prSet custT="1"/>
      <dgm:spPr/>
      <dgm:t>
        <a:bodyPr/>
        <a:lstStyle/>
        <a:p>
          <a:r>
            <a:rPr lang="de-DE" sz="1000" b="1" dirty="0"/>
            <a:t>1936</a:t>
          </a:r>
          <a:r>
            <a:rPr lang="de-DE" sz="1000" dirty="0"/>
            <a:t> Leibniz entwickelt Dyadik (0/1)</a:t>
          </a:r>
        </a:p>
      </dgm:t>
    </dgm:pt>
    <dgm:pt modelId="{C2FAB9E8-F57C-4C78-97F5-C9F03478BE40}" type="parTrans" cxnId="{5ADB5D9C-11CD-4B04-89EE-A08C04DA2493}">
      <dgm:prSet/>
      <dgm:spPr/>
      <dgm:t>
        <a:bodyPr/>
        <a:lstStyle/>
        <a:p>
          <a:endParaRPr lang="de-DE" sz="2400"/>
        </a:p>
      </dgm:t>
    </dgm:pt>
    <dgm:pt modelId="{651ACCDE-5E34-48F1-8F3C-15C057ED6F74}" type="sibTrans" cxnId="{5ADB5D9C-11CD-4B04-89EE-A08C04DA2493}">
      <dgm:prSet/>
      <dgm:spPr/>
      <dgm:t>
        <a:bodyPr/>
        <a:lstStyle/>
        <a:p>
          <a:endParaRPr lang="de-DE" sz="2400"/>
        </a:p>
      </dgm:t>
    </dgm:pt>
    <dgm:pt modelId="{7B11657C-CAC1-44DF-8D72-8B5DE903D9AE}">
      <dgm:prSet custT="1"/>
      <dgm:spPr/>
      <dgm:t>
        <a:bodyPr/>
        <a:lstStyle/>
        <a:p>
          <a:r>
            <a:rPr lang="de-DE" sz="1000" b="1"/>
            <a:t>1941</a:t>
          </a:r>
          <a:r>
            <a:rPr lang="de-DE" sz="1000"/>
            <a:t> 3. Gen. – INTEL Mikroprozessor 4004	</a:t>
          </a:r>
        </a:p>
      </dgm:t>
    </dgm:pt>
    <dgm:pt modelId="{9D8AD224-1069-4A79-98CC-B8B005E39FF9}" type="parTrans" cxnId="{0B069399-6B8E-47F1-B0AB-1937F9031BD2}">
      <dgm:prSet/>
      <dgm:spPr/>
      <dgm:t>
        <a:bodyPr/>
        <a:lstStyle/>
        <a:p>
          <a:endParaRPr lang="de-DE" sz="2400"/>
        </a:p>
      </dgm:t>
    </dgm:pt>
    <dgm:pt modelId="{27908DB9-A89A-4028-A71D-C997F8E3ABC4}" type="sibTrans" cxnId="{0B069399-6B8E-47F1-B0AB-1937F9031BD2}">
      <dgm:prSet/>
      <dgm:spPr/>
      <dgm:t>
        <a:bodyPr/>
        <a:lstStyle/>
        <a:p>
          <a:endParaRPr lang="de-DE" sz="2400"/>
        </a:p>
      </dgm:t>
    </dgm:pt>
    <dgm:pt modelId="{1B71DB53-C94A-4EF3-B895-5BA2FCA2A63C}">
      <dgm:prSet custT="1"/>
      <dgm:spPr/>
      <dgm:t>
        <a:bodyPr/>
        <a:lstStyle/>
        <a:p>
          <a:r>
            <a:rPr lang="de-DE" sz="1000" b="1" dirty="0"/>
            <a:t>1965</a:t>
          </a:r>
          <a:r>
            <a:rPr lang="de-DE" sz="1000" dirty="0"/>
            <a:t> US-Militär entwickelt ARPANET</a:t>
          </a:r>
        </a:p>
      </dgm:t>
    </dgm:pt>
    <dgm:pt modelId="{9FAEF531-ED14-40E2-83AB-1195374F1C75}" type="parTrans" cxnId="{99193A29-85FD-4915-A82E-4DDA2E3DF276}">
      <dgm:prSet/>
      <dgm:spPr/>
      <dgm:t>
        <a:bodyPr/>
        <a:lstStyle/>
        <a:p>
          <a:endParaRPr lang="de-DE" sz="2400"/>
        </a:p>
      </dgm:t>
    </dgm:pt>
    <dgm:pt modelId="{B3D93374-7CFB-45A8-BA63-5BF052D6F2A8}" type="sibTrans" cxnId="{99193A29-85FD-4915-A82E-4DDA2E3DF276}">
      <dgm:prSet/>
      <dgm:spPr/>
      <dgm:t>
        <a:bodyPr/>
        <a:lstStyle/>
        <a:p>
          <a:endParaRPr lang="de-DE" sz="2400"/>
        </a:p>
      </dgm:t>
    </dgm:pt>
    <dgm:pt modelId="{E1CB411B-DE0D-4774-846F-8EF4B84C2173}">
      <dgm:prSet custT="1"/>
      <dgm:spPr/>
      <dgm:t>
        <a:bodyPr/>
        <a:lstStyle/>
        <a:p>
          <a:r>
            <a:rPr lang="de-DE" sz="1000" b="1" dirty="0"/>
            <a:t>1969</a:t>
          </a:r>
          <a:r>
            <a:rPr lang="de-DE" sz="1000" dirty="0"/>
            <a:t> Turing skizziert Automaten um math. und log. Probleme zu lösen</a:t>
          </a:r>
        </a:p>
      </dgm:t>
    </dgm:pt>
    <dgm:pt modelId="{03FD88D3-5384-4278-BB2E-0555A208BC70}" type="parTrans" cxnId="{01687DDD-B4E1-4700-875A-5EC485D97F04}">
      <dgm:prSet/>
      <dgm:spPr/>
      <dgm:t>
        <a:bodyPr/>
        <a:lstStyle/>
        <a:p>
          <a:endParaRPr lang="de-DE" sz="2400"/>
        </a:p>
      </dgm:t>
    </dgm:pt>
    <dgm:pt modelId="{4DA58FB0-8556-46B6-ADE3-D04EBCF834D5}" type="sibTrans" cxnId="{01687DDD-B4E1-4700-875A-5EC485D97F04}">
      <dgm:prSet/>
      <dgm:spPr/>
      <dgm:t>
        <a:bodyPr/>
        <a:lstStyle/>
        <a:p>
          <a:endParaRPr lang="de-DE" sz="2400"/>
        </a:p>
      </dgm:t>
    </dgm:pt>
    <dgm:pt modelId="{0725735A-9C81-4D7F-894E-E289B4AB5581}">
      <dgm:prSet custT="1"/>
      <dgm:spPr/>
      <dgm:t>
        <a:bodyPr/>
        <a:lstStyle/>
        <a:p>
          <a:r>
            <a:rPr lang="de-DE" sz="1000" b="1"/>
            <a:t>1969</a:t>
          </a:r>
          <a:r>
            <a:rPr lang="de-DE" sz="1000"/>
            <a:t> Zuse baut ersten Computer (Relais-Basis, 1 Tonne, 5.3 Op./Sek.)</a:t>
          </a:r>
        </a:p>
      </dgm:t>
    </dgm:pt>
    <dgm:pt modelId="{E6D82E35-06F0-49AB-B400-8D83D6FF61CE}" type="parTrans" cxnId="{BE0D59BF-F5C3-4BB5-AA61-56B10CA3C9DE}">
      <dgm:prSet/>
      <dgm:spPr/>
      <dgm:t>
        <a:bodyPr/>
        <a:lstStyle/>
        <a:p>
          <a:endParaRPr lang="de-DE" sz="2400"/>
        </a:p>
      </dgm:t>
    </dgm:pt>
    <dgm:pt modelId="{7828F1B4-9B98-4925-9284-C97D84E3CADD}" type="sibTrans" cxnId="{BE0D59BF-F5C3-4BB5-AA61-56B10CA3C9DE}">
      <dgm:prSet/>
      <dgm:spPr/>
      <dgm:t>
        <a:bodyPr/>
        <a:lstStyle/>
        <a:p>
          <a:endParaRPr lang="de-DE" sz="2400"/>
        </a:p>
      </dgm:t>
    </dgm:pt>
    <dgm:pt modelId="{F633C0E3-B5AF-4F47-8203-35904A063906}">
      <dgm:prSet custT="1"/>
      <dgm:spPr/>
      <dgm:t>
        <a:bodyPr/>
        <a:lstStyle/>
        <a:p>
          <a:r>
            <a:rPr lang="de-DE" sz="1000" b="1" dirty="0"/>
            <a:t>1977</a:t>
          </a:r>
          <a:r>
            <a:rPr lang="de-DE" sz="1000" dirty="0"/>
            <a:t> Babbage plant eine Maschine die Lochkarten verarbeitet</a:t>
          </a:r>
        </a:p>
      </dgm:t>
    </dgm:pt>
    <dgm:pt modelId="{5363D8AE-2DC5-4247-B64F-AAEB27A2779D}" type="parTrans" cxnId="{D10B3D4C-B1D8-4592-A03A-150519B77CCC}">
      <dgm:prSet/>
      <dgm:spPr/>
      <dgm:t>
        <a:bodyPr/>
        <a:lstStyle/>
        <a:p>
          <a:endParaRPr lang="de-DE" sz="2400"/>
        </a:p>
      </dgm:t>
    </dgm:pt>
    <dgm:pt modelId="{E557B59C-B29B-44BE-A1AF-365D2B02E708}" type="sibTrans" cxnId="{D10B3D4C-B1D8-4592-A03A-150519B77CCC}">
      <dgm:prSet/>
      <dgm:spPr/>
      <dgm:t>
        <a:bodyPr/>
        <a:lstStyle/>
        <a:p>
          <a:endParaRPr lang="de-DE" sz="2400"/>
        </a:p>
      </dgm:t>
    </dgm:pt>
    <dgm:pt modelId="{D0834FF9-A7AD-4A91-A1D1-D7AF078FD924}">
      <dgm:prSet custT="1"/>
      <dgm:spPr/>
      <dgm:t>
        <a:bodyPr/>
        <a:lstStyle/>
        <a:p>
          <a:r>
            <a:rPr lang="de-DE" sz="1000" b="1" dirty="0"/>
            <a:t>1993</a:t>
          </a:r>
          <a:r>
            <a:rPr lang="de-DE" sz="1000" dirty="0"/>
            <a:t> Page und </a:t>
          </a:r>
          <a:r>
            <a:rPr lang="de-DE" sz="1000" dirty="0" err="1"/>
            <a:t>Brin</a:t>
          </a:r>
          <a:r>
            <a:rPr lang="de-DE" sz="1000" dirty="0"/>
            <a:t> entwickeln kontextsens. Suchmaschine</a:t>
          </a:r>
        </a:p>
      </dgm:t>
    </dgm:pt>
    <dgm:pt modelId="{86BFF7A2-4D5E-4EBD-89AA-411A16CB80A0}" type="parTrans" cxnId="{612BB03B-8026-479D-AB9C-D8C3DAA00016}">
      <dgm:prSet/>
      <dgm:spPr/>
      <dgm:t>
        <a:bodyPr/>
        <a:lstStyle/>
        <a:p>
          <a:endParaRPr lang="de-DE" sz="2400"/>
        </a:p>
      </dgm:t>
    </dgm:pt>
    <dgm:pt modelId="{FE32E6E5-D4B0-4B83-9A94-DD380357F739}" type="sibTrans" cxnId="{612BB03B-8026-479D-AB9C-D8C3DAA00016}">
      <dgm:prSet/>
      <dgm:spPr/>
      <dgm:t>
        <a:bodyPr/>
        <a:lstStyle/>
        <a:p>
          <a:endParaRPr lang="de-DE" sz="2400"/>
        </a:p>
      </dgm:t>
    </dgm:pt>
    <dgm:pt modelId="{01349911-0DF0-4E12-B97F-C2D6FA1F55DC}">
      <dgm:prSet custT="1"/>
      <dgm:spPr/>
      <dgm:t>
        <a:bodyPr/>
        <a:lstStyle/>
        <a:p>
          <a:r>
            <a:rPr lang="de-DE" sz="1000" b="1"/>
            <a:t>1996</a:t>
          </a:r>
          <a:r>
            <a:rPr lang="de-DE" sz="1000"/>
            <a:t> Engelbart stellt erste PC-Maus vor</a:t>
          </a:r>
        </a:p>
      </dgm:t>
    </dgm:pt>
    <dgm:pt modelId="{BACA8119-73BA-4808-BECF-9CED17F07E18}" type="parTrans" cxnId="{5D353AFB-4CC3-491E-A611-3EC67A5BD761}">
      <dgm:prSet/>
      <dgm:spPr/>
      <dgm:t>
        <a:bodyPr/>
        <a:lstStyle/>
        <a:p>
          <a:endParaRPr lang="de-DE" sz="2400"/>
        </a:p>
      </dgm:t>
    </dgm:pt>
    <dgm:pt modelId="{55901EF2-5672-464F-B680-FC677E75298D}" type="sibTrans" cxnId="{5D353AFB-4CC3-491E-A611-3EC67A5BD761}">
      <dgm:prSet/>
      <dgm:spPr/>
      <dgm:t>
        <a:bodyPr/>
        <a:lstStyle/>
        <a:p>
          <a:endParaRPr lang="de-DE" sz="2400"/>
        </a:p>
      </dgm:t>
    </dgm:pt>
    <dgm:pt modelId="{4CD354F4-D492-4F6B-9115-39D5B3EBDF2B}">
      <dgm:prSet custT="1"/>
      <dgm:spPr/>
      <dgm:t>
        <a:bodyPr/>
        <a:lstStyle/>
        <a:p>
          <a:r>
            <a:rPr lang="de-DE" sz="1000" b="1"/>
            <a:t>2010</a:t>
          </a:r>
          <a:r>
            <a:rPr lang="de-DE" sz="1000"/>
            <a:t> Berners-Lee definiert die Internet-Standards</a:t>
          </a:r>
        </a:p>
      </dgm:t>
    </dgm:pt>
    <dgm:pt modelId="{F09F3848-9457-418B-880A-220B9D09C4C1}" type="parTrans" cxnId="{2BB39881-F9E1-40DB-B6F1-C49446C2A28D}">
      <dgm:prSet/>
      <dgm:spPr/>
      <dgm:t>
        <a:bodyPr/>
        <a:lstStyle/>
        <a:p>
          <a:endParaRPr lang="de-DE" sz="2400"/>
        </a:p>
      </dgm:t>
    </dgm:pt>
    <dgm:pt modelId="{D2074AEB-3DD2-4499-BFDB-2DA0B68DBDD0}" type="sibTrans" cxnId="{2BB39881-F9E1-40DB-B6F1-C49446C2A28D}">
      <dgm:prSet/>
      <dgm:spPr/>
      <dgm:t>
        <a:bodyPr/>
        <a:lstStyle/>
        <a:p>
          <a:endParaRPr lang="de-DE" sz="2400"/>
        </a:p>
      </dgm:t>
    </dgm:pt>
    <dgm:pt modelId="{A387F7A8-EB1A-4E78-B273-A2A9DB40D2BC}">
      <dgm:prSet custT="1"/>
      <dgm:spPr/>
      <dgm:t>
        <a:bodyPr/>
        <a:lstStyle/>
        <a:p>
          <a:r>
            <a:rPr lang="de-DE" sz="1000" b="1" dirty="0"/>
            <a:t>2020</a:t>
          </a:r>
          <a:r>
            <a:rPr lang="de-DE" sz="1000" dirty="0"/>
            <a:t> 442∗10^15 FLOP/s (</a:t>
          </a:r>
          <a:r>
            <a:rPr lang="de-DE" sz="1000" dirty="0" err="1"/>
            <a:t>Peta</a:t>
          </a:r>
          <a:r>
            <a:rPr lang="de-DE" sz="1000" dirty="0"/>
            <a:t>-FLOP; 442 Billiarden Op./Sek.) 7 Mill. CPU-Kerne; Vgl.: Intel i7 3,4 GHz -&gt; 102,5∗10^9 FLOP/s</a:t>
          </a:r>
        </a:p>
      </dgm:t>
    </dgm:pt>
    <dgm:pt modelId="{BB6DC1A6-3921-4C93-ACC5-0F033B483974}" type="parTrans" cxnId="{658EDF31-7F93-4DBA-8892-B75558F5D288}">
      <dgm:prSet/>
      <dgm:spPr/>
      <dgm:t>
        <a:bodyPr/>
        <a:lstStyle/>
        <a:p>
          <a:endParaRPr lang="de-DE" sz="2400"/>
        </a:p>
      </dgm:t>
    </dgm:pt>
    <dgm:pt modelId="{CD8F6908-1189-4EA6-9B7D-0AD26A8148A3}" type="sibTrans" cxnId="{658EDF31-7F93-4DBA-8892-B75558F5D288}">
      <dgm:prSet/>
      <dgm:spPr/>
      <dgm:t>
        <a:bodyPr/>
        <a:lstStyle/>
        <a:p>
          <a:endParaRPr lang="de-DE" sz="2400"/>
        </a:p>
      </dgm:t>
    </dgm:pt>
    <dgm:pt modelId="{31C24A3D-C263-4553-A37E-2B36D4946CD4}" type="pres">
      <dgm:prSet presAssocID="{0E90F690-D426-4E33-892E-94739BE0738E}" presName="diagram" presStyleCnt="0">
        <dgm:presLayoutVars>
          <dgm:dir/>
          <dgm:resizeHandles/>
        </dgm:presLayoutVars>
      </dgm:prSet>
      <dgm:spPr/>
    </dgm:pt>
    <dgm:pt modelId="{0ECD5711-E833-4243-98AB-98CF721D49ED}" type="pres">
      <dgm:prSet presAssocID="{457EC1C8-29AA-4FF5-9974-57787E96FF2F}" presName="firstNode" presStyleLbl="node1" presStyleIdx="0" presStyleCnt="12">
        <dgm:presLayoutVars>
          <dgm:bulletEnabled val="1"/>
        </dgm:presLayoutVars>
      </dgm:prSet>
      <dgm:spPr/>
    </dgm:pt>
    <dgm:pt modelId="{9B9E9901-01DE-4F44-9555-4D6BDB742BA7}" type="pres">
      <dgm:prSet presAssocID="{53EC50AC-268E-45F9-A2FD-30CF55587AE5}" presName="sibTrans" presStyleLbl="sibTrans2D1" presStyleIdx="0" presStyleCnt="11"/>
      <dgm:spPr/>
    </dgm:pt>
    <dgm:pt modelId="{60F29E54-4E0A-4556-992D-7A1D9845FA02}" type="pres">
      <dgm:prSet presAssocID="{54AA0F2F-D928-40A9-B0CC-285ECAECE843}" presName="middleNode" presStyleCnt="0"/>
      <dgm:spPr/>
    </dgm:pt>
    <dgm:pt modelId="{706277A2-F2B3-4104-B788-64D2D5A414E4}" type="pres">
      <dgm:prSet presAssocID="{54AA0F2F-D928-40A9-B0CC-285ECAECE843}" presName="padding" presStyleLbl="node1" presStyleIdx="0" presStyleCnt="12"/>
      <dgm:spPr/>
    </dgm:pt>
    <dgm:pt modelId="{DB3CC504-4ADB-4CEF-9DFE-F4D9860B3663}" type="pres">
      <dgm:prSet presAssocID="{54AA0F2F-D928-40A9-B0CC-285ECAECE843}" presName="shape" presStyleLbl="node1" presStyleIdx="1" presStyleCnt="12">
        <dgm:presLayoutVars>
          <dgm:bulletEnabled val="1"/>
        </dgm:presLayoutVars>
      </dgm:prSet>
      <dgm:spPr/>
    </dgm:pt>
    <dgm:pt modelId="{52215EEB-3B78-4DB8-B29C-035A7DBB7418}" type="pres">
      <dgm:prSet presAssocID="{9102944A-4AAA-4274-A910-FF23CC7C6758}" presName="sibTrans" presStyleLbl="sibTrans2D1" presStyleIdx="1" presStyleCnt="11"/>
      <dgm:spPr/>
    </dgm:pt>
    <dgm:pt modelId="{54DDBFF3-FD5A-45AF-B44F-7097CD8DB1E3}" type="pres">
      <dgm:prSet presAssocID="{AA7FDA19-001C-4FD2-A263-8380A0C993F2}" presName="middleNode" presStyleCnt="0"/>
      <dgm:spPr/>
    </dgm:pt>
    <dgm:pt modelId="{72167D91-60CB-4041-832C-3BE08C83025E}" type="pres">
      <dgm:prSet presAssocID="{AA7FDA19-001C-4FD2-A263-8380A0C993F2}" presName="padding" presStyleLbl="node1" presStyleIdx="1" presStyleCnt="12"/>
      <dgm:spPr/>
    </dgm:pt>
    <dgm:pt modelId="{88A8F063-62D1-43C0-A14B-A59C9AEB678B}" type="pres">
      <dgm:prSet presAssocID="{AA7FDA19-001C-4FD2-A263-8380A0C993F2}" presName="shape" presStyleLbl="node1" presStyleIdx="2" presStyleCnt="12">
        <dgm:presLayoutVars>
          <dgm:bulletEnabled val="1"/>
        </dgm:presLayoutVars>
      </dgm:prSet>
      <dgm:spPr/>
    </dgm:pt>
    <dgm:pt modelId="{AA8B3254-F12F-4844-AF11-12C226B85C14}" type="pres">
      <dgm:prSet presAssocID="{651ACCDE-5E34-48F1-8F3C-15C057ED6F74}" presName="sibTrans" presStyleLbl="sibTrans2D1" presStyleIdx="2" presStyleCnt="11"/>
      <dgm:spPr/>
    </dgm:pt>
    <dgm:pt modelId="{3AE3BDE5-5375-430F-9E66-C562ED47B2AD}" type="pres">
      <dgm:prSet presAssocID="{7B11657C-CAC1-44DF-8D72-8B5DE903D9AE}" presName="middleNode" presStyleCnt="0"/>
      <dgm:spPr/>
    </dgm:pt>
    <dgm:pt modelId="{A27047F5-B859-4FBB-B19C-0F4863729538}" type="pres">
      <dgm:prSet presAssocID="{7B11657C-CAC1-44DF-8D72-8B5DE903D9AE}" presName="padding" presStyleLbl="node1" presStyleIdx="2" presStyleCnt="12"/>
      <dgm:spPr/>
    </dgm:pt>
    <dgm:pt modelId="{D097E843-9177-477A-851D-AD6D78AF45CC}" type="pres">
      <dgm:prSet presAssocID="{7B11657C-CAC1-44DF-8D72-8B5DE903D9AE}" presName="shape" presStyleLbl="node1" presStyleIdx="3" presStyleCnt="12" custScaleX="125274" custScaleY="125274">
        <dgm:presLayoutVars>
          <dgm:bulletEnabled val="1"/>
        </dgm:presLayoutVars>
      </dgm:prSet>
      <dgm:spPr/>
    </dgm:pt>
    <dgm:pt modelId="{CD96D0B2-5B1A-45E3-BD96-8642E0A79634}" type="pres">
      <dgm:prSet presAssocID="{27908DB9-A89A-4028-A71D-C997F8E3ABC4}" presName="sibTrans" presStyleLbl="sibTrans2D1" presStyleIdx="3" presStyleCnt="11"/>
      <dgm:spPr/>
    </dgm:pt>
    <dgm:pt modelId="{2D85897C-C050-468B-806F-1ACF6A2B944A}" type="pres">
      <dgm:prSet presAssocID="{1B71DB53-C94A-4EF3-B895-5BA2FCA2A63C}" presName="middleNode" presStyleCnt="0"/>
      <dgm:spPr/>
    </dgm:pt>
    <dgm:pt modelId="{834E27A8-6F14-4C35-BB43-5557FEA63867}" type="pres">
      <dgm:prSet presAssocID="{1B71DB53-C94A-4EF3-B895-5BA2FCA2A63C}" presName="padding" presStyleLbl="node1" presStyleIdx="3" presStyleCnt="12"/>
      <dgm:spPr/>
    </dgm:pt>
    <dgm:pt modelId="{D0FF1B78-9DA1-4EAD-A0FE-CF4C3EC45EB9}" type="pres">
      <dgm:prSet presAssocID="{1B71DB53-C94A-4EF3-B895-5BA2FCA2A63C}" presName="shape" presStyleLbl="node1" presStyleIdx="4" presStyleCnt="12">
        <dgm:presLayoutVars>
          <dgm:bulletEnabled val="1"/>
        </dgm:presLayoutVars>
      </dgm:prSet>
      <dgm:spPr/>
    </dgm:pt>
    <dgm:pt modelId="{CB9660D7-52D1-42B2-A02A-9823BA219F25}" type="pres">
      <dgm:prSet presAssocID="{B3D93374-7CFB-45A8-BA63-5BF052D6F2A8}" presName="sibTrans" presStyleLbl="sibTrans2D1" presStyleIdx="4" presStyleCnt="11"/>
      <dgm:spPr/>
    </dgm:pt>
    <dgm:pt modelId="{E414D9C6-ED03-41F8-8A0E-CCAE06257B5B}" type="pres">
      <dgm:prSet presAssocID="{E1CB411B-DE0D-4774-846F-8EF4B84C2173}" presName="middleNode" presStyleCnt="0"/>
      <dgm:spPr/>
    </dgm:pt>
    <dgm:pt modelId="{FD38F50A-C670-46FF-9679-F44781CEE01C}" type="pres">
      <dgm:prSet presAssocID="{E1CB411B-DE0D-4774-846F-8EF4B84C2173}" presName="padding" presStyleLbl="node1" presStyleIdx="4" presStyleCnt="12"/>
      <dgm:spPr/>
    </dgm:pt>
    <dgm:pt modelId="{CF010C21-15E3-476C-8A16-738B92E0E7C0}" type="pres">
      <dgm:prSet presAssocID="{E1CB411B-DE0D-4774-846F-8EF4B84C2173}" presName="shape" presStyleLbl="node1" presStyleIdx="5" presStyleCnt="12" custScaleX="138382" custScaleY="138382">
        <dgm:presLayoutVars>
          <dgm:bulletEnabled val="1"/>
        </dgm:presLayoutVars>
      </dgm:prSet>
      <dgm:spPr/>
    </dgm:pt>
    <dgm:pt modelId="{93B4736D-CCE0-45B9-8C8F-5533B1A0459A}" type="pres">
      <dgm:prSet presAssocID="{4DA58FB0-8556-46B6-ADE3-D04EBCF834D5}" presName="sibTrans" presStyleLbl="sibTrans2D1" presStyleIdx="5" presStyleCnt="11"/>
      <dgm:spPr/>
    </dgm:pt>
    <dgm:pt modelId="{7C877B92-9D5A-4779-BA4F-AF0D8F38EA3C}" type="pres">
      <dgm:prSet presAssocID="{0725735A-9C81-4D7F-894E-E289B4AB5581}" presName="middleNode" presStyleCnt="0"/>
      <dgm:spPr/>
    </dgm:pt>
    <dgm:pt modelId="{42E91540-19A8-4957-BDA4-85A932E0BC73}" type="pres">
      <dgm:prSet presAssocID="{0725735A-9C81-4D7F-894E-E289B4AB5581}" presName="padding" presStyleLbl="node1" presStyleIdx="5" presStyleCnt="12"/>
      <dgm:spPr/>
    </dgm:pt>
    <dgm:pt modelId="{178B4596-5B86-4D69-9EC2-E806F5332988}" type="pres">
      <dgm:prSet presAssocID="{0725735A-9C81-4D7F-894E-E289B4AB5581}" presName="shape" presStyleLbl="node1" presStyleIdx="6" presStyleCnt="12" custScaleX="132959" custScaleY="132959">
        <dgm:presLayoutVars>
          <dgm:bulletEnabled val="1"/>
        </dgm:presLayoutVars>
      </dgm:prSet>
      <dgm:spPr/>
    </dgm:pt>
    <dgm:pt modelId="{17915E4B-0EF7-4F89-9086-0AD5404E9758}" type="pres">
      <dgm:prSet presAssocID="{7828F1B4-9B98-4925-9284-C97D84E3CADD}" presName="sibTrans" presStyleLbl="sibTrans2D1" presStyleIdx="6" presStyleCnt="11"/>
      <dgm:spPr/>
    </dgm:pt>
    <dgm:pt modelId="{AB62F1A3-B47F-4099-8EAA-0D310B8A4F02}" type="pres">
      <dgm:prSet presAssocID="{F633C0E3-B5AF-4F47-8203-35904A063906}" presName="middleNode" presStyleCnt="0"/>
      <dgm:spPr/>
    </dgm:pt>
    <dgm:pt modelId="{BDDF7BED-37C9-46AD-A48B-7C17723B8424}" type="pres">
      <dgm:prSet presAssocID="{F633C0E3-B5AF-4F47-8203-35904A063906}" presName="padding" presStyleLbl="node1" presStyleIdx="6" presStyleCnt="12"/>
      <dgm:spPr/>
    </dgm:pt>
    <dgm:pt modelId="{9475DD0B-AB9C-4948-9222-47BA0813BC62}" type="pres">
      <dgm:prSet presAssocID="{F633C0E3-B5AF-4F47-8203-35904A063906}" presName="shape" presStyleLbl="node1" presStyleIdx="7" presStyleCnt="12" custScaleX="130430" custScaleY="130429">
        <dgm:presLayoutVars>
          <dgm:bulletEnabled val="1"/>
        </dgm:presLayoutVars>
      </dgm:prSet>
      <dgm:spPr/>
    </dgm:pt>
    <dgm:pt modelId="{E5C4FF49-12B8-4EFB-AFB1-05750C152C1C}" type="pres">
      <dgm:prSet presAssocID="{E557B59C-B29B-44BE-A1AF-365D2B02E708}" presName="sibTrans" presStyleLbl="sibTrans2D1" presStyleIdx="7" presStyleCnt="11"/>
      <dgm:spPr/>
    </dgm:pt>
    <dgm:pt modelId="{7390DD9B-E6BE-49CA-9B9D-15BEAAC11F9C}" type="pres">
      <dgm:prSet presAssocID="{D0834FF9-A7AD-4A91-A1D1-D7AF078FD924}" presName="middleNode" presStyleCnt="0"/>
      <dgm:spPr/>
    </dgm:pt>
    <dgm:pt modelId="{155A6862-0D2A-49B3-BF62-71B24771C78F}" type="pres">
      <dgm:prSet presAssocID="{D0834FF9-A7AD-4A91-A1D1-D7AF078FD924}" presName="padding" presStyleLbl="node1" presStyleIdx="7" presStyleCnt="12"/>
      <dgm:spPr/>
    </dgm:pt>
    <dgm:pt modelId="{C26ED803-6611-4F20-8CC7-587C92ECE2A3}" type="pres">
      <dgm:prSet presAssocID="{D0834FF9-A7AD-4A91-A1D1-D7AF078FD924}" presName="shape" presStyleLbl="node1" presStyleIdx="8" presStyleCnt="12" custScaleX="126515" custScaleY="126515">
        <dgm:presLayoutVars>
          <dgm:bulletEnabled val="1"/>
        </dgm:presLayoutVars>
      </dgm:prSet>
      <dgm:spPr/>
    </dgm:pt>
    <dgm:pt modelId="{63E572A5-AD5C-4890-9D51-4A3F1CED52FE}" type="pres">
      <dgm:prSet presAssocID="{FE32E6E5-D4B0-4B83-9A94-DD380357F739}" presName="sibTrans" presStyleLbl="sibTrans2D1" presStyleIdx="8" presStyleCnt="11"/>
      <dgm:spPr/>
    </dgm:pt>
    <dgm:pt modelId="{B2440DAC-C0E7-440A-AF9C-6B9F24AB1987}" type="pres">
      <dgm:prSet presAssocID="{01349911-0DF0-4E12-B97F-C2D6FA1F55DC}" presName="middleNode" presStyleCnt="0"/>
      <dgm:spPr/>
    </dgm:pt>
    <dgm:pt modelId="{B35EC198-036D-4E1A-95BE-F58CA0CF6CBE}" type="pres">
      <dgm:prSet presAssocID="{01349911-0DF0-4E12-B97F-C2D6FA1F55DC}" presName="padding" presStyleLbl="node1" presStyleIdx="8" presStyleCnt="12"/>
      <dgm:spPr/>
    </dgm:pt>
    <dgm:pt modelId="{DBED5A8B-CADC-4F94-8C12-AF7459E8EE14}" type="pres">
      <dgm:prSet presAssocID="{01349911-0DF0-4E12-B97F-C2D6FA1F55DC}" presName="shape" presStyleLbl="node1" presStyleIdx="9" presStyleCnt="12">
        <dgm:presLayoutVars>
          <dgm:bulletEnabled val="1"/>
        </dgm:presLayoutVars>
      </dgm:prSet>
      <dgm:spPr/>
    </dgm:pt>
    <dgm:pt modelId="{AA71F8ED-EF19-47DB-9105-EF9DB9F859F2}" type="pres">
      <dgm:prSet presAssocID="{55901EF2-5672-464F-B680-FC677E75298D}" presName="sibTrans" presStyleLbl="sibTrans2D1" presStyleIdx="9" presStyleCnt="11"/>
      <dgm:spPr/>
    </dgm:pt>
    <dgm:pt modelId="{253C8F0A-D21C-4368-826B-41FA2D51B991}" type="pres">
      <dgm:prSet presAssocID="{4CD354F4-D492-4F6B-9115-39D5B3EBDF2B}" presName="middleNode" presStyleCnt="0"/>
      <dgm:spPr/>
    </dgm:pt>
    <dgm:pt modelId="{4EC680C8-8D63-4DE7-B328-F9DDF4FA7626}" type="pres">
      <dgm:prSet presAssocID="{4CD354F4-D492-4F6B-9115-39D5B3EBDF2B}" presName="padding" presStyleLbl="node1" presStyleIdx="9" presStyleCnt="12"/>
      <dgm:spPr/>
    </dgm:pt>
    <dgm:pt modelId="{F3D257C9-2C9E-402F-A949-3CBB145867F2}" type="pres">
      <dgm:prSet presAssocID="{4CD354F4-D492-4F6B-9115-39D5B3EBDF2B}" presName="shape" presStyleLbl="node1" presStyleIdx="10" presStyleCnt="12" custScaleX="121756" custScaleY="121756">
        <dgm:presLayoutVars>
          <dgm:bulletEnabled val="1"/>
        </dgm:presLayoutVars>
      </dgm:prSet>
      <dgm:spPr/>
    </dgm:pt>
    <dgm:pt modelId="{50F6FD7F-34D3-4AE8-888F-5CF8CBFA3327}" type="pres">
      <dgm:prSet presAssocID="{D2074AEB-3DD2-4499-BFDB-2DA0B68DBDD0}" presName="sibTrans" presStyleLbl="sibTrans2D1" presStyleIdx="10" presStyleCnt="11"/>
      <dgm:spPr/>
    </dgm:pt>
    <dgm:pt modelId="{2E44343E-6280-40CE-98AD-1A9260D35F80}" type="pres">
      <dgm:prSet presAssocID="{A387F7A8-EB1A-4E78-B273-A2A9DB40D2BC}" presName="lastNode" presStyleLbl="node1" presStyleIdx="11" presStyleCnt="12" custScaleX="118467" custScaleY="118467">
        <dgm:presLayoutVars>
          <dgm:bulletEnabled val="1"/>
        </dgm:presLayoutVars>
      </dgm:prSet>
      <dgm:spPr/>
    </dgm:pt>
  </dgm:ptLst>
  <dgm:cxnLst>
    <dgm:cxn modelId="{25E8D404-3E00-4D3F-8EFE-F266B53F1265}" type="presOf" srcId="{7B11657C-CAC1-44DF-8D72-8B5DE903D9AE}" destId="{D097E843-9177-477A-851D-AD6D78AF45CC}" srcOrd="0" destOrd="0" presId="urn:microsoft.com/office/officeart/2005/8/layout/bProcess2"/>
    <dgm:cxn modelId="{99193A29-85FD-4915-A82E-4DDA2E3DF276}" srcId="{0E90F690-D426-4E33-892E-94739BE0738E}" destId="{1B71DB53-C94A-4EF3-B895-5BA2FCA2A63C}" srcOrd="4" destOrd="0" parTransId="{9FAEF531-ED14-40E2-83AB-1195374F1C75}" sibTransId="{B3D93374-7CFB-45A8-BA63-5BF052D6F2A8}"/>
    <dgm:cxn modelId="{C92B942C-5039-4DA4-B930-759AD651BADF}" type="presOf" srcId="{651ACCDE-5E34-48F1-8F3C-15C057ED6F74}" destId="{AA8B3254-F12F-4844-AF11-12C226B85C14}" srcOrd="0" destOrd="0" presId="urn:microsoft.com/office/officeart/2005/8/layout/bProcess2"/>
    <dgm:cxn modelId="{8B24A42E-D133-4F19-84C0-AD50713C8275}" srcId="{0E90F690-D426-4E33-892E-94739BE0738E}" destId="{457EC1C8-29AA-4FF5-9974-57787E96FF2F}" srcOrd="0" destOrd="0" parTransId="{13178C39-2C55-4B57-83B1-D4F3D4A34AC7}" sibTransId="{53EC50AC-268E-45F9-A2FD-30CF55587AE5}"/>
    <dgm:cxn modelId="{88674F2F-3C1D-4BB3-B477-D62726D4717C}" type="presOf" srcId="{4CD354F4-D492-4F6B-9115-39D5B3EBDF2B}" destId="{F3D257C9-2C9E-402F-A949-3CBB145867F2}" srcOrd="0" destOrd="0" presId="urn:microsoft.com/office/officeart/2005/8/layout/bProcess2"/>
    <dgm:cxn modelId="{33A8BA31-4435-4550-88E9-D1D2F69F6C5D}" type="presOf" srcId="{0725735A-9C81-4D7F-894E-E289B4AB5581}" destId="{178B4596-5B86-4D69-9EC2-E806F5332988}" srcOrd="0" destOrd="0" presId="urn:microsoft.com/office/officeart/2005/8/layout/bProcess2"/>
    <dgm:cxn modelId="{658EDF31-7F93-4DBA-8892-B75558F5D288}" srcId="{0E90F690-D426-4E33-892E-94739BE0738E}" destId="{A387F7A8-EB1A-4E78-B273-A2A9DB40D2BC}" srcOrd="11" destOrd="0" parTransId="{BB6DC1A6-3921-4C93-ACC5-0F033B483974}" sibTransId="{CD8F6908-1189-4EA6-9B7D-0AD26A8148A3}"/>
    <dgm:cxn modelId="{C016C435-61ED-4510-9905-9D272EFD9F0B}" type="presOf" srcId="{1B71DB53-C94A-4EF3-B895-5BA2FCA2A63C}" destId="{D0FF1B78-9DA1-4EAD-A0FE-CF4C3EC45EB9}" srcOrd="0" destOrd="0" presId="urn:microsoft.com/office/officeart/2005/8/layout/bProcess2"/>
    <dgm:cxn modelId="{612BB03B-8026-479D-AB9C-D8C3DAA00016}" srcId="{0E90F690-D426-4E33-892E-94739BE0738E}" destId="{D0834FF9-A7AD-4A91-A1D1-D7AF078FD924}" srcOrd="8" destOrd="0" parTransId="{86BFF7A2-4D5E-4EBD-89AA-411A16CB80A0}" sibTransId="{FE32E6E5-D4B0-4B83-9A94-DD380357F739}"/>
    <dgm:cxn modelId="{9683A33C-9D44-46DC-BBFA-C8A450ECD74B}" type="presOf" srcId="{E1CB411B-DE0D-4774-846F-8EF4B84C2173}" destId="{CF010C21-15E3-476C-8A16-738B92E0E7C0}" srcOrd="0" destOrd="0" presId="urn:microsoft.com/office/officeart/2005/8/layout/bProcess2"/>
    <dgm:cxn modelId="{6D74E75C-69A7-4425-A545-240304BBE1DC}" type="presOf" srcId="{A387F7A8-EB1A-4E78-B273-A2A9DB40D2BC}" destId="{2E44343E-6280-40CE-98AD-1A9260D35F80}" srcOrd="0" destOrd="0" presId="urn:microsoft.com/office/officeart/2005/8/layout/bProcess2"/>
    <dgm:cxn modelId="{85C98966-16E3-4052-BB5B-B65136FAE287}" type="presOf" srcId="{4DA58FB0-8556-46B6-ADE3-D04EBCF834D5}" destId="{93B4736D-CCE0-45B9-8C8F-5533B1A0459A}" srcOrd="0" destOrd="0" presId="urn:microsoft.com/office/officeart/2005/8/layout/bProcess2"/>
    <dgm:cxn modelId="{F6493568-ADEE-4070-BEC0-5C5A788DCEFA}" type="presOf" srcId="{F633C0E3-B5AF-4F47-8203-35904A063906}" destId="{9475DD0B-AB9C-4948-9222-47BA0813BC62}" srcOrd="0" destOrd="0" presId="urn:microsoft.com/office/officeart/2005/8/layout/bProcess2"/>
    <dgm:cxn modelId="{814BB94A-05DC-4FC5-8396-783B1A9F6395}" type="presOf" srcId="{9102944A-4AAA-4274-A910-FF23CC7C6758}" destId="{52215EEB-3B78-4DB8-B29C-035A7DBB7418}" srcOrd="0" destOrd="0" presId="urn:microsoft.com/office/officeart/2005/8/layout/bProcess2"/>
    <dgm:cxn modelId="{D10B3D4C-B1D8-4592-A03A-150519B77CCC}" srcId="{0E90F690-D426-4E33-892E-94739BE0738E}" destId="{F633C0E3-B5AF-4F47-8203-35904A063906}" srcOrd="7" destOrd="0" parTransId="{5363D8AE-2DC5-4247-B64F-AAEB27A2779D}" sibTransId="{E557B59C-B29B-44BE-A1AF-365D2B02E708}"/>
    <dgm:cxn modelId="{2C622C4F-77DE-4AC4-AA30-08D59E44B4E5}" type="presOf" srcId="{54AA0F2F-D928-40A9-B0CC-285ECAECE843}" destId="{DB3CC504-4ADB-4CEF-9DFE-F4D9860B3663}" srcOrd="0" destOrd="0" presId="urn:microsoft.com/office/officeart/2005/8/layout/bProcess2"/>
    <dgm:cxn modelId="{6DC3FF6F-585E-4FD7-9DAC-FBCBDB8F6987}" type="presOf" srcId="{53EC50AC-268E-45F9-A2FD-30CF55587AE5}" destId="{9B9E9901-01DE-4F44-9555-4D6BDB742BA7}" srcOrd="0" destOrd="0" presId="urn:microsoft.com/office/officeart/2005/8/layout/bProcess2"/>
    <dgm:cxn modelId="{00809D75-0E80-4FEF-8333-5E07CAB443CD}" type="presOf" srcId="{01349911-0DF0-4E12-B97F-C2D6FA1F55DC}" destId="{DBED5A8B-CADC-4F94-8C12-AF7459E8EE14}" srcOrd="0" destOrd="0" presId="urn:microsoft.com/office/officeart/2005/8/layout/bProcess2"/>
    <dgm:cxn modelId="{AC05F85A-6617-4330-8724-A517B2F18725}" type="presOf" srcId="{0E90F690-D426-4E33-892E-94739BE0738E}" destId="{31C24A3D-C263-4553-A37E-2B36D4946CD4}" srcOrd="0" destOrd="0" presId="urn:microsoft.com/office/officeart/2005/8/layout/bProcess2"/>
    <dgm:cxn modelId="{8A13C17C-2622-4D63-A2E2-AEB8489F5033}" type="presOf" srcId="{AA7FDA19-001C-4FD2-A263-8380A0C993F2}" destId="{88A8F063-62D1-43C0-A14B-A59C9AEB678B}" srcOrd="0" destOrd="0" presId="urn:microsoft.com/office/officeart/2005/8/layout/bProcess2"/>
    <dgm:cxn modelId="{2BB39881-F9E1-40DB-B6F1-C49446C2A28D}" srcId="{0E90F690-D426-4E33-892E-94739BE0738E}" destId="{4CD354F4-D492-4F6B-9115-39D5B3EBDF2B}" srcOrd="10" destOrd="0" parTransId="{F09F3848-9457-418B-880A-220B9D09C4C1}" sibTransId="{D2074AEB-3DD2-4499-BFDB-2DA0B68DBDD0}"/>
    <dgm:cxn modelId="{12D4BD83-D840-47FC-81C6-4F821C6EB7E6}" type="presOf" srcId="{7828F1B4-9B98-4925-9284-C97D84E3CADD}" destId="{17915E4B-0EF7-4F89-9086-0AD5404E9758}" srcOrd="0" destOrd="0" presId="urn:microsoft.com/office/officeart/2005/8/layout/bProcess2"/>
    <dgm:cxn modelId="{4E93398F-3078-467C-BCA1-DC5F515B42F9}" type="presOf" srcId="{457EC1C8-29AA-4FF5-9974-57787E96FF2F}" destId="{0ECD5711-E833-4243-98AB-98CF721D49ED}" srcOrd="0" destOrd="0" presId="urn:microsoft.com/office/officeart/2005/8/layout/bProcess2"/>
    <dgm:cxn modelId="{2DFC2396-9B3E-4B40-9F5C-2665AFE4D00E}" type="presOf" srcId="{FE32E6E5-D4B0-4B83-9A94-DD380357F739}" destId="{63E572A5-AD5C-4890-9D51-4A3F1CED52FE}" srcOrd="0" destOrd="0" presId="urn:microsoft.com/office/officeart/2005/8/layout/bProcess2"/>
    <dgm:cxn modelId="{0B069399-6B8E-47F1-B0AB-1937F9031BD2}" srcId="{0E90F690-D426-4E33-892E-94739BE0738E}" destId="{7B11657C-CAC1-44DF-8D72-8B5DE903D9AE}" srcOrd="3" destOrd="0" parTransId="{9D8AD224-1069-4A79-98CC-B8B005E39FF9}" sibTransId="{27908DB9-A89A-4028-A71D-C997F8E3ABC4}"/>
    <dgm:cxn modelId="{5ADB5D9C-11CD-4B04-89EE-A08C04DA2493}" srcId="{0E90F690-D426-4E33-892E-94739BE0738E}" destId="{AA7FDA19-001C-4FD2-A263-8380A0C993F2}" srcOrd="2" destOrd="0" parTransId="{C2FAB9E8-F57C-4C78-97F5-C9F03478BE40}" sibTransId="{651ACCDE-5E34-48F1-8F3C-15C057ED6F74}"/>
    <dgm:cxn modelId="{D5D6F3AA-F5D2-4CD8-9ABF-FCA8E6B30422}" type="presOf" srcId="{D2074AEB-3DD2-4499-BFDB-2DA0B68DBDD0}" destId="{50F6FD7F-34D3-4AE8-888F-5CF8CBFA3327}" srcOrd="0" destOrd="0" presId="urn:microsoft.com/office/officeart/2005/8/layout/bProcess2"/>
    <dgm:cxn modelId="{582288BC-B4EC-4A2F-B0B9-43D8720C6DDE}" type="presOf" srcId="{27908DB9-A89A-4028-A71D-C997F8E3ABC4}" destId="{CD96D0B2-5B1A-45E3-BD96-8642E0A79634}" srcOrd="0" destOrd="0" presId="urn:microsoft.com/office/officeart/2005/8/layout/bProcess2"/>
    <dgm:cxn modelId="{BE0D59BF-F5C3-4BB5-AA61-56B10CA3C9DE}" srcId="{0E90F690-D426-4E33-892E-94739BE0738E}" destId="{0725735A-9C81-4D7F-894E-E289B4AB5581}" srcOrd="6" destOrd="0" parTransId="{E6D82E35-06F0-49AB-B400-8D83D6FF61CE}" sibTransId="{7828F1B4-9B98-4925-9284-C97D84E3CADD}"/>
    <dgm:cxn modelId="{11D526CC-2338-41D0-96B7-EEC52DA44616}" type="presOf" srcId="{55901EF2-5672-464F-B680-FC677E75298D}" destId="{AA71F8ED-EF19-47DB-9105-EF9DB9F859F2}" srcOrd="0" destOrd="0" presId="urn:microsoft.com/office/officeart/2005/8/layout/bProcess2"/>
    <dgm:cxn modelId="{C5EF7ED2-2727-47F2-AA95-D55A0F8834C7}" type="presOf" srcId="{E557B59C-B29B-44BE-A1AF-365D2B02E708}" destId="{E5C4FF49-12B8-4EFB-AFB1-05750C152C1C}" srcOrd="0" destOrd="0" presId="urn:microsoft.com/office/officeart/2005/8/layout/bProcess2"/>
    <dgm:cxn modelId="{4637BED5-F3BA-46D5-ACF9-1CDCEFA99DCF}" type="presOf" srcId="{D0834FF9-A7AD-4A91-A1D1-D7AF078FD924}" destId="{C26ED803-6611-4F20-8CC7-587C92ECE2A3}" srcOrd="0" destOrd="0" presId="urn:microsoft.com/office/officeart/2005/8/layout/bProcess2"/>
    <dgm:cxn modelId="{01687DDD-B4E1-4700-875A-5EC485D97F04}" srcId="{0E90F690-D426-4E33-892E-94739BE0738E}" destId="{E1CB411B-DE0D-4774-846F-8EF4B84C2173}" srcOrd="5" destOrd="0" parTransId="{03FD88D3-5384-4278-BB2E-0555A208BC70}" sibTransId="{4DA58FB0-8556-46B6-ADE3-D04EBCF834D5}"/>
    <dgm:cxn modelId="{507DBBE3-D493-45DB-BC14-5A8E3F562AD6}" type="presOf" srcId="{B3D93374-7CFB-45A8-BA63-5BF052D6F2A8}" destId="{CB9660D7-52D1-42B2-A02A-9823BA219F25}" srcOrd="0" destOrd="0" presId="urn:microsoft.com/office/officeart/2005/8/layout/bProcess2"/>
    <dgm:cxn modelId="{2A1541E8-FA82-4DF3-8502-D9D86B8118EE}" srcId="{0E90F690-D426-4E33-892E-94739BE0738E}" destId="{54AA0F2F-D928-40A9-B0CC-285ECAECE843}" srcOrd="1" destOrd="0" parTransId="{877682D2-1ED0-406E-8B0A-132EEBE15D3A}" sibTransId="{9102944A-4AAA-4274-A910-FF23CC7C6758}"/>
    <dgm:cxn modelId="{5D353AFB-4CC3-491E-A611-3EC67A5BD761}" srcId="{0E90F690-D426-4E33-892E-94739BE0738E}" destId="{01349911-0DF0-4E12-B97F-C2D6FA1F55DC}" srcOrd="9" destOrd="0" parTransId="{BACA8119-73BA-4808-BECF-9CED17F07E18}" sibTransId="{55901EF2-5672-464F-B680-FC677E75298D}"/>
    <dgm:cxn modelId="{A7D83683-D393-4F6A-8CC5-82EEFDDC98A5}" type="presParOf" srcId="{31C24A3D-C263-4553-A37E-2B36D4946CD4}" destId="{0ECD5711-E833-4243-98AB-98CF721D49ED}" srcOrd="0" destOrd="0" presId="urn:microsoft.com/office/officeart/2005/8/layout/bProcess2"/>
    <dgm:cxn modelId="{C0E7FD96-E2AF-4006-9C8C-AC2005D51439}" type="presParOf" srcId="{31C24A3D-C263-4553-A37E-2B36D4946CD4}" destId="{9B9E9901-01DE-4F44-9555-4D6BDB742BA7}" srcOrd="1" destOrd="0" presId="urn:microsoft.com/office/officeart/2005/8/layout/bProcess2"/>
    <dgm:cxn modelId="{277E7A83-82E8-4D88-B37D-44D48EB65A91}" type="presParOf" srcId="{31C24A3D-C263-4553-A37E-2B36D4946CD4}" destId="{60F29E54-4E0A-4556-992D-7A1D9845FA02}" srcOrd="2" destOrd="0" presId="urn:microsoft.com/office/officeart/2005/8/layout/bProcess2"/>
    <dgm:cxn modelId="{E978C4AC-F262-48A2-9486-B7BFDD22FC2D}" type="presParOf" srcId="{60F29E54-4E0A-4556-992D-7A1D9845FA02}" destId="{706277A2-F2B3-4104-B788-64D2D5A414E4}" srcOrd="0" destOrd="0" presId="urn:microsoft.com/office/officeart/2005/8/layout/bProcess2"/>
    <dgm:cxn modelId="{F2DC93A0-9F0D-42A3-87A1-161A6FFEFA58}" type="presParOf" srcId="{60F29E54-4E0A-4556-992D-7A1D9845FA02}" destId="{DB3CC504-4ADB-4CEF-9DFE-F4D9860B3663}" srcOrd="1" destOrd="0" presId="urn:microsoft.com/office/officeart/2005/8/layout/bProcess2"/>
    <dgm:cxn modelId="{A5A6D57B-DE3A-4DF0-8797-FF1A85A259AD}" type="presParOf" srcId="{31C24A3D-C263-4553-A37E-2B36D4946CD4}" destId="{52215EEB-3B78-4DB8-B29C-035A7DBB7418}" srcOrd="3" destOrd="0" presId="urn:microsoft.com/office/officeart/2005/8/layout/bProcess2"/>
    <dgm:cxn modelId="{0F015905-8694-4882-B1BA-C8EEA63F2977}" type="presParOf" srcId="{31C24A3D-C263-4553-A37E-2B36D4946CD4}" destId="{54DDBFF3-FD5A-45AF-B44F-7097CD8DB1E3}" srcOrd="4" destOrd="0" presId="urn:microsoft.com/office/officeart/2005/8/layout/bProcess2"/>
    <dgm:cxn modelId="{6A06FB67-A587-4178-A47F-2851EEABAA1F}" type="presParOf" srcId="{54DDBFF3-FD5A-45AF-B44F-7097CD8DB1E3}" destId="{72167D91-60CB-4041-832C-3BE08C83025E}" srcOrd="0" destOrd="0" presId="urn:microsoft.com/office/officeart/2005/8/layout/bProcess2"/>
    <dgm:cxn modelId="{72383BBF-F886-4F8A-B676-8E94FB743D95}" type="presParOf" srcId="{54DDBFF3-FD5A-45AF-B44F-7097CD8DB1E3}" destId="{88A8F063-62D1-43C0-A14B-A59C9AEB678B}" srcOrd="1" destOrd="0" presId="urn:microsoft.com/office/officeart/2005/8/layout/bProcess2"/>
    <dgm:cxn modelId="{26086731-CE27-4742-97FA-45CDA8B7EED3}" type="presParOf" srcId="{31C24A3D-C263-4553-A37E-2B36D4946CD4}" destId="{AA8B3254-F12F-4844-AF11-12C226B85C14}" srcOrd="5" destOrd="0" presId="urn:microsoft.com/office/officeart/2005/8/layout/bProcess2"/>
    <dgm:cxn modelId="{93756B01-BA74-4300-B5B3-4B2CA1E1C40E}" type="presParOf" srcId="{31C24A3D-C263-4553-A37E-2B36D4946CD4}" destId="{3AE3BDE5-5375-430F-9E66-C562ED47B2AD}" srcOrd="6" destOrd="0" presId="urn:microsoft.com/office/officeart/2005/8/layout/bProcess2"/>
    <dgm:cxn modelId="{9B6B7DF6-BB9B-4CD7-99D2-0939DF80CD90}" type="presParOf" srcId="{3AE3BDE5-5375-430F-9E66-C562ED47B2AD}" destId="{A27047F5-B859-4FBB-B19C-0F4863729538}" srcOrd="0" destOrd="0" presId="urn:microsoft.com/office/officeart/2005/8/layout/bProcess2"/>
    <dgm:cxn modelId="{E7CF9355-A73B-4AE0-9840-8B94133768B5}" type="presParOf" srcId="{3AE3BDE5-5375-430F-9E66-C562ED47B2AD}" destId="{D097E843-9177-477A-851D-AD6D78AF45CC}" srcOrd="1" destOrd="0" presId="urn:microsoft.com/office/officeart/2005/8/layout/bProcess2"/>
    <dgm:cxn modelId="{14D96A11-8AF0-49AE-9FE4-8299C8CD5316}" type="presParOf" srcId="{31C24A3D-C263-4553-A37E-2B36D4946CD4}" destId="{CD96D0B2-5B1A-45E3-BD96-8642E0A79634}" srcOrd="7" destOrd="0" presId="urn:microsoft.com/office/officeart/2005/8/layout/bProcess2"/>
    <dgm:cxn modelId="{7AAC3292-C99D-435C-B8A2-7C5B4415A7EF}" type="presParOf" srcId="{31C24A3D-C263-4553-A37E-2B36D4946CD4}" destId="{2D85897C-C050-468B-806F-1ACF6A2B944A}" srcOrd="8" destOrd="0" presId="urn:microsoft.com/office/officeart/2005/8/layout/bProcess2"/>
    <dgm:cxn modelId="{D41FF677-8828-4A4A-8919-5EB3627C6A39}" type="presParOf" srcId="{2D85897C-C050-468B-806F-1ACF6A2B944A}" destId="{834E27A8-6F14-4C35-BB43-5557FEA63867}" srcOrd="0" destOrd="0" presId="urn:microsoft.com/office/officeart/2005/8/layout/bProcess2"/>
    <dgm:cxn modelId="{43CEC6F1-D69B-4ECE-A4B5-439D9E3408B3}" type="presParOf" srcId="{2D85897C-C050-468B-806F-1ACF6A2B944A}" destId="{D0FF1B78-9DA1-4EAD-A0FE-CF4C3EC45EB9}" srcOrd="1" destOrd="0" presId="urn:microsoft.com/office/officeart/2005/8/layout/bProcess2"/>
    <dgm:cxn modelId="{C8C14C19-9E01-4E47-8064-11C3369C666E}" type="presParOf" srcId="{31C24A3D-C263-4553-A37E-2B36D4946CD4}" destId="{CB9660D7-52D1-42B2-A02A-9823BA219F25}" srcOrd="9" destOrd="0" presId="urn:microsoft.com/office/officeart/2005/8/layout/bProcess2"/>
    <dgm:cxn modelId="{06356E3E-DB8B-49FB-AB10-E92BEF477035}" type="presParOf" srcId="{31C24A3D-C263-4553-A37E-2B36D4946CD4}" destId="{E414D9C6-ED03-41F8-8A0E-CCAE06257B5B}" srcOrd="10" destOrd="0" presId="urn:microsoft.com/office/officeart/2005/8/layout/bProcess2"/>
    <dgm:cxn modelId="{5910E51C-61E3-43AC-B0B1-48302E1003D3}" type="presParOf" srcId="{E414D9C6-ED03-41F8-8A0E-CCAE06257B5B}" destId="{FD38F50A-C670-46FF-9679-F44781CEE01C}" srcOrd="0" destOrd="0" presId="urn:microsoft.com/office/officeart/2005/8/layout/bProcess2"/>
    <dgm:cxn modelId="{FC77B543-6945-40FD-A8C0-87042DA8E349}" type="presParOf" srcId="{E414D9C6-ED03-41F8-8A0E-CCAE06257B5B}" destId="{CF010C21-15E3-476C-8A16-738B92E0E7C0}" srcOrd="1" destOrd="0" presId="urn:microsoft.com/office/officeart/2005/8/layout/bProcess2"/>
    <dgm:cxn modelId="{73CB735E-B11A-4D93-B72A-7ACEF85F6787}" type="presParOf" srcId="{31C24A3D-C263-4553-A37E-2B36D4946CD4}" destId="{93B4736D-CCE0-45B9-8C8F-5533B1A0459A}" srcOrd="11" destOrd="0" presId="urn:microsoft.com/office/officeart/2005/8/layout/bProcess2"/>
    <dgm:cxn modelId="{2CE33C42-5A88-4380-BC9C-BD388D7981B1}" type="presParOf" srcId="{31C24A3D-C263-4553-A37E-2B36D4946CD4}" destId="{7C877B92-9D5A-4779-BA4F-AF0D8F38EA3C}" srcOrd="12" destOrd="0" presId="urn:microsoft.com/office/officeart/2005/8/layout/bProcess2"/>
    <dgm:cxn modelId="{519D991F-5643-4F85-AA13-C05D286B8B9B}" type="presParOf" srcId="{7C877B92-9D5A-4779-BA4F-AF0D8F38EA3C}" destId="{42E91540-19A8-4957-BDA4-85A932E0BC73}" srcOrd="0" destOrd="0" presId="urn:microsoft.com/office/officeart/2005/8/layout/bProcess2"/>
    <dgm:cxn modelId="{4B57109D-A24E-4E7F-A4AE-C1F15D68798A}" type="presParOf" srcId="{7C877B92-9D5A-4779-BA4F-AF0D8F38EA3C}" destId="{178B4596-5B86-4D69-9EC2-E806F5332988}" srcOrd="1" destOrd="0" presId="urn:microsoft.com/office/officeart/2005/8/layout/bProcess2"/>
    <dgm:cxn modelId="{5AB03550-F211-462E-85EF-B3F2F2D61AE1}" type="presParOf" srcId="{31C24A3D-C263-4553-A37E-2B36D4946CD4}" destId="{17915E4B-0EF7-4F89-9086-0AD5404E9758}" srcOrd="13" destOrd="0" presId="urn:microsoft.com/office/officeart/2005/8/layout/bProcess2"/>
    <dgm:cxn modelId="{978E481F-A14E-43A1-9A21-4B5CA693F2EF}" type="presParOf" srcId="{31C24A3D-C263-4553-A37E-2B36D4946CD4}" destId="{AB62F1A3-B47F-4099-8EAA-0D310B8A4F02}" srcOrd="14" destOrd="0" presId="urn:microsoft.com/office/officeart/2005/8/layout/bProcess2"/>
    <dgm:cxn modelId="{31ECF3DA-5C3B-4016-8F56-B49FB37FB644}" type="presParOf" srcId="{AB62F1A3-B47F-4099-8EAA-0D310B8A4F02}" destId="{BDDF7BED-37C9-46AD-A48B-7C17723B8424}" srcOrd="0" destOrd="0" presId="urn:microsoft.com/office/officeart/2005/8/layout/bProcess2"/>
    <dgm:cxn modelId="{C6FE69E4-1B3A-4BF3-958A-92FF9FF09EDC}" type="presParOf" srcId="{AB62F1A3-B47F-4099-8EAA-0D310B8A4F02}" destId="{9475DD0B-AB9C-4948-9222-47BA0813BC62}" srcOrd="1" destOrd="0" presId="urn:microsoft.com/office/officeart/2005/8/layout/bProcess2"/>
    <dgm:cxn modelId="{9A33FBA5-9DC1-447F-BB86-4CB99B02B4C8}" type="presParOf" srcId="{31C24A3D-C263-4553-A37E-2B36D4946CD4}" destId="{E5C4FF49-12B8-4EFB-AFB1-05750C152C1C}" srcOrd="15" destOrd="0" presId="urn:microsoft.com/office/officeart/2005/8/layout/bProcess2"/>
    <dgm:cxn modelId="{DDD22520-12F3-441F-ACD2-4163036BD230}" type="presParOf" srcId="{31C24A3D-C263-4553-A37E-2B36D4946CD4}" destId="{7390DD9B-E6BE-49CA-9B9D-15BEAAC11F9C}" srcOrd="16" destOrd="0" presId="urn:microsoft.com/office/officeart/2005/8/layout/bProcess2"/>
    <dgm:cxn modelId="{982F11F5-A278-42FE-933C-A2B36FF08163}" type="presParOf" srcId="{7390DD9B-E6BE-49CA-9B9D-15BEAAC11F9C}" destId="{155A6862-0D2A-49B3-BF62-71B24771C78F}" srcOrd="0" destOrd="0" presId="urn:microsoft.com/office/officeart/2005/8/layout/bProcess2"/>
    <dgm:cxn modelId="{B5B569A3-6787-48D5-8145-AACC8C02A362}" type="presParOf" srcId="{7390DD9B-E6BE-49CA-9B9D-15BEAAC11F9C}" destId="{C26ED803-6611-4F20-8CC7-587C92ECE2A3}" srcOrd="1" destOrd="0" presId="urn:microsoft.com/office/officeart/2005/8/layout/bProcess2"/>
    <dgm:cxn modelId="{BB96778B-F5C2-4814-9BF0-C48C8862FAF5}" type="presParOf" srcId="{31C24A3D-C263-4553-A37E-2B36D4946CD4}" destId="{63E572A5-AD5C-4890-9D51-4A3F1CED52FE}" srcOrd="17" destOrd="0" presId="urn:microsoft.com/office/officeart/2005/8/layout/bProcess2"/>
    <dgm:cxn modelId="{E9C23DA7-C750-4B2E-B20C-D06CCA0C5EE2}" type="presParOf" srcId="{31C24A3D-C263-4553-A37E-2B36D4946CD4}" destId="{B2440DAC-C0E7-440A-AF9C-6B9F24AB1987}" srcOrd="18" destOrd="0" presId="urn:microsoft.com/office/officeart/2005/8/layout/bProcess2"/>
    <dgm:cxn modelId="{6EF6F54C-C79C-417E-AAF1-FACAF1CB3C49}" type="presParOf" srcId="{B2440DAC-C0E7-440A-AF9C-6B9F24AB1987}" destId="{B35EC198-036D-4E1A-95BE-F58CA0CF6CBE}" srcOrd="0" destOrd="0" presId="urn:microsoft.com/office/officeart/2005/8/layout/bProcess2"/>
    <dgm:cxn modelId="{85EA044E-DD9F-4E6D-8FDC-16B4A5D46BA7}" type="presParOf" srcId="{B2440DAC-C0E7-440A-AF9C-6B9F24AB1987}" destId="{DBED5A8B-CADC-4F94-8C12-AF7459E8EE14}" srcOrd="1" destOrd="0" presId="urn:microsoft.com/office/officeart/2005/8/layout/bProcess2"/>
    <dgm:cxn modelId="{72AB9031-43A2-493D-8ED9-7FFF9C8F8E4E}" type="presParOf" srcId="{31C24A3D-C263-4553-A37E-2B36D4946CD4}" destId="{AA71F8ED-EF19-47DB-9105-EF9DB9F859F2}" srcOrd="19" destOrd="0" presId="urn:microsoft.com/office/officeart/2005/8/layout/bProcess2"/>
    <dgm:cxn modelId="{8628A545-2C90-49A4-AF08-412A88F229F3}" type="presParOf" srcId="{31C24A3D-C263-4553-A37E-2B36D4946CD4}" destId="{253C8F0A-D21C-4368-826B-41FA2D51B991}" srcOrd="20" destOrd="0" presId="urn:microsoft.com/office/officeart/2005/8/layout/bProcess2"/>
    <dgm:cxn modelId="{9741E4E4-4E59-4548-93AF-F59DACF38B0D}" type="presParOf" srcId="{253C8F0A-D21C-4368-826B-41FA2D51B991}" destId="{4EC680C8-8D63-4DE7-B328-F9DDF4FA7626}" srcOrd="0" destOrd="0" presId="urn:microsoft.com/office/officeart/2005/8/layout/bProcess2"/>
    <dgm:cxn modelId="{670256A5-4EAD-4BCA-A135-9767BFFB9CE9}" type="presParOf" srcId="{253C8F0A-D21C-4368-826B-41FA2D51B991}" destId="{F3D257C9-2C9E-402F-A949-3CBB145867F2}" srcOrd="1" destOrd="0" presId="urn:microsoft.com/office/officeart/2005/8/layout/bProcess2"/>
    <dgm:cxn modelId="{05D9D47C-F25A-415B-87B3-35A2D4F8F08F}" type="presParOf" srcId="{31C24A3D-C263-4553-A37E-2B36D4946CD4}" destId="{50F6FD7F-34D3-4AE8-888F-5CF8CBFA3327}" srcOrd="21" destOrd="0" presId="urn:microsoft.com/office/officeart/2005/8/layout/bProcess2"/>
    <dgm:cxn modelId="{210B81E4-ED6B-4220-85FA-D765D6C035FE}" type="presParOf" srcId="{31C24A3D-C263-4553-A37E-2B36D4946CD4}" destId="{2E44343E-6280-40CE-98AD-1A9260D35F80}" srcOrd="22"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7BBDD-DE7A-4EE0-A43C-09B7428596B3}">
      <dsp:nvSpPr>
        <dsp:cNvPr id="0" name=""/>
        <dsp:cNvSpPr/>
      </dsp:nvSpPr>
      <dsp:spPr>
        <a:xfrm>
          <a:off x="675785" y="1957"/>
          <a:ext cx="1484947"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150000"/>
            </a:lnSpc>
            <a:spcBef>
              <a:spcPct val="0"/>
            </a:spcBef>
            <a:spcAft>
              <a:spcPct val="15000"/>
            </a:spcAft>
            <a:buChar char="•"/>
          </a:pPr>
          <a:r>
            <a:rPr lang="de-DE" sz="1400" kern="1200"/>
            <a:t>Nummer</a:t>
          </a:r>
          <a:endParaRPr lang="de-DE" sz="1400" kern="1200" dirty="0"/>
        </a:p>
        <a:p>
          <a:pPr marL="114300" lvl="1" indent="-114300" algn="l" defTabSz="622300">
            <a:lnSpc>
              <a:spcPct val="150000"/>
            </a:lnSpc>
            <a:spcBef>
              <a:spcPct val="0"/>
            </a:spcBef>
            <a:spcAft>
              <a:spcPct val="15000"/>
            </a:spcAft>
            <a:buChar char="•"/>
          </a:pPr>
          <a:r>
            <a:rPr lang="de-DE" sz="1400" kern="1200" dirty="0"/>
            <a:t>Vorname, Name</a:t>
          </a:r>
        </a:p>
        <a:p>
          <a:pPr marL="114300" lvl="1" indent="-114300" algn="l" defTabSz="622300">
            <a:lnSpc>
              <a:spcPct val="150000"/>
            </a:lnSpc>
            <a:spcBef>
              <a:spcPct val="0"/>
            </a:spcBef>
            <a:spcAft>
              <a:spcPct val="15000"/>
            </a:spcAft>
            <a:buChar char="•"/>
          </a:pPr>
          <a:r>
            <a:rPr lang="de-DE" sz="1400" kern="1200"/>
            <a:t>Anschrift…</a:t>
          </a:r>
          <a:endParaRPr lang="de-DE" sz="1400" kern="1200" dirty="0"/>
        </a:p>
      </dsp:txBody>
      <dsp:txXfrm>
        <a:off x="710355" y="36527"/>
        <a:ext cx="1415807" cy="1440819"/>
      </dsp:txXfrm>
    </dsp:sp>
    <dsp:sp modelId="{C7A2802C-2820-41B4-BCDD-AFAD363BA956}">
      <dsp:nvSpPr>
        <dsp:cNvPr id="0" name=""/>
        <dsp:cNvSpPr/>
      </dsp:nvSpPr>
      <dsp:spPr>
        <a:xfrm>
          <a:off x="743282" y="1243507"/>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rtl="0">
            <a:lnSpc>
              <a:spcPct val="150000"/>
            </a:lnSpc>
            <a:spcBef>
              <a:spcPct val="0"/>
            </a:spcBef>
            <a:spcAft>
              <a:spcPct val="35000"/>
            </a:spcAft>
            <a:buNone/>
          </a:pPr>
          <a:r>
            <a:rPr lang="de-DE" sz="1400" b="1" kern="1200" dirty="0"/>
            <a:t>Kunde</a:t>
          </a:r>
        </a:p>
      </dsp:txBody>
      <dsp:txXfrm>
        <a:off x="743282" y="1243507"/>
        <a:ext cx="950670" cy="433315"/>
      </dsp:txXfrm>
    </dsp:sp>
    <dsp:sp modelId="{8AB5F57B-E20F-4341-A784-E05353C40AD3}">
      <dsp:nvSpPr>
        <dsp:cNvPr id="0" name=""/>
        <dsp:cNvSpPr/>
      </dsp:nvSpPr>
      <dsp:spPr>
        <a:xfrm>
          <a:off x="1732141" y="1312335"/>
          <a:ext cx="472483" cy="472483"/>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9000" b="-9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6DCBEB-D278-4311-B0D0-265870BCAEA0}">
      <dsp:nvSpPr>
        <dsp:cNvPr id="0" name=""/>
        <dsp:cNvSpPr/>
      </dsp:nvSpPr>
      <dsp:spPr>
        <a:xfrm>
          <a:off x="2321680" y="1957"/>
          <a:ext cx="1484947"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rtl="0">
            <a:lnSpc>
              <a:spcPct val="150000"/>
            </a:lnSpc>
            <a:spcBef>
              <a:spcPct val="0"/>
            </a:spcBef>
            <a:spcAft>
              <a:spcPct val="15000"/>
            </a:spcAft>
            <a:buChar char="•"/>
          </a:pPr>
          <a:r>
            <a:rPr lang="de-DE" sz="1400" kern="1200"/>
            <a:t>Nummer</a:t>
          </a:r>
          <a:endParaRPr lang="de-DE" sz="1400" kern="1200" dirty="0"/>
        </a:p>
        <a:p>
          <a:pPr marL="114300" lvl="1" indent="-114300" algn="l" defTabSz="622300" rtl="0">
            <a:lnSpc>
              <a:spcPct val="150000"/>
            </a:lnSpc>
            <a:spcBef>
              <a:spcPct val="0"/>
            </a:spcBef>
            <a:spcAft>
              <a:spcPct val="15000"/>
            </a:spcAft>
            <a:buChar char="•"/>
          </a:pPr>
          <a:r>
            <a:rPr lang="de-DE" sz="1400" kern="1200"/>
            <a:t>Datum</a:t>
          </a:r>
          <a:endParaRPr lang="de-DE" sz="1400" kern="1200" dirty="0"/>
        </a:p>
        <a:p>
          <a:pPr marL="114300" lvl="1" indent="-114300" algn="l" defTabSz="622300" rtl="0">
            <a:lnSpc>
              <a:spcPct val="150000"/>
            </a:lnSpc>
            <a:spcBef>
              <a:spcPct val="0"/>
            </a:spcBef>
            <a:spcAft>
              <a:spcPct val="15000"/>
            </a:spcAft>
            <a:buChar char="•"/>
          </a:pPr>
          <a:r>
            <a:rPr lang="de-DE" sz="1400" kern="1200"/>
            <a:t>Artikel, Menge…</a:t>
          </a:r>
          <a:endParaRPr lang="de-DE" sz="1400" kern="1200" dirty="0"/>
        </a:p>
      </dsp:txBody>
      <dsp:txXfrm>
        <a:off x="2356250" y="36527"/>
        <a:ext cx="1415807" cy="1440819"/>
      </dsp:txXfrm>
    </dsp:sp>
    <dsp:sp modelId="{4FB5F224-0449-4177-A3E1-867FED064198}">
      <dsp:nvSpPr>
        <dsp:cNvPr id="0" name=""/>
        <dsp:cNvSpPr/>
      </dsp:nvSpPr>
      <dsp:spPr>
        <a:xfrm>
          <a:off x="2389177" y="1243507"/>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rtl="0">
            <a:lnSpc>
              <a:spcPct val="150000"/>
            </a:lnSpc>
            <a:spcBef>
              <a:spcPct val="0"/>
            </a:spcBef>
            <a:spcAft>
              <a:spcPct val="35000"/>
            </a:spcAft>
            <a:buNone/>
          </a:pPr>
          <a:r>
            <a:rPr lang="de-DE" sz="1400" b="1" kern="1200"/>
            <a:t>Bestellung</a:t>
          </a:r>
          <a:endParaRPr lang="de-DE" sz="1400" b="1" kern="1200" dirty="0"/>
        </a:p>
      </dsp:txBody>
      <dsp:txXfrm>
        <a:off x="2389177" y="1243507"/>
        <a:ext cx="950670" cy="433315"/>
      </dsp:txXfrm>
    </dsp:sp>
    <dsp:sp modelId="{E45E1493-8287-40D4-9D68-77FAED4B86DF}">
      <dsp:nvSpPr>
        <dsp:cNvPr id="0" name=""/>
        <dsp:cNvSpPr/>
      </dsp:nvSpPr>
      <dsp:spPr>
        <a:xfrm>
          <a:off x="3378036" y="1312335"/>
          <a:ext cx="472483" cy="472483"/>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t="-2000" b="-2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3F2981-0D46-4224-8656-166EEA542927}">
      <dsp:nvSpPr>
        <dsp:cNvPr id="0" name=""/>
        <dsp:cNvSpPr/>
      </dsp:nvSpPr>
      <dsp:spPr>
        <a:xfrm>
          <a:off x="3967574" y="1957"/>
          <a:ext cx="1484947"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150000"/>
            </a:lnSpc>
            <a:spcBef>
              <a:spcPct val="0"/>
            </a:spcBef>
            <a:spcAft>
              <a:spcPct val="15000"/>
            </a:spcAft>
            <a:buChar char="•"/>
          </a:pPr>
          <a:r>
            <a:rPr lang="de-DE" sz="1400" kern="1200"/>
            <a:t>Nummer</a:t>
          </a:r>
          <a:endParaRPr lang="de-DE" sz="1400" kern="1200" dirty="0"/>
        </a:p>
        <a:p>
          <a:pPr marL="114300" lvl="1" indent="-114300" algn="l" defTabSz="622300">
            <a:lnSpc>
              <a:spcPct val="150000"/>
            </a:lnSpc>
            <a:spcBef>
              <a:spcPct val="0"/>
            </a:spcBef>
            <a:spcAft>
              <a:spcPct val="15000"/>
            </a:spcAft>
            <a:buChar char="•"/>
          </a:pPr>
          <a:r>
            <a:rPr lang="de-DE" sz="1400" kern="1200" dirty="0"/>
            <a:t>Name</a:t>
          </a:r>
        </a:p>
        <a:p>
          <a:pPr marL="114300" lvl="1" indent="-114300" algn="l" defTabSz="622300">
            <a:lnSpc>
              <a:spcPct val="150000"/>
            </a:lnSpc>
            <a:spcBef>
              <a:spcPct val="0"/>
            </a:spcBef>
            <a:spcAft>
              <a:spcPct val="15000"/>
            </a:spcAft>
            <a:buChar char="•"/>
          </a:pPr>
          <a:r>
            <a:rPr lang="de-DE" sz="1400" kern="1200"/>
            <a:t>Kontakt…</a:t>
          </a:r>
          <a:endParaRPr lang="de-DE" sz="1400" kern="1200" dirty="0"/>
        </a:p>
      </dsp:txBody>
      <dsp:txXfrm>
        <a:off x="4002144" y="36527"/>
        <a:ext cx="1415807" cy="1440819"/>
      </dsp:txXfrm>
    </dsp:sp>
    <dsp:sp modelId="{CA5AAC33-DE48-41EA-8BAA-370B2B22285A}">
      <dsp:nvSpPr>
        <dsp:cNvPr id="0" name=""/>
        <dsp:cNvSpPr/>
      </dsp:nvSpPr>
      <dsp:spPr>
        <a:xfrm>
          <a:off x="4035072" y="1243507"/>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rtl="0">
            <a:lnSpc>
              <a:spcPct val="150000"/>
            </a:lnSpc>
            <a:spcBef>
              <a:spcPct val="0"/>
            </a:spcBef>
            <a:spcAft>
              <a:spcPct val="35000"/>
            </a:spcAft>
            <a:buNone/>
          </a:pPr>
          <a:r>
            <a:rPr lang="de-DE" sz="1400" b="1" kern="1200" dirty="0"/>
            <a:t>Lieferant</a:t>
          </a:r>
        </a:p>
      </dsp:txBody>
      <dsp:txXfrm>
        <a:off x="4035072" y="1243507"/>
        <a:ext cx="950670" cy="433315"/>
      </dsp:txXfrm>
    </dsp:sp>
    <dsp:sp modelId="{7A7C8222-B9CB-4CFF-8FBC-332DC964DE7C}">
      <dsp:nvSpPr>
        <dsp:cNvPr id="0" name=""/>
        <dsp:cNvSpPr/>
      </dsp:nvSpPr>
      <dsp:spPr>
        <a:xfrm>
          <a:off x="5023931" y="1312335"/>
          <a:ext cx="472483" cy="472483"/>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B86A8FB-C98A-4A55-81BF-EC9A3802488E}">
      <dsp:nvSpPr>
        <dsp:cNvPr id="0" name=""/>
        <dsp:cNvSpPr/>
      </dsp:nvSpPr>
      <dsp:spPr>
        <a:xfrm>
          <a:off x="1532481" y="2018830"/>
          <a:ext cx="1484947"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150000"/>
            </a:lnSpc>
            <a:spcBef>
              <a:spcPct val="0"/>
            </a:spcBef>
            <a:spcAft>
              <a:spcPct val="15000"/>
            </a:spcAft>
            <a:buChar char="•"/>
          </a:pPr>
          <a:r>
            <a:rPr lang="de-DE" sz="1400" kern="1200"/>
            <a:t>Nummer</a:t>
          </a:r>
          <a:endParaRPr lang="de-DE" sz="1400" kern="1200" dirty="0"/>
        </a:p>
        <a:p>
          <a:pPr marL="114300" lvl="1" indent="-114300" algn="l" defTabSz="622300">
            <a:lnSpc>
              <a:spcPct val="150000"/>
            </a:lnSpc>
            <a:spcBef>
              <a:spcPct val="0"/>
            </a:spcBef>
            <a:spcAft>
              <a:spcPct val="15000"/>
            </a:spcAft>
            <a:buChar char="•"/>
          </a:pPr>
          <a:r>
            <a:rPr lang="de-DE" sz="1400" kern="1200"/>
            <a:t>Bezeichnung</a:t>
          </a:r>
          <a:endParaRPr lang="de-DE" sz="1400" kern="1200" dirty="0"/>
        </a:p>
        <a:p>
          <a:pPr marL="114300" lvl="1" indent="-114300" algn="l" defTabSz="622300">
            <a:lnSpc>
              <a:spcPct val="150000"/>
            </a:lnSpc>
            <a:spcBef>
              <a:spcPct val="0"/>
            </a:spcBef>
            <a:spcAft>
              <a:spcPct val="15000"/>
            </a:spcAft>
            <a:buChar char="•"/>
          </a:pPr>
          <a:r>
            <a:rPr lang="de-DE" sz="1400" kern="1200" dirty="0"/>
            <a:t>Farbe</a:t>
          </a:r>
          <a:r>
            <a:rPr lang="de-DE" sz="1400" kern="1200"/>
            <a:t>, Preis…</a:t>
          </a:r>
          <a:endParaRPr lang="de-DE" sz="1400" kern="1200" dirty="0"/>
        </a:p>
      </dsp:txBody>
      <dsp:txXfrm>
        <a:off x="1567051" y="2053400"/>
        <a:ext cx="1415807" cy="1440819"/>
      </dsp:txXfrm>
    </dsp:sp>
    <dsp:sp modelId="{EA013CCA-5DBB-4BA7-8E29-0012DA99F08E}">
      <dsp:nvSpPr>
        <dsp:cNvPr id="0" name=""/>
        <dsp:cNvSpPr/>
      </dsp:nvSpPr>
      <dsp:spPr>
        <a:xfrm>
          <a:off x="1599979" y="3260381"/>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a:lnSpc>
              <a:spcPct val="150000"/>
            </a:lnSpc>
            <a:spcBef>
              <a:spcPct val="0"/>
            </a:spcBef>
            <a:spcAft>
              <a:spcPct val="35000"/>
            </a:spcAft>
            <a:buNone/>
          </a:pPr>
          <a:r>
            <a:rPr lang="de-DE" sz="1400" b="1" kern="1200"/>
            <a:t>Artikel</a:t>
          </a:r>
          <a:endParaRPr lang="de-DE" sz="1400" b="1" kern="1200" dirty="0"/>
        </a:p>
      </dsp:txBody>
      <dsp:txXfrm>
        <a:off x="1599979" y="3260381"/>
        <a:ext cx="950670" cy="433315"/>
      </dsp:txXfrm>
    </dsp:sp>
    <dsp:sp modelId="{34D28B7D-1A50-454C-A86A-756048ABE406}">
      <dsp:nvSpPr>
        <dsp:cNvPr id="0" name=""/>
        <dsp:cNvSpPr/>
      </dsp:nvSpPr>
      <dsp:spPr>
        <a:xfrm>
          <a:off x="2588837" y="3329209"/>
          <a:ext cx="472483" cy="472483"/>
        </a:xfrm>
        <a:prstGeom prst="ellipse">
          <a:avLst/>
        </a:prstGeom>
        <a:blipFill>
          <a:blip xmlns:r="http://schemas.openxmlformats.org/officeDocument/2006/relationships" r:embed="rId4" cstate="print">
            <a:extLst>
              <a:ext uri="{28A0092B-C50C-407E-A947-70E740481C1C}">
                <a14:useLocalDpi xmlns:a14="http://schemas.microsoft.com/office/drawing/2010/main" val="0"/>
              </a:ext>
            </a:extLst>
          </a:blip>
          <a:srcRect/>
          <a:stretch>
            <a:fillRect l="-16000" r="-16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945269-104A-44E8-8047-1389CD87B0F5}">
      <dsp:nvSpPr>
        <dsp:cNvPr id="0" name=""/>
        <dsp:cNvSpPr/>
      </dsp:nvSpPr>
      <dsp:spPr>
        <a:xfrm>
          <a:off x="3178376" y="2018830"/>
          <a:ext cx="1349952"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150000"/>
            </a:lnSpc>
            <a:spcBef>
              <a:spcPct val="0"/>
            </a:spcBef>
            <a:spcAft>
              <a:spcPct val="15000"/>
            </a:spcAft>
            <a:buChar char="•"/>
          </a:pPr>
          <a:r>
            <a:rPr lang="de-DE" sz="1400" kern="1200"/>
            <a:t>Kunde</a:t>
          </a:r>
          <a:endParaRPr lang="de-DE" sz="1400" kern="1200" dirty="0"/>
        </a:p>
        <a:p>
          <a:pPr marL="114300" lvl="1" indent="-114300" algn="l" defTabSz="622300">
            <a:lnSpc>
              <a:spcPct val="150000"/>
            </a:lnSpc>
            <a:spcBef>
              <a:spcPct val="0"/>
            </a:spcBef>
            <a:spcAft>
              <a:spcPct val="15000"/>
            </a:spcAft>
            <a:buChar char="•"/>
          </a:pPr>
          <a:r>
            <a:rPr lang="de-DE" sz="1400" kern="1200"/>
            <a:t>Bestellung</a:t>
          </a:r>
          <a:endParaRPr lang="de-DE" sz="1400" kern="1200" dirty="0"/>
        </a:p>
        <a:p>
          <a:pPr marL="114300" lvl="1" indent="-114300" algn="l" defTabSz="622300">
            <a:lnSpc>
              <a:spcPct val="150000"/>
            </a:lnSpc>
            <a:spcBef>
              <a:spcPct val="0"/>
            </a:spcBef>
            <a:spcAft>
              <a:spcPct val="15000"/>
            </a:spcAft>
            <a:buChar char="•"/>
          </a:pPr>
          <a:r>
            <a:rPr lang="de-DE" sz="1400" kern="1200"/>
            <a:t>Preis</a:t>
          </a:r>
          <a:endParaRPr lang="de-DE" sz="1400" kern="1200" dirty="0"/>
        </a:p>
      </dsp:txBody>
      <dsp:txXfrm>
        <a:off x="3210007" y="2050461"/>
        <a:ext cx="1286690" cy="1443758"/>
      </dsp:txXfrm>
    </dsp:sp>
    <dsp:sp modelId="{715BC2CC-5BBA-45AA-BF3B-C215599B7731}">
      <dsp:nvSpPr>
        <dsp:cNvPr id="0" name=""/>
        <dsp:cNvSpPr/>
      </dsp:nvSpPr>
      <dsp:spPr>
        <a:xfrm>
          <a:off x="3178376" y="3260381"/>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a:lnSpc>
              <a:spcPct val="150000"/>
            </a:lnSpc>
            <a:spcBef>
              <a:spcPct val="0"/>
            </a:spcBef>
            <a:spcAft>
              <a:spcPct val="35000"/>
            </a:spcAft>
            <a:buNone/>
          </a:pPr>
          <a:r>
            <a:rPr lang="de-DE" sz="1400" b="1" kern="1200"/>
            <a:t>Rechnung</a:t>
          </a:r>
          <a:endParaRPr lang="de-DE" sz="1400" b="1" kern="1200" dirty="0"/>
        </a:p>
      </dsp:txBody>
      <dsp:txXfrm>
        <a:off x="3178376" y="3260381"/>
        <a:ext cx="950670" cy="433315"/>
      </dsp:txXfrm>
    </dsp:sp>
    <dsp:sp modelId="{1137495A-B520-4E34-80E3-4FB282A38403}">
      <dsp:nvSpPr>
        <dsp:cNvPr id="0" name=""/>
        <dsp:cNvSpPr/>
      </dsp:nvSpPr>
      <dsp:spPr>
        <a:xfrm>
          <a:off x="4167235" y="3329209"/>
          <a:ext cx="472483" cy="472483"/>
        </a:xfrm>
        <a:prstGeom prst="ellipse">
          <a:avLst/>
        </a:prstGeom>
        <a:blipFill rotWithShape="1">
          <a:blip xmlns:r="http://schemas.openxmlformats.org/officeDocument/2006/relationships"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l="-15000" r="-15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4B4683-447F-4C88-A1E9-43772B485815}">
      <dsp:nvSpPr>
        <dsp:cNvPr id="0" name=""/>
        <dsp:cNvSpPr/>
      </dsp:nvSpPr>
      <dsp:spPr>
        <a:xfrm rot="10800000">
          <a:off x="1347801" y="1338"/>
          <a:ext cx="4231195" cy="1128198"/>
        </a:xfrm>
        <a:prstGeom prst="homePlate">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7504" tIns="83820" rIns="156464" bIns="83820" numCol="1" spcCol="1270" anchor="ctr" anchorCtr="0">
          <a:noAutofit/>
        </a:bodyPr>
        <a:lstStyle/>
        <a:p>
          <a:pPr marL="0" lvl="0" indent="0" algn="ctr" defTabSz="977900">
            <a:lnSpc>
              <a:spcPct val="90000"/>
            </a:lnSpc>
            <a:spcBef>
              <a:spcPct val="0"/>
            </a:spcBef>
            <a:spcAft>
              <a:spcPct val="35000"/>
            </a:spcAft>
            <a:buNone/>
          </a:pPr>
          <a:r>
            <a:rPr lang="de-DE" sz="2200" kern="1200" dirty="0"/>
            <a:t>Bearbeitung, Erfassung und Anzeige der Daten mit Hilfe von Formularen</a:t>
          </a:r>
        </a:p>
      </dsp:txBody>
      <dsp:txXfrm rot="10800000">
        <a:off x="1629850" y="1338"/>
        <a:ext cx="3949146" cy="1128198"/>
      </dsp:txXfrm>
    </dsp:sp>
    <dsp:sp modelId="{354472A1-A70D-4389-AC16-52FA7E62DDE9}">
      <dsp:nvSpPr>
        <dsp:cNvPr id="0" name=""/>
        <dsp:cNvSpPr/>
      </dsp:nvSpPr>
      <dsp:spPr>
        <a:xfrm>
          <a:off x="783702" y="1338"/>
          <a:ext cx="1128198" cy="1128198"/>
        </a:xfrm>
        <a:prstGeom prst="ellipse">
          <a:avLst/>
        </a:prstGeom>
        <a:blipFill rotWithShape="1">
          <a:blip xmlns:r="http://schemas.openxmlformats.org/officeDocument/2006/relationships" r:embed="rId1"/>
          <a:srcRect/>
          <a:stretch>
            <a:fillRect l="-3000" r="-3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EE0AEB5B-CF3F-42A9-A3C1-A3D630ED9F98}">
      <dsp:nvSpPr>
        <dsp:cNvPr id="0" name=""/>
        <dsp:cNvSpPr/>
      </dsp:nvSpPr>
      <dsp:spPr>
        <a:xfrm rot="10800000">
          <a:off x="1347801" y="1466313"/>
          <a:ext cx="4231195" cy="1128198"/>
        </a:xfrm>
        <a:prstGeom prst="homePlate">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7504" tIns="83820" rIns="156464" bIns="83820" numCol="1" spcCol="1270" anchor="ctr" anchorCtr="0">
          <a:noAutofit/>
        </a:bodyPr>
        <a:lstStyle/>
        <a:p>
          <a:pPr marL="0" lvl="0" indent="0" algn="ctr" defTabSz="977900">
            <a:lnSpc>
              <a:spcPct val="90000"/>
            </a:lnSpc>
            <a:spcBef>
              <a:spcPct val="0"/>
            </a:spcBef>
            <a:spcAft>
              <a:spcPct val="35000"/>
            </a:spcAft>
            <a:buNone/>
          </a:pPr>
          <a:r>
            <a:rPr lang="de-DE" sz="2200" kern="1200"/>
            <a:t>Zusammenfassen und Auswerten von Daten in Form von Berichten</a:t>
          </a:r>
        </a:p>
      </dsp:txBody>
      <dsp:txXfrm rot="10800000">
        <a:off x="1629850" y="1466313"/>
        <a:ext cx="3949146" cy="1128198"/>
      </dsp:txXfrm>
    </dsp:sp>
    <dsp:sp modelId="{8ACAA288-6279-4354-8AB6-8023460A10EC}">
      <dsp:nvSpPr>
        <dsp:cNvPr id="0" name=""/>
        <dsp:cNvSpPr/>
      </dsp:nvSpPr>
      <dsp:spPr>
        <a:xfrm>
          <a:off x="783702" y="1466313"/>
          <a:ext cx="1128198" cy="1128198"/>
        </a:xfrm>
        <a:prstGeom prst="ellipse">
          <a:avLst/>
        </a:prstGeom>
        <a:blipFill rotWithShape="1">
          <a:blip xmlns:r="http://schemas.openxmlformats.org/officeDocument/2006/relationships" r:embed="rId2"/>
          <a:srcRect/>
          <a:stretch>
            <a:fillRect/>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AF0D751D-3D6A-4034-AD67-81F6562042EA}">
      <dsp:nvSpPr>
        <dsp:cNvPr id="0" name=""/>
        <dsp:cNvSpPr/>
      </dsp:nvSpPr>
      <dsp:spPr>
        <a:xfrm rot="10800000">
          <a:off x="1347801" y="2931287"/>
          <a:ext cx="4231195" cy="1128198"/>
        </a:xfrm>
        <a:prstGeom prst="homePlat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7504" tIns="83820" rIns="156464" bIns="83820" numCol="1" spcCol="1270" anchor="ctr" anchorCtr="0">
          <a:noAutofit/>
        </a:bodyPr>
        <a:lstStyle/>
        <a:p>
          <a:pPr marL="0" lvl="0" indent="0" algn="ctr" defTabSz="977900">
            <a:lnSpc>
              <a:spcPct val="90000"/>
            </a:lnSpc>
            <a:spcBef>
              <a:spcPct val="0"/>
            </a:spcBef>
            <a:spcAft>
              <a:spcPct val="35000"/>
            </a:spcAft>
            <a:buNone/>
          </a:pPr>
          <a:r>
            <a:rPr lang="de-DE" sz="2200" kern="1200" dirty="0"/>
            <a:t>Tabellen einer Datenbank können durch Abfragen manipuliert werden</a:t>
          </a:r>
        </a:p>
      </dsp:txBody>
      <dsp:txXfrm rot="10800000">
        <a:off x="1629850" y="2931287"/>
        <a:ext cx="3949146" cy="1128198"/>
      </dsp:txXfrm>
    </dsp:sp>
    <dsp:sp modelId="{1C7929BB-E52C-498F-8172-4974D60059F2}">
      <dsp:nvSpPr>
        <dsp:cNvPr id="0" name=""/>
        <dsp:cNvSpPr/>
      </dsp:nvSpPr>
      <dsp:spPr>
        <a:xfrm>
          <a:off x="783702" y="2931287"/>
          <a:ext cx="1128198" cy="1128198"/>
        </a:xfrm>
        <a:prstGeom prst="ellipse">
          <a:avLst/>
        </a:prstGeom>
        <a:blipFill rotWithShape="1">
          <a:blip xmlns:r="http://schemas.openxmlformats.org/officeDocument/2006/relationships" r:embed="rId3"/>
          <a:srcRect/>
          <a:stretch>
            <a:fillRect/>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C4F679-CF90-42AD-A878-1C594890E07B}">
      <dsp:nvSpPr>
        <dsp:cNvPr id="0" name=""/>
        <dsp:cNvSpPr/>
      </dsp:nvSpPr>
      <dsp:spPr>
        <a:xfrm>
          <a:off x="0" y="525256"/>
          <a:ext cx="1549962" cy="929977"/>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Datenspeicherung und -manipulation</a:t>
          </a:r>
        </a:p>
      </dsp:txBody>
      <dsp:txXfrm>
        <a:off x="0" y="525256"/>
        <a:ext cx="1549962" cy="929977"/>
      </dsp:txXfrm>
    </dsp:sp>
    <dsp:sp modelId="{588079B1-CBCC-49A6-8E43-412BE5BA7281}">
      <dsp:nvSpPr>
        <dsp:cNvPr id="0" name=""/>
        <dsp:cNvSpPr/>
      </dsp:nvSpPr>
      <dsp:spPr>
        <a:xfrm>
          <a:off x="1704958" y="525256"/>
          <a:ext cx="1549962" cy="929977"/>
        </a:xfrm>
        <a:prstGeom prst="rect">
          <a:avLst/>
        </a:prstGeom>
        <a:gradFill rotWithShape="0">
          <a:gsLst>
            <a:gs pos="0">
              <a:schemeClr val="accent2">
                <a:hueOff val="-363841"/>
                <a:satOff val="-20982"/>
                <a:lumOff val="2157"/>
                <a:alphaOff val="0"/>
                <a:lumMod val="110000"/>
                <a:satMod val="105000"/>
                <a:tint val="67000"/>
              </a:schemeClr>
            </a:gs>
            <a:gs pos="50000">
              <a:schemeClr val="accent2">
                <a:hueOff val="-363841"/>
                <a:satOff val="-20982"/>
                <a:lumOff val="2157"/>
                <a:alphaOff val="0"/>
                <a:lumMod val="105000"/>
                <a:satMod val="103000"/>
                <a:tint val="73000"/>
              </a:schemeClr>
            </a:gs>
            <a:gs pos="100000">
              <a:schemeClr val="accent2">
                <a:hueOff val="-363841"/>
                <a:satOff val="-20982"/>
                <a:lumOff val="215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a:t>Gewährleistung des Zugriffs auf die Daten (Berechtigung)</a:t>
          </a:r>
        </a:p>
      </dsp:txBody>
      <dsp:txXfrm>
        <a:off x="1704958" y="525256"/>
        <a:ext cx="1549962" cy="929977"/>
      </dsp:txXfrm>
    </dsp:sp>
    <dsp:sp modelId="{C6A42B01-49F4-4308-8382-16B3E5E6585D}">
      <dsp:nvSpPr>
        <dsp:cNvPr id="0" name=""/>
        <dsp:cNvSpPr/>
      </dsp:nvSpPr>
      <dsp:spPr>
        <a:xfrm>
          <a:off x="3409916" y="525256"/>
          <a:ext cx="1549962" cy="929977"/>
        </a:xfrm>
        <a:prstGeom prst="rect">
          <a:avLst/>
        </a:prstGeom>
        <a:gradFill rotWithShape="0">
          <a:gsLst>
            <a:gs pos="0">
              <a:schemeClr val="accent2">
                <a:hueOff val="-727682"/>
                <a:satOff val="-41964"/>
                <a:lumOff val="4314"/>
                <a:alphaOff val="0"/>
                <a:lumMod val="110000"/>
                <a:satMod val="105000"/>
                <a:tint val="67000"/>
              </a:schemeClr>
            </a:gs>
            <a:gs pos="50000">
              <a:schemeClr val="accent2">
                <a:hueOff val="-727682"/>
                <a:satOff val="-41964"/>
                <a:lumOff val="4314"/>
                <a:alphaOff val="0"/>
                <a:lumMod val="105000"/>
                <a:satMod val="103000"/>
                <a:tint val="73000"/>
              </a:schemeClr>
            </a:gs>
            <a:gs pos="100000">
              <a:schemeClr val="accent2">
                <a:hueOff val="-727682"/>
                <a:satOff val="-41964"/>
                <a:lumOff val="431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a:t>optimale Ausnutzung des Speichers</a:t>
          </a:r>
        </a:p>
      </dsp:txBody>
      <dsp:txXfrm>
        <a:off x="3409916" y="525256"/>
        <a:ext cx="1549962" cy="929977"/>
      </dsp:txXfrm>
    </dsp:sp>
    <dsp:sp modelId="{56E603E3-A263-4406-AA92-30AB7621C573}">
      <dsp:nvSpPr>
        <dsp:cNvPr id="0" name=""/>
        <dsp:cNvSpPr/>
      </dsp:nvSpPr>
      <dsp:spPr>
        <a:xfrm>
          <a:off x="852479" y="1610229"/>
          <a:ext cx="1549962" cy="929977"/>
        </a:xfrm>
        <a:prstGeom prst="rect">
          <a:avLst/>
        </a:prstGeom>
        <a:gradFill rotWithShape="0">
          <a:gsLst>
            <a:gs pos="0">
              <a:schemeClr val="accent2">
                <a:hueOff val="-1091522"/>
                <a:satOff val="-62946"/>
                <a:lumOff val="6471"/>
                <a:alphaOff val="0"/>
                <a:lumMod val="110000"/>
                <a:satMod val="105000"/>
                <a:tint val="67000"/>
              </a:schemeClr>
            </a:gs>
            <a:gs pos="50000">
              <a:schemeClr val="accent2">
                <a:hueOff val="-1091522"/>
                <a:satOff val="-62946"/>
                <a:lumOff val="6471"/>
                <a:alphaOff val="0"/>
                <a:lumMod val="105000"/>
                <a:satMod val="103000"/>
                <a:tint val="73000"/>
              </a:schemeClr>
            </a:gs>
            <a:gs pos="100000">
              <a:schemeClr val="accent2">
                <a:hueOff val="-1091522"/>
                <a:satOff val="-62946"/>
                <a:lumOff val="647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Gewährleistung der Datensicherheit und des Datenschutzes</a:t>
          </a:r>
        </a:p>
      </dsp:txBody>
      <dsp:txXfrm>
        <a:off x="852479" y="1610229"/>
        <a:ext cx="1549962" cy="929977"/>
      </dsp:txXfrm>
    </dsp:sp>
    <dsp:sp modelId="{77CD2B97-E0FB-4864-A17F-3BC508630226}">
      <dsp:nvSpPr>
        <dsp:cNvPr id="0" name=""/>
        <dsp:cNvSpPr/>
      </dsp:nvSpPr>
      <dsp:spPr>
        <a:xfrm>
          <a:off x="2557437" y="1610229"/>
          <a:ext cx="1549962" cy="929977"/>
        </a:xfrm>
        <a:prstGeom prst="rect">
          <a:avLst/>
        </a:prstGeom>
        <a:gradFill rotWithShape="0">
          <a:gsLst>
            <a:gs pos="0">
              <a:schemeClr val="accent2">
                <a:hueOff val="-1455363"/>
                <a:satOff val="-83928"/>
                <a:lumOff val="8628"/>
                <a:alphaOff val="0"/>
                <a:lumMod val="110000"/>
                <a:satMod val="105000"/>
                <a:tint val="67000"/>
              </a:schemeClr>
            </a:gs>
            <a:gs pos="50000">
              <a:schemeClr val="accent2">
                <a:hueOff val="-1455363"/>
                <a:satOff val="-83928"/>
                <a:lumOff val="8628"/>
                <a:alphaOff val="0"/>
                <a:lumMod val="105000"/>
                <a:satMod val="103000"/>
                <a:tint val="73000"/>
              </a:schemeClr>
            </a:gs>
            <a:gs pos="100000">
              <a:schemeClr val="accent2">
                <a:hueOff val="-1455363"/>
                <a:satOff val="-83928"/>
                <a:lumOff val="862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effiziente und fehlerfreie Speicherung</a:t>
          </a:r>
        </a:p>
      </dsp:txBody>
      <dsp:txXfrm>
        <a:off x="2557437" y="1610229"/>
        <a:ext cx="1549962" cy="9299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5AF4C2-8B2C-4A64-90F1-458660509BCA}">
      <dsp:nvSpPr>
        <dsp:cNvPr id="0" name=""/>
        <dsp:cNvSpPr/>
      </dsp:nvSpPr>
      <dsp:spPr>
        <a:xfrm>
          <a:off x="0" y="0"/>
          <a:ext cx="4910563" cy="584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a:t>Externe Datensicht:</a:t>
          </a:r>
        </a:p>
      </dsp:txBody>
      <dsp:txXfrm>
        <a:off x="28529" y="28529"/>
        <a:ext cx="4853505" cy="527357"/>
      </dsp:txXfrm>
    </dsp:sp>
    <dsp:sp modelId="{0959260B-1012-4ABB-AA66-2EEBFDD9DC69}">
      <dsp:nvSpPr>
        <dsp:cNvPr id="0" name=""/>
        <dsp:cNvSpPr/>
      </dsp:nvSpPr>
      <dsp:spPr>
        <a:xfrm>
          <a:off x="0" y="585770"/>
          <a:ext cx="4910563" cy="1117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91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de-DE" sz="1800" kern="1200"/>
            <a:t>Benutzersicht Anwender und Administratoren</a:t>
          </a:r>
        </a:p>
        <a:p>
          <a:pPr marL="171450" lvl="1" indent="-171450" algn="l" defTabSz="800100">
            <a:lnSpc>
              <a:spcPct val="90000"/>
            </a:lnSpc>
            <a:spcBef>
              <a:spcPct val="0"/>
            </a:spcBef>
            <a:spcAft>
              <a:spcPct val="20000"/>
            </a:spcAft>
            <a:buChar char="•"/>
          </a:pPr>
          <a:r>
            <a:rPr lang="de-DE" sz="1800" kern="1200" dirty="0"/>
            <a:t>Anwendungsprogramme, die über Dienstprogramme direkt auf die Datenbank zugreifen (SQL)</a:t>
          </a:r>
        </a:p>
      </dsp:txBody>
      <dsp:txXfrm>
        <a:off x="0" y="585770"/>
        <a:ext cx="4910563" cy="1117799"/>
      </dsp:txXfrm>
    </dsp:sp>
    <dsp:sp modelId="{D80B1289-7FFF-4718-8392-8DC7D16146D5}">
      <dsp:nvSpPr>
        <dsp:cNvPr id="0" name=""/>
        <dsp:cNvSpPr/>
      </dsp:nvSpPr>
      <dsp:spPr>
        <a:xfrm>
          <a:off x="0" y="1703570"/>
          <a:ext cx="4910563" cy="584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a:t>Konzeptionelle Datensicht:</a:t>
          </a:r>
        </a:p>
      </dsp:txBody>
      <dsp:txXfrm>
        <a:off x="28529" y="1732099"/>
        <a:ext cx="4853505" cy="527357"/>
      </dsp:txXfrm>
    </dsp:sp>
    <dsp:sp modelId="{29AA1B40-5632-487A-860C-193FEE76FA74}">
      <dsp:nvSpPr>
        <dsp:cNvPr id="0" name=""/>
        <dsp:cNvSpPr/>
      </dsp:nvSpPr>
      <dsp:spPr>
        <a:xfrm>
          <a:off x="0" y="2287985"/>
          <a:ext cx="4910563" cy="558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91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de-DE" sz="1800" kern="1200"/>
            <a:t>Gesamtstruktur der Daten, ihre Eigenschaften sowie ihre Beziehungen untereinander </a:t>
          </a:r>
        </a:p>
      </dsp:txBody>
      <dsp:txXfrm>
        <a:off x="0" y="2287985"/>
        <a:ext cx="4910563" cy="558899"/>
      </dsp:txXfrm>
    </dsp:sp>
    <dsp:sp modelId="{0ABAFC61-A36B-4E62-8865-C82067631C38}">
      <dsp:nvSpPr>
        <dsp:cNvPr id="0" name=""/>
        <dsp:cNvSpPr/>
      </dsp:nvSpPr>
      <dsp:spPr>
        <a:xfrm>
          <a:off x="0" y="2846884"/>
          <a:ext cx="4910563" cy="584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a:t>Interne Datensicht:</a:t>
          </a:r>
        </a:p>
      </dsp:txBody>
      <dsp:txXfrm>
        <a:off x="28529" y="2875413"/>
        <a:ext cx="4853505" cy="527357"/>
      </dsp:txXfrm>
    </dsp:sp>
    <dsp:sp modelId="{48AF15E3-A052-4B04-9BD6-8472B535921D}">
      <dsp:nvSpPr>
        <dsp:cNvPr id="0" name=""/>
        <dsp:cNvSpPr/>
      </dsp:nvSpPr>
      <dsp:spPr>
        <a:xfrm>
          <a:off x="0" y="3431300"/>
          <a:ext cx="4910563" cy="866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91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de-DE" sz="1800" kern="1200"/>
            <a:t>physische Speicherung der Daten (in Tabellen)</a:t>
          </a:r>
        </a:p>
        <a:p>
          <a:pPr marL="171450" lvl="1" indent="-171450" algn="l" defTabSz="800100">
            <a:lnSpc>
              <a:spcPct val="90000"/>
            </a:lnSpc>
            <a:spcBef>
              <a:spcPct val="0"/>
            </a:spcBef>
            <a:spcAft>
              <a:spcPct val="20000"/>
            </a:spcAft>
            <a:buChar char="•"/>
          </a:pPr>
          <a:r>
            <a:rPr lang="de-DE" sz="1800" kern="1200"/>
            <a:t>Speicherung erfolgt unabhängig von einer Anwendung</a:t>
          </a:r>
        </a:p>
      </dsp:txBody>
      <dsp:txXfrm>
        <a:off x="0" y="3431300"/>
        <a:ext cx="4910563" cy="8662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2AB9EA-177A-4BF2-ADC9-C1974415790F}">
      <dsp:nvSpPr>
        <dsp:cNvPr id="0" name=""/>
        <dsp:cNvSpPr/>
      </dsp:nvSpPr>
      <dsp:spPr>
        <a:xfrm>
          <a:off x="2468880" y="464"/>
          <a:ext cx="3703320" cy="585034"/>
        </a:xfrm>
        <a:prstGeom prst="rightArrow">
          <a:avLst>
            <a:gd name="adj1" fmla="val 75000"/>
            <a:gd name="adj2" fmla="val 50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anwendungsneutral</a:t>
          </a:r>
        </a:p>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offene Schnittstelle</a:t>
          </a:r>
        </a:p>
      </dsp:txBody>
      <dsp:txXfrm>
        <a:off x="2468880" y="73593"/>
        <a:ext cx="3483932" cy="438776"/>
      </dsp:txXfrm>
    </dsp:sp>
    <dsp:sp modelId="{DF23C2B4-C6E6-4EBC-B6D1-04531735160D}">
      <dsp:nvSpPr>
        <dsp:cNvPr id="0" name=""/>
        <dsp:cNvSpPr/>
      </dsp:nvSpPr>
      <dsp:spPr>
        <a:xfrm>
          <a:off x="0" y="464"/>
          <a:ext cx="2468880" cy="585034"/>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Datenunabhängigkeit</a:t>
          </a:r>
        </a:p>
      </dsp:txBody>
      <dsp:txXfrm>
        <a:off x="28559" y="29023"/>
        <a:ext cx="2411762" cy="527916"/>
      </dsp:txXfrm>
    </dsp:sp>
    <dsp:sp modelId="{D8555749-8245-48D9-A380-C92EAA70A16C}">
      <dsp:nvSpPr>
        <dsp:cNvPr id="0" name=""/>
        <dsp:cNvSpPr/>
      </dsp:nvSpPr>
      <dsp:spPr>
        <a:xfrm>
          <a:off x="2468880" y="644001"/>
          <a:ext cx="3703320" cy="585034"/>
        </a:xfrm>
        <a:prstGeom prst="rightArrow">
          <a:avLst>
            <a:gd name="adj1" fmla="val 75000"/>
            <a:gd name="adj2" fmla="val 50000"/>
          </a:avLst>
        </a:prstGeom>
        <a:solidFill>
          <a:schemeClr val="accent5">
            <a:tint val="40000"/>
            <a:alpha val="90000"/>
            <a:hueOff val="-1478351"/>
            <a:satOff val="-2563"/>
            <a:lumOff val="-258"/>
            <a:alphaOff val="0"/>
          </a:schemeClr>
        </a:solidFill>
        <a:ln w="6350" cap="flat" cmpd="sng" algn="ctr">
          <a:solidFill>
            <a:schemeClr val="accent5">
              <a:tint val="40000"/>
              <a:alpha val="90000"/>
              <a:hueOff val="-1478351"/>
              <a:satOff val="-2563"/>
              <a:lumOff val="-25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möglichst viele parallele Abfragen möglich</a:t>
          </a:r>
        </a:p>
        <a:p>
          <a:pPr marL="114300" lvl="1" indent="-114300" algn="l" defTabSz="533400">
            <a:lnSpc>
              <a:spcPct val="90000"/>
            </a:lnSpc>
            <a:spcBef>
              <a:spcPct val="0"/>
            </a:spcBef>
            <a:spcAft>
              <a:spcPct val="15000"/>
            </a:spcAft>
            <a:buChar char="•"/>
          </a:pPr>
          <a:r>
            <a:rPr lang="de-DE" sz="1200" kern="1200" dirty="0">
              <a:latin typeface="Arial" panose="020B0604020202020204" pitchFamily="34" charset="0"/>
              <a:cs typeface="Arial" panose="020B0604020202020204" pitchFamily="34" charset="0"/>
            </a:rPr>
            <a:t>resistent gegen Überlastung</a:t>
          </a:r>
        </a:p>
      </dsp:txBody>
      <dsp:txXfrm>
        <a:off x="2468880" y="717130"/>
        <a:ext cx="3483932" cy="438776"/>
      </dsp:txXfrm>
    </dsp:sp>
    <dsp:sp modelId="{D621EEE3-C56B-4B71-830B-BD8F4CD5A502}">
      <dsp:nvSpPr>
        <dsp:cNvPr id="0" name=""/>
        <dsp:cNvSpPr/>
      </dsp:nvSpPr>
      <dsp:spPr>
        <a:xfrm>
          <a:off x="0" y="644001"/>
          <a:ext cx="2468880" cy="585034"/>
        </a:xfrm>
        <a:prstGeom prst="roundRect">
          <a:avLst/>
        </a:prstGeom>
        <a:gradFill rotWithShape="0">
          <a:gsLst>
            <a:gs pos="0">
              <a:schemeClr val="accent5">
                <a:hueOff val="-1470669"/>
                <a:satOff val="-2046"/>
                <a:lumOff val="-784"/>
                <a:alphaOff val="0"/>
                <a:lumMod val="110000"/>
                <a:satMod val="105000"/>
                <a:tint val="67000"/>
              </a:schemeClr>
            </a:gs>
            <a:gs pos="50000">
              <a:schemeClr val="accent5">
                <a:hueOff val="-1470669"/>
                <a:satOff val="-2046"/>
                <a:lumOff val="-784"/>
                <a:alphaOff val="0"/>
                <a:lumMod val="105000"/>
                <a:satMod val="103000"/>
                <a:tint val="73000"/>
              </a:schemeClr>
            </a:gs>
            <a:gs pos="100000">
              <a:schemeClr val="accent5">
                <a:hueOff val="-1470669"/>
                <a:satOff val="-2046"/>
                <a:lumOff val="-78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Mehrfachzugriff</a:t>
          </a:r>
        </a:p>
      </dsp:txBody>
      <dsp:txXfrm>
        <a:off x="28559" y="672560"/>
        <a:ext cx="2411762" cy="527916"/>
      </dsp:txXfrm>
    </dsp:sp>
    <dsp:sp modelId="{9C385061-6601-4631-9341-D0B1FB795280}">
      <dsp:nvSpPr>
        <dsp:cNvPr id="0" name=""/>
        <dsp:cNvSpPr/>
      </dsp:nvSpPr>
      <dsp:spPr>
        <a:xfrm>
          <a:off x="2468880" y="1287539"/>
          <a:ext cx="3703320" cy="585034"/>
        </a:xfrm>
        <a:prstGeom prst="rightArrow">
          <a:avLst>
            <a:gd name="adj1" fmla="val 75000"/>
            <a:gd name="adj2" fmla="val 50000"/>
          </a:avLst>
        </a:prstGeom>
        <a:solidFill>
          <a:schemeClr val="accent5">
            <a:tint val="40000"/>
            <a:alpha val="90000"/>
            <a:hueOff val="-2956702"/>
            <a:satOff val="-5126"/>
            <a:lumOff val="-516"/>
            <a:alphaOff val="0"/>
          </a:schemeClr>
        </a:solidFill>
        <a:ln w="6350" cap="flat" cmpd="sng" algn="ctr">
          <a:solidFill>
            <a:schemeClr val="accent5">
              <a:tint val="40000"/>
              <a:alpha val="90000"/>
              <a:hueOff val="-2956702"/>
              <a:satOff val="-5126"/>
              <a:lumOff val="-51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Zugriffsberechtigung</a:t>
          </a:r>
        </a:p>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getrennte Sichten</a:t>
          </a:r>
        </a:p>
      </dsp:txBody>
      <dsp:txXfrm>
        <a:off x="2468880" y="1360668"/>
        <a:ext cx="3483932" cy="438776"/>
      </dsp:txXfrm>
    </dsp:sp>
    <dsp:sp modelId="{9B2A4F4A-60F9-4847-B2CF-0CC41845F9D2}">
      <dsp:nvSpPr>
        <dsp:cNvPr id="0" name=""/>
        <dsp:cNvSpPr/>
      </dsp:nvSpPr>
      <dsp:spPr>
        <a:xfrm>
          <a:off x="0" y="1287539"/>
          <a:ext cx="2468880" cy="585034"/>
        </a:xfrm>
        <a:prstGeom prst="roundRect">
          <a:avLst/>
        </a:prstGeom>
        <a:gradFill rotWithShape="0">
          <a:gsLst>
            <a:gs pos="0">
              <a:schemeClr val="accent5">
                <a:hueOff val="-2941338"/>
                <a:satOff val="-4091"/>
                <a:lumOff val="-1569"/>
                <a:alphaOff val="0"/>
                <a:lumMod val="110000"/>
                <a:satMod val="105000"/>
                <a:tint val="67000"/>
              </a:schemeClr>
            </a:gs>
            <a:gs pos="50000">
              <a:schemeClr val="accent5">
                <a:hueOff val="-2941338"/>
                <a:satOff val="-4091"/>
                <a:lumOff val="-1569"/>
                <a:alphaOff val="0"/>
                <a:lumMod val="105000"/>
                <a:satMod val="103000"/>
                <a:tint val="73000"/>
              </a:schemeClr>
            </a:gs>
            <a:gs pos="100000">
              <a:schemeClr val="accent5">
                <a:hueOff val="-2941338"/>
                <a:satOff val="-4091"/>
                <a:lumOff val="-156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Datenschutz</a:t>
          </a:r>
        </a:p>
      </dsp:txBody>
      <dsp:txXfrm>
        <a:off x="28559" y="1316098"/>
        <a:ext cx="2411762" cy="527916"/>
      </dsp:txXfrm>
    </dsp:sp>
    <dsp:sp modelId="{052D6B06-9FDE-4632-B252-543740621EAF}">
      <dsp:nvSpPr>
        <dsp:cNvPr id="0" name=""/>
        <dsp:cNvSpPr/>
      </dsp:nvSpPr>
      <dsp:spPr>
        <a:xfrm>
          <a:off x="2468880" y="1931076"/>
          <a:ext cx="3703320" cy="585034"/>
        </a:xfrm>
        <a:prstGeom prst="rightArrow">
          <a:avLst>
            <a:gd name="adj1" fmla="val 75000"/>
            <a:gd name="adj2" fmla="val 50000"/>
          </a:avLst>
        </a:prstGeom>
        <a:solidFill>
          <a:schemeClr val="accent5">
            <a:tint val="40000"/>
            <a:alpha val="90000"/>
            <a:hueOff val="-4435053"/>
            <a:satOff val="-7690"/>
            <a:lumOff val="-773"/>
            <a:alphaOff val="0"/>
          </a:schemeClr>
        </a:solidFill>
        <a:ln w="6350" cap="flat" cmpd="sng" algn="ctr">
          <a:solidFill>
            <a:schemeClr val="accent5">
              <a:tint val="40000"/>
              <a:alpha val="90000"/>
              <a:hueOff val="-4435053"/>
              <a:satOff val="-7690"/>
              <a:lumOff val="-77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dirty="0" err="1">
              <a:latin typeface="Arial" panose="020B0604020202020204" pitchFamily="34" charset="0"/>
              <a:cs typeface="Arial" panose="020B0604020202020204" pitchFamily="34" charset="0"/>
            </a:rPr>
            <a:t>recovery</a:t>
          </a:r>
          <a:r>
            <a:rPr lang="de-DE" sz="1200" kern="1200" dirty="0">
              <a:latin typeface="Arial" panose="020B0604020202020204" pitchFamily="34" charset="0"/>
              <a:cs typeface="Arial" panose="020B0604020202020204" pitchFamily="34" charset="0"/>
            </a:rPr>
            <a:t> nach Störungsfall</a:t>
          </a:r>
        </a:p>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Speicherung langlebiger Daten (Datenpersistenz)</a:t>
          </a:r>
        </a:p>
      </dsp:txBody>
      <dsp:txXfrm>
        <a:off x="2468880" y="2004205"/>
        <a:ext cx="3483932" cy="438776"/>
      </dsp:txXfrm>
    </dsp:sp>
    <dsp:sp modelId="{E903F49D-CD7B-4897-8963-0DE39D5C561E}">
      <dsp:nvSpPr>
        <dsp:cNvPr id="0" name=""/>
        <dsp:cNvSpPr/>
      </dsp:nvSpPr>
      <dsp:spPr>
        <a:xfrm>
          <a:off x="0" y="1931076"/>
          <a:ext cx="2468880" cy="585034"/>
        </a:xfrm>
        <a:prstGeom prst="roundRect">
          <a:avLst/>
        </a:prstGeom>
        <a:gradFill rotWithShape="0">
          <a:gsLst>
            <a:gs pos="0">
              <a:schemeClr val="accent5">
                <a:hueOff val="-4412007"/>
                <a:satOff val="-6137"/>
                <a:lumOff val="-2353"/>
                <a:alphaOff val="0"/>
                <a:lumMod val="110000"/>
                <a:satMod val="105000"/>
                <a:tint val="67000"/>
              </a:schemeClr>
            </a:gs>
            <a:gs pos="50000">
              <a:schemeClr val="accent5">
                <a:hueOff val="-4412007"/>
                <a:satOff val="-6137"/>
                <a:lumOff val="-2353"/>
                <a:alphaOff val="0"/>
                <a:lumMod val="105000"/>
                <a:satMod val="103000"/>
                <a:tint val="73000"/>
              </a:schemeClr>
            </a:gs>
            <a:gs pos="100000">
              <a:schemeClr val="accent5">
                <a:hueOff val="-4412007"/>
                <a:satOff val="-6137"/>
                <a:lumOff val="-235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Datensicherheit</a:t>
          </a:r>
        </a:p>
      </dsp:txBody>
      <dsp:txXfrm>
        <a:off x="28559" y="1959635"/>
        <a:ext cx="2411762" cy="527916"/>
      </dsp:txXfrm>
    </dsp:sp>
    <dsp:sp modelId="{21372674-C78F-426C-8495-9B1D48B0A596}">
      <dsp:nvSpPr>
        <dsp:cNvPr id="0" name=""/>
        <dsp:cNvSpPr/>
      </dsp:nvSpPr>
      <dsp:spPr>
        <a:xfrm>
          <a:off x="2468880" y="2574614"/>
          <a:ext cx="3703320" cy="585034"/>
        </a:xfrm>
        <a:prstGeom prst="rightArrow">
          <a:avLst>
            <a:gd name="adj1" fmla="val 75000"/>
            <a:gd name="adj2" fmla="val 50000"/>
          </a:avLst>
        </a:prstGeom>
        <a:solidFill>
          <a:schemeClr val="accent5">
            <a:tint val="40000"/>
            <a:alpha val="90000"/>
            <a:hueOff val="-5913404"/>
            <a:satOff val="-10253"/>
            <a:lumOff val="-1031"/>
            <a:alphaOff val="0"/>
          </a:schemeClr>
        </a:solidFill>
        <a:ln w="6350" cap="flat" cmpd="sng" algn="ctr">
          <a:solidFill>
            <a:schemeClr val="accent5">
              <a:tint val="40000"/>
              <a:alpha val="90000"/>
              <a:hueOff val="-5913404"/>
              <a:satOff val="-10253"/>
              <a:lumOff val="-103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Daten sind vollständig erfasst (Prüfung)</a:t>
          </a:r>
        </a:p>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Daten sind korrekt und widerspruchsfrei</a:t>
          </a:r>
        </a:p>
      </dsp:txBody>
      <dsp:txXfrm>
        <a:off x="2468880" y="2647743"/>
        <a:ext cx="3483932" cy="438776"/>
      </dsp:txXfrm>
    </dsp:sp>
    <dsp:sp modelId="{C0F8261C-2C70-4189-B893-F6BF467D0A22}">
      <dsp:nvSpPr>
        <dsp:cNvPr id="0" name=""/>
        <dsp:cNvSpPr/>
      </dsp:nvSpPr>
      <dsp:spPr>
        <a:xfrm>
          <a:off x="0" y="2574614"/>
          <a:ext cx="2468880" cy="585034"/>
        </a:xfrm>
        <a:prstGeom prst="roundRect">
          <a:avLst/>
        </a:prstGeom>
        <a:gradFill rotWithShape="0">
          <a:gsLst>
            <a:gs pos="0">
              <a:schemeClr val="accent5">
                <a:hueOff val="-5882676"/>
                <a:satOff val="-8182"/>
                <a:lumOff val="-3138"/>
                <a:alphaOff val="0"/>
                <a:lumMod val="110000"/>
                <a:satMod val="105000"/>
                <a:tint val="67000"/>
              </a:schemeClr>
            </a:gs>
            <a:gs pos="50000">
              <a:schemeClr val="accent5">
                <a:hueOff val="-5882676"/>
                <a:satOff val="-8182"/>
                <a:lumOff val="-3138"/>
                <a:alphaOff val="0"/>
                <a:lumMod val="105000"/>
                <a:satMod val="103000"/>
                <a:tint val="73000"/>
              </a:schemeClr>
            </a:gs>
            <a:gs pos="100000">
              <a:schemeClr val="accent5">
                <a:hueOff val="-5882676"/>
                <a:satOff val="-8182"/>
                <a:lumOff val="-313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Datenintegrität</a:t>
          </a:r>
        </a:p>
      </dsp:txBody>
      <dsp:txXfrm>
        <a:off x="28559" y="2603173"/>
        <a:ext cx="2411762" cy="527916"/>
      </dsp:txXfrm>
    </dsp:sp>
    <dsp:sp modelId="{AB4BD3CB-231A-4926-BBFF-86C53488B34D}">
      <dsp:nvSpPr>
        <dsp:cNvPr id="0" name=""/>
        <dsp:cNvSpPr/>
      </dsp:nvSpPr>
      <dsp:spPr>
        <a:xfrm>
          <a:off x="2468880" y="3218151"/>
          <a:ext cx="3703320" cy="585034"/>
        </a:xfrm>
        <a:prstGeom prst="rightArrow">
          <a:avLst>
            <a:gd name="adj1" fmla="val 75000"/>
            <a:gd name="adj2" fmla="val 50000"/>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dirty="0">
              <a:latin typeface="Arial" panose="020B0604020202020204" pitchFamily="34" charset="0"/>
              <a:cs typeface="Arial" panose="020B0604020202020204" pitchFamily="34" charset="0"/>
            </a:rPr>
            <a:t>jedes Datenelement ist nach Möglichkeit nur ein einziges Mal vorhanden</a:t>
          </a:r>
        </a:p>
      </dsp:txBody>
      <dsp:txXfrm>
        <a:off x="2468880" y="3291280"/>
        <a:ext cx="3483932" cy="438776"/>
      </dsp:txXfrm>
    </dsp:sp>
    <dsp:sp modelId="{5B9F81F6-283D-46F6-B153-F5884BB0A601}">
      <dsp:nvSpPr>
        <dsp:cNvPr id="0" name=""/>
        <dsp:cNvSpPr/>
      </dsp:nvSpPr>
      <dsp:spPr>
        <a:xfrm>
          <a:off x="0" y="3218151"/>
          <a:ext cx="2468880" cy="585034"/>
        </a:xfrm>
        <a:prstGeom prst="roundRect">
          <a:avLst/>
        </a:prstGeom>
        <a:gradFill rotWithShape="0">
          <a:gsLst>
            <a:gs pos="0">
              <a:schemeClr val="accent5">
                <a:hueOff val="-7353344"/>
                <a:satOff val="-10228"/>
                <a:lumOff val="-3922"/>
                <a:alphaOff val="0"/>
                <a:lumMod val="110000"/>
                <a:satMod val="105000"/>
                <a:tint val="67000"/>
              </a:schemeClr>
            </a:gs>
            <a:gs pos="50000">
              <a:schemeClr val="accent5">
                <a:hueOff val="-7353344"/>
                <a:satOff val="-10228"/>
                <a:lumOff val="-3922"/>
                <a:alphaOff val="0"/>
                <a:lumMod val="105000"/>
                <a:satMod val="103000"/>
                <a:tint val="73000"/>
              </a:schemeClr>
            </a:gs>
            <a:gs pos="100000">
              <a:schemeClr val="accent5">
                <a:hueOff val="-7353344"/>
                <a:satOff val="-10228"/>
                <a:lumOff val="-392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Redundanzfreiheit</a:t>
          </a:r>
        </a:p>
      </dsp:txBody>
      <dsp:txXfrm>
        <a:off x="28559" y="3246710"/>
        <a:ext cx="2411762" cy="5279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801FF-A8BC-4A70-895F-95F8538AA72B}">
      <dsp:nvSpPr>
        <dsp:cNvPr id="0" name=""/>
        <dsp:cNvSpPr/>
      </dsp:nvSpPr>
      <dsp:spPr>
        <a:xfrm>
          <a:off x="3827093" y="872914"/>
          <a:ext cx="108143" cy="2379166"/>
        </a:xfrm>
        <a:custGeom>
          <a:avLst/>
          <a:gdLst/>
          <a:ahLst/>
          <a:cxnLst/>
          <a:rect l="0" t="0" r="0" b="0"/>
          <a:pathLst>
            <a:path>
              <a:moveTo>
                <a:pt x="0" y="0"/>
              </a:moveTo>
              <a:lnTo>
                <a:pt x="0" y="2379166"/>
              </a:lnTo>
              <a:lnTo>
                <a:pt x="108143" y="237916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052C1F2-1B1D-4B1E-8DA4-759EF2C8EF0C}">
      <dsp:nvSpPr>
        <dsp:cNvPr id="0" name=""/>
        <dsp:cNvSpPr/>
      </dsp:nvSpPr>
      <dsp:spPr>
        <a:xfrm>
          <a:off x="3827093" y="872914"/>
          <a:ext cx="108143" cy="1867285"/>
        </a:xfrm>
        <a:custGeom>
          <a:avLst/>
          <a:gdLst/>
          <a:ahLst/>
          <a:cxnLst/>
          <a:rect l="0" t="0" r="0" b="0"/>
          <a:pathLst>
            <a:path>
              <a:moveTo>
                <a:pt x="0" y="0"/>
              </a:moveTo>
              <a:lnTo>
                <a:pt x="0" y="1867285"/>
              </a:lnTo>
              <a:lnTo>
                <a:pt x="108143" y="186728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6859F49-5CAF-49A3-B800-DED4D28E832B}">
      <dsp:nvSpPr>
        <dsp:cNvPr id="0" name=""/>
        <dsp:cNvSpPr/>
      </dsp:nvSpPr>
      <dsp:spPr>
        <a:xfrm>
          <a:off x="3827093"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6C3C22F-50C7-401B-AA59-08C36F3AD5FF}">
      <dsp:nvSpPr>
        <dsp:cNvPr id="0" name=""/>
        <dsp:cNvSpPr/>
      </dsp:nvSpPr>
      <dsp:spPr>
        <a:xfrm>
          <a:off x="3827093"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430D391-D833-441C-A119-CB8CF75A5DE3}">
      <dsp:nvSpPr>
        <dsp:cNvPr id="0" name=""/>
        <dsp:cNvSpPr/>
      </dsp:nvSpPr>
      <dsp:spPr>
        <a:xfrm>
          <a:off x="3827093"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1953FDB-271D-4ADF-976F-14F165D0B507}">
      <dsp:nvSpPr>
        <dsp:cNvPr id="0" name=""/>
        <dsp:cNvSpPr/>
      </dsp:nvSpPr>
      <dsp:spPr>
        <a:xfrm>
          <a:off x="2370755" y="361032"/>
          <a:ext cx="1744721" cy="151401"/>
        </a:xfrm>
        <a:custGeom>
          <a:avLst/>
          <a:gdLst/>
          <a:ahLst/>
          <a:cxnLst/>
          <a:rect l="0" t="0" r="0" b="0"/>
          <a:pathLst>
            <a:path>
              <a:moveTo>
                <a:pt x="0" y="0"/>
              </a:moveTo>
              <a:lnTo>
                <a:pt x="0" y="75700"/>
              </a:lnTo>
              <a:lnTo>
                <a:pt x="1744721" y="75700"/>
              </a:lnTo>
              <a:lnTo>
                <a:pt x="1744721"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DD19C2F-17F6-4DCD-89CD-5E8F22A4790C}">
      <dsp:nvSpPr>
        <dsp:cNvPr id="0" name=""/>
        <dsp:cNvSpPr/>
      </dsp:nvSpPr>
      <dsp:spPr>
        <a:xfrm>
          <a:off x="2954732" y="872914"/>
          <a:ext cx="108143" cy="2379166"/>
        </a:xfrm>
        <a:custGeom>
          <a:avLst/>
          <a:gdLst/>
          <a:ahLst/>
          <a:cxnLst/>
          <a:rect l="0" t="0" r="0" b="0"/>
          <a:pathLst>
            <a:path>
              <a:moveTo>
                <a:pt x="0" y="0"/>
              </a:moveTo>
              <a:lnTo>
                <a:pt x="0" y="2379166"/>
              </a:lnTo>
              <a:lnTo>
                <a:pt x="108143" y="237916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55A33CB-C485-4DB5-A2AE-246CE790321B}">
      <dsp:nvSpPr>
        <dsp:cNvPr id="0" name=""/>
        <dsp:cNvSpPr/>
      </dsp:nvSpPr>
      <dsp:spPr>
        <a:xfrm>
          <a:off x="2954732" y="872914"/>
          <a:ext cx="108143" cy="1867285"/>
        </a:xfrm>
        <a:custGeom>
          <a:avLst/>
          <a:gdLst/>
          <a:ahLst/>
          <a:cxnLst/>
          <a:rect l="0" t="0" r="0" b="0"/>
          <a:pathLst>
            <a:path>
              <a:moveTo>
                <a:pt x="0" y="0"/>
              </a:moveTo>
              <a:lnTo>
                <a:pt x="0" y="1867285"/>
              </a:lnTo>
              <a:lnTo>
                <a:pt x="108143" y="186728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F28D9E9-CA05-4B17-9A23-6089D2F985A0}">
      <dsp:nvSpPr>
        <dsp:cNvPr id="0" name=""/>
        <dsp:cNvSpPr/>
      </dsp:nvSpPr>
      <dsp:spPr>
        <a:xfrm>
          <a:off x="2954732"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6F10A2B-D5AE-4D86-B4ED-8CBC8A5C146F}">
      <dsp:nvSpPr>
        <dsp:cNvPr id="0" name=""/>
        <dsp:cNvSpPr/>
      </dsp:nvSpPr>
      <dsp:spPr>
        <a:xfrm>
          <a:off x="2954732"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5BB8BB7-0787-442C-BE1C-E402593ABB57}">
      <dsp:nvSpPr>
        <dsp:cNvPr id="0" name=""/>
        <dsp:cNvSpPr/>
      </dsp:nvSpPr>
      <dsp:spPr>
        <a:xfrm>
          <a:off x="2954732"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8206F9B-7AF6-4652-AB5C-916166CB5354}">
      <dsp:nvSpPr>
        <dsp:cNvPr id="0" name=""/>
        <dsp:cNvSpPr/>
      </dsp:nvSpPr>
      <dsp:spPr>
        <a:xfrm>
          <a:off x="2370755" y="361032"/>
          <a:ext cx="872360" cy="151401"/>
        </a:xfrm>
        <a:custGeom>
          <a:avLst/>
          <a:gdLst/>
          <a:ahLst/>
          <a:cxnLst/>
          <a:rect l="0" t="0" r="0" b="0"/>
          <a:pathLst>
            <a:path>
              <a:moveTo>
                <a:pt x="0" y="0"/>
              </a:moveTo>
              <a:lnTo>
                <a:pt x="0" y="75700"/>
              </a:lnTo>
              <a:lnTo>
                <a:pt x="872360" y="75700"/>
              </a:lnTo>
              <a:lnTo>
                <a:pt x="872360"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FD5750D-E42E-4CCF-BE26-0FEB82C8FDFE}">
      <dsp:nvSpPr>
        <dsp:cNvPr id="0" name=""/>
        <dsp:cNvSpPr/>
      </dsp:nvSpPr>
      <dsp:spPr>
        <a:xfrm>
          <a:off x="2082371"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749EA20-C4CF-43FF-A607-AC516B713D48}">
      <dsp:nvSpPr>
        <dsp:cNvPr id="0" name=""/>
        <dsp:cNvSpPr/>
      </dsp:nvSpPr>
      <dsp:spPr>
        <a:xfrm>
          <a:off x="2082371"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E8FD173-7E5A-42E3-A545-2787CC3B6D8A}">
      <dsp:nvSpPr>
        <dsp:cNvPr id="0" name=""/>
        <dsp:cNvSpPr/>
      </dsp:nvSpPr>
      <dsp:spPr>
        <a:xfrm>
          <a:off x="2082371"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DAE45F1-F1F7-4C38-9A4C-62AFA5EAC6CC}">
      <dsp:nvSpPr>
        <dsp:cNvPr id="0" name=""/>
        <dsp:cNvSpPr/>
      </dsp:nvSpPr>
      <dsp:spPr>
        <a:xfrm>
          <a:off x="2325035" y="361032"/>
          <a:ext cx="91440" cy="151401"/>
        </a:xfrm>
        <a:custGeom>
          <a:avLst/>
          <a:gdLst/>
          <a:ahLst/>
          <a:cxnLst/>
          <a:rect l="0" t="0" r="0" b="0"/>
          <a:pathLst>
            <a:path>
              <a:moveTo>
                <a:pt x="45720" y="0"/>
              </a:moveTo>
              <a:lnTo>
                <a:pt x="45720"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104CC0E-926A-4D4E-8186-6E2AFDD1B9E9}">
      <dsp:nvSpPr>
        <dsp:cNvPr id="0" name=""/>
        <dsp:cNvSpPr/>
      </dsp:nvSpPr>
      <dsp:spPr>
        <a:xfrm>
          <a:off x="1210010" y="872914"/>
          <a:ext cx="108143" cy="3402928"/>
        </a:xfrm>
        <a:custGeom>
          <a:avLst/>
          <a:gdLst/>
          <a:ahLst/>
          <a:cxnLst/>
          <a:rect l="0" t="0" r="0" b="0"/>
          <a:pathLst>
            <a:path>
              <a:moveTo>
                <a:pt x="0" y="0"/>
              </a:moveTo>
              <a:lnTo>
                <a:pt x="0" y="3402928"/>
              </a:lnTo>
              <a:lnTo>
                <a:pt x="108143" y="3402928"/>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70B2555-E90A-438E-B9A6-E1456D48282F}">
      <dsp:nvSpPr>
        <dsp:cNvPr id="0" name=""/>
        <dsp:cNvSpPr/>
      </dsp:nvSpPr>
      <dsp:spPr>
        <a:xfrm>
          <a:off x="1210010" y="872914"/>
          <a:ext cx="108143" cy="2891047"/>
        </a:xfrm>
        <a:custGeom>
          <a:avLst/>
          <a:gdLst/>
          <a:ahLst/>
          <a:cxnLst/>
          <a:rect l="0" t="0" r="0" b="0"/>
          <a:pathLst>
            <a:path>
              <a:moveTo>
                <a:pt x="0" y="0"/>
              </a:moveTo>
              <a:lnTo>
                <a:pt x="0" y="2891047"/>
              </a:lnTo>
              <a:lnTo>
                <a:pt x="108143" y="289104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755148B-E93C-4E8D-BDA3-FD11FEC3ECB7}">
      <dsp:nvSpPr>
        <dsp:cNvPr id="0" name=""/>
        <dsp:cNvSpPr/>
      </dsp:nvSpPr>
      <dsp:spPr>
        <a:xfrm>
          <a:off x="1210010" y="872914"/>
          <a:ext cx="108143" cy="2379166"/>
        </a:xfrm>
        <a:custGeom>
          <a:avLst/>
          <a:gdLst/>
          <a:ahLst/>
          <a:cxnLst/>
          <a:rect l="0" t="0" r="0" b="0"/>
          <a:pathLst>
            <a:path>
              <a:moveTo>
                <a:pt x="0" y="0"/>
              </a:moveTo>
              <a:lnTo>
                <a:pt x="0" y="2379166"/>
              </a:lnTo>
              <a:lnTo>
                <a:pt x="108143" y="237916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E7A3006-04FB-4AB4-B887-60B4768C5D23}">
      <dsp:nvSpPr>
        <dsp:cNvPr id="0" name=""/>
        <dsp:cNvSpPr/>
      </dsp:nvSpPr>
      <dsp:spPr>
        <a:xfrm>
          <a:off x="1210010" y="872914"/>
          <a:ext cx="108143" cy="1867285"/>
        </a:xfrm>
        <a:custGeom>
          <a:avLst/>
          <a:gdLst/>
          <a:ahLst/>
          <a:cxnLst/>
          <a:rect l="0" t="0" r="0" b="0"/>
          <a:pathLst>
            <a:path>
              <a:moveTo>
                <a:pt x="0" y="0"/>
              </a:moveTo>
              <a:lnTo>
                <a:pt x="0" y="1867285"/>
              </a:lnTo>
              <a:lnTo>
                <a:pt x="108143" y="186728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62DE658-F46D-48CF-A277-F80B1D501F2A}">
      <dsp:nvSpPr>
        <dsp:cNvPr id="0" name=""/>
        <dsp:cNvSpPr/>
      </dsp:nvSpPr>
      <dsp:spPr>
        <a:xfrm>
          <a:off x="1210010"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9EABC6F-1778-4829-96CB-7C411F523956}">
      <dsp:nvSpPr>
        <dsp:cNvPr id="0" name=""/>
        <dsp:cNvSpPr/>
      </dsp:nvSpPr>
      <dsp:spPr>
        <a:xfrm>
          <a:off x="1210010"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E05FC00-71E5-4353-8E51-748779809F05}">
      <dsp:nvSpPr>
        <dsp:cNvPr id="0" name=""/>
        <dsp:cNvSpPr/>
      </dsp:nvSpPr>
      <dsp:spPr>
        <a:xfrm>
          <a:off x="1210010"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BC60741-666D-4C9A-8E85-2FBDEFF75D1E}">
      <dsp:nvSpPr>
        <dsp:cNvPr id="0" name=""/>
        <dsp:cNvSpPr/>
      </dsp:nvSpPr>
      <dsp:spPr>
        <a:xfrm>
          <a:off x="1498394" y="361032"/>
          <a:ext cx="872360" cy="151401"/>
        </a:xfrm>
        <a:custGeom>
          <a:avLst/>
          <a:gdLst/>
          <a:ahLst/>
          <a:cxnLst/>
          <a:rect l="0" t="0" r="0" b="0"/>
          <a:pathLst>
            <a:path>
              <a:moveTo>
                <a:pt x="872360" y="0"/>
              </a:moveTo>
              <a:lnTo>
                <a:pt x="872360" y="75700"/>
              </a:lnTo>
              <a:lnTo>
                <a:pt x="0" y="75700"/>
              </a:lnTo>
              <a:lnTo>
                <a:pt x="0"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EFAFE0B-A2EE-411F-93B8-F317A7E63A52}">
      <dsp:nvSpPr>
        <dsp:cNvPr id="0" name=""/>
        <dsp:cNvSpPr/>
      </dsp:nvSpPr>
      <dsp:spPr>
        <a:xfrm>
          <a:off x="337649"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4279276-8483-4266-B8F7-191FD4B90472}">
      <dsp:nvSpPr>
        <dsp:cNvPr id="0" name=""/>
        <dsp:cNvSpPr/>
      </dsp:nvSpPr>
      <dsp:spPr>
        <a:xfrm>
          <a:off x="337649"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990FBE3-536C-403B-A8A2-C6AB47DAC219}">
      <dsp:nvSpPr>
        <dsp:cNvPr id="0" name=""/>
        <dsp:cNvSpPr/>
      </dsp:nvSpPr>
      <dsp:spPr>
        <a:xfrm>
          <a:off x="337649"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DC919CE-908A-49EB-911F-4D459ACDF8E3}">
      <dsp:nvSpPr>
        <dsp:cNvPr id="0" name=""/>
        <dsp:cNvSpPr/>
      </dsp:nvSpPr>
      <dsp:spPr>
        <a:xfrm>
          <a:off x="626033" y="361032"/>
          <a:ext cx="1744721" cy="151401"/>
        </a:xfrm>
        <a:custGeom>
          <a:avLst/>
          <a:gdLst/>
          <a:ahLst/>
          <a:cxnLst/>
          <a:rect l="0" t="0" r="0" b="0"/>
          <a:pathLst>
            <a:path>
              <a:moveTo>
                <a:pt x="1744721" y="0"/>
              </a:moveTo>
              <a:lnTo>
                <a:pt x="1744721" y="75700"/>
              </a:lnTo>
              <a:lnTo>
                <a:pt x="0" y="75700"/>
              </a:lnTo>
              <a:lnTo>
                <a:pt x="0"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0E82846-5497-460E-8F7C-0C44AE56CA51}">
      <dsp:nvSpPr>
        <dsp:cNvPr id="0" name=""/>
        <dsp:cNvSpPr/>
      </dsp:nvSpPr>
      <dsp:spPr>
        <a:xfrm>
          <a:off x="2010275" y="553"/>
          <a:ext cx="720959" cy="36047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a:t>KFZ</a:t>
          </a:r>
        </a:p>
      </dsp:txBody>
      <dsp:txXfrm>
        <a:off x="2010275" y="553"/>
        <a:ext cx="720959" cy="360479"/>
      </dsp:txXfrm>
    </dsp:sp>
    <dsp:sp modelId="{1A40FA0F-2AF1-4E66-A0F5-6139F3E60436}">
      <dsp:nvSpPr>
        <dsp:cNvPr id="0" name=""/>
        <dsp:cNvSpPr/>
      </dsp:nvSpPr>
      <dsp:spPr>
        <a:xfrm>
          <a:off x="265553"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Ort</a:t>
          </a:r>
        </a:p>
      </dsp:txBody>
      <dsp:txXfrm>
        <a:off x="265553" y="512434"/>
        <a:ext cx="720959" cy="360479"/>
      </dsp:txXfrm>
    </dsp:sp>
    <dsp:sp modelId="{F1B82CC1-9737-49D9-93AB-D12CDDEE964A}">
      <dsp:nvSpPr>
        <dsp:cNvPr id="0" name=""/>
        <dsp:cNvSpPr/>
      </dsp:nvSpPr>
      <dsp:spPr>
        <a:xfrm>
          <a:off x="445793"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Ort_id</a:t>
          </a:r>
          <a:endParaRPr lang="de-DE" sz="1000" kern="1200" dirty="0"/>
        </a:p>
      </dsp:txBody>
      <dsp:txXfrm>
        <a:off x="445793" y="1024315"/>
        <a:ext cx="720959" cy="360479"/>
      </dsp:txXfrm>
    </dsp:sp>
    <dsp:sp modelId="{99BC8703-A174-4025-85FF-C75DF46C60C6}">
      <dsp:nvSpPr>
        <dsp:cNvPr id="0" name=""/>
        <dsp:cNvSpPr/>
      </dsp:nvSpPr>
      <dsp:spPr>
        <a:xfrm>
          <a:off x="445793"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PLZ</a:t>
          </a:r>
        </a:p>
      </dsp:txBody>
      <dsp:txXfrm>
        <a:off x="445793" y="1536196"/>
        <a:ext cx="720959" cy="360479"/>
      </dsp:txXfrm>
    </dsp:sp>
    <dsp:sp modelId="{1501263F-B79C-468E-8CDD-A7468950138E}">
      <dsp:nvSpPr>
        <dsp:cNvPr id="0" name=""/>
        <dsp:cNvSpPr/>
      </dsp:nvSpPr>
      <dsp:spPr>
        <a:xfrm>
          <a:off x="445793"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Ortsname</a:t>
          </a:r>
        </a:p>
      </dsp:txBody>
      <dsp:txXfrm>
        <a:off x="445793" y="2048078"/>
        <a:ext cx="720959" cy="360479"/>
      </dsp:txXfrm>
    </dsp:sp>
    <dsp:sp modelId="{908BBE12-63B8-4DBF-90F0-B9F05A5629A5}">
      <dsp:nvSpPr>
        <dsp:cNvPr id="0" name=""/>
        <dsp:cNvSpPr/>
      </dsp:nvSpPr>
      <dsp:spPr>
        <a:xfrm>
          <a:off x="1137914"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Kunde</a:t>
          </a:r>
        </a:p>
      </dsp:txBody>
      <dsp:txXfrm>
        <a:off x="1137914" y="512434"/>
        <a:ext cx="720959" cy="360479"/>
      </dsp:txXfrm>
    </dsp:sp>
    <dsp:sp modelId="{A9C2D33E-16D5-4DC6-8C89-25D55E2E6FE5}">
      <dsp:nvSpPr>
        <dsp:cNvPr id="0" name=""/>
        <dsp:cNvSpPr/>
      </dsp:nvSpPr>
      <dsp:spPr>
        <a:xfrm>
          <a:off x="1318154"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Kun_id</a:t>
          </a:r>
          <a:endParaRPr lang="de-DE" sz="1000" kern="1200" dirty="0"/>
        </a:p>
      </dsp:txBody>
      <dsp:txXfrm>
        <a:off x="1318154" y="1024315"/>
        <a:ext cx="720959" cy="360479"/>
      </dsp:txXfrm>
    </dsp:sp>
    <dsp:sp modelId="{EE1AC892-4167-4426-98A0-16DF128B4DD0}">
      <dsp:nvSpPr>
        <dsp:cNvPr id="0" name=""/>
        <dsp:cNvSpPr/>
      </dsp:nvSpPr>
      <dsp:spPr>
        <a:xfrm>
          <a:off x="1318154"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Kun_Name</a:t>
          </a:r>
          <a:endParaRPr lang="de-DE" sz="1000" kern="1200" dirty="0"/>
        </a:p>
      </dsp:txBody>
      <dsp:txXfrm>
        <a:off x="1318154" y="1536196"/>
        <a:ext cx="720959" cy="360479"/>
      </dsp:txXfrm>
    </dsp:sp>
    <dsp:sp modelId="{3C0284F8-344A-4A27-A093-414F41BA38FC}">
      <dsp:nvSpPr>
        <dsp:cNvPr id="0" name=""/>
        <dsp:cNvSpPr/>
      </dsp:nvSpPr>
      <dsp:spPr>
        <a:xfrm>
          <a:off x="1318154"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Straße</a:t>
          </a:r>
        </a:p>
      </dsp:txBody>
      <dsp:txXfrm>
        <a:off x="1318154" y="2048078"/>
        <a:ext cx="720959" cy="360479"/>
      </dsp:txXfrm>
    </dsp:sp>
    <dsp:sp modelId="{7E7C973D-B32E-4B8F-972A-21AF2D1F604D}">
      <dsp:nvSpPr>
        <dsp:cNvPr id="0" name=""/>
        <dsp:cNvSpPr/>
      </dsp:nvSpPr>
      <dsp:spPr>
        <a:xfrm>
          <a:off x="1318154" y="2559959"/>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Haus-nummer</a:t>
          </a:r>
        </a:p>
      </dsp:txBody>
      <dsp:txXfrm>
        <a:off x="1318154" y="2559959"/>
        <a:ext cx="720959" cy="360479"/>
      </dsp:txXfrm>
    </dsp:sp>
    <dsp:sp modelId="{B3ED08DB-45AF-4ED5-BC41-036C6267D4B8}">
      <dsp:nvSpPr>
        <dsp:cNvPr id="0" name=""/>
        <dsp:cNvSpPr/>
      </dsp:nvSpPr>
      <dsp:spPr>
        <a:xfrm>
          <a:off x="1318154" y="3071840"/>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Telefon</a:t>
          </a:r>
        </a:p>
      </dsp:txBody>
      <dsp:txXfrm>
        <a:off x="1318154" y="3071840"/>
        <a:ext cx="720959" cy="360479"/>
      </dsp:txXfrm>
    </dsp:sp>
    <dsp:sp modelId="{8798F0A4-E69F-44B7-B4D1-F5B764859C7E}">
      <dsp:nvSpPr>
        <dsp:cNvPr id="0" name=""/>
        <dsp:cNvSpPr/>
      </dsp:nvSpPr>
      <dsp:spPr>
        <a:xfrm>
          <a:off x="1318154" y="3583721"/>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E-Mail</a:t>
          </a:r>
        </a:p>
      </dsp:txBody>
      <dsp:txXfrm>
        <a:off x="1318154" y="3583721"/>
        <a:ext cx="720959" cy="360479"/>
      </dsp:txXfrm>
    </dsp:sp>
    <dsp:sp modelId="{482104FF-545B-428F-9A99-CF5DB32512B0}">
      <dsp:nvSpPr>
        <dsp:cNvPr id="0" name=""/>
        <dsp:cNvSpPr/>
      </dsp:nvSpPr>
      <dsp:spPr>
        <a:xfrm>
          <a:off x="1318154" y="4095603"/>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Ort_id</a:t>
          </a:r>
          <a:endParaRPr lang="de-DE" sz="1000" kern="1200" dirty="0"/>
        </a:p>
      </dsp:txBody>
      <dsp:txXfrm>
        <a:off x="1318154" y="4095603"/>
        <a:ext cx="720959" cy="360479"/>
      </dsp:txXfrm>
    </dsp:sp>
    <dsp:sp modelId="{36944AE6-02F6-4A89-9A7B-7E7511698CC8}">
      <dsp:nvSpPr>
        <dsp:cNvPr id="0" name=""/>
        <dsp:cNvSpPr/>
      </dsp:nvSpPr>
      <dsp:spPr>
        <a:xfrm>
          <a:off x="2010275"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Auftrag</a:t>
          </a:r>
        </a:p>
      </dsp:txBody>
      <dsp:txXfrm>
        <a:off x="2010275" y="512434"/>
        <a:ext cx="720959" cy="360479"/>
      </dsp:txXfrm>
    </dsp:sp>
    <dsp:sp modelId="{38FC13C1-621D-4608-A5D0-F96825BE43AC}">
      <dsp:nvSpPr>
        <dsp:cNvPr id="0" name=""/>
        <dsp:cNvSpPr/>
      </dsp:nvSpPr>
      <dsp:spPr>
        <a:xfrm>
          <a:off x="2190515"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Auf_id</a:t>
          </a:r>
          <a:endParaRPr lang="de-DE" sz="1000" kern="1200" dirty="0"/>
        </a:p>
      </dsp:txBody>
      <dsp:txXfrm>
        <a:off x="2190515" y="1024315"/>
        <a:ext cx="720959" cy="360479"/>
      </dsp:txXfrm>
    </dsp:sp>
    <dsp:sp modelId="{97DB5454-A1A5-4903-AE11-921987EBD896}">
      <dsp:nvSpPr>
        <dsp:cNvPr id="0" name=""/>
        <dsp:cNvSpPr/>
      </dsp:nvSpPr>
      <dsp:spPr>
        <a:xfrm>
          <a:off x="2190515"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Kun_id</a:t>
          </a:r>
          <a:endParaRPr lang="de-DE" sz="1000" kern="1200" dirty="0"/>
        </a:p>
      </dsp:txBody>
      <dsp:txXfrm>
        <a:off x="2190515" y="1536196"/>
        <a:ext cx="720959" cy="360479"/>
      </dsp:txXfrm>
    </dsp:sp>
    <dsp:sp modelId="{27D047DE-1A9A-4C54-AAA6-F091AF0193F7}">
      <dsp:nvSpPr>
        <dsp:cNvPr id="0" name=""/>
        <dsp:cNvSpPr/>
      </dsp:nvSpPr>
      <dsp:spPr>
        <a:xfrm>
          <a:off x="2190515"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Bestell-datum</a:t>
          </a:r>
        </a:p>
      </dsp:txBody>
      <dsp:txXfrm>
        <a:off x="2190515" y="2048078"/>
        <a:ext cx="720959" cy="360479"/>
      </dsp:txXfrm>
    </dsp:sp>
    <dsp:sp modelId="{DB735B7A-28B8-4C3B-9863-B17BE7AC949F}">
      <dsp:nvSpPr>
        <dsp:cNvPr id="0" name=""/>
        <dsp:cNvSpPr/>
      </dsp:nvSpPr>
      <dsp:spPr>
        <a:xfrm>
          <a:off x="2882636"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Position</a:t>
          </a:r>
        </a:p>
      </dsp:txBody>
      <dsp:txXfrm>
        <a:off x="2882636" y="512434"/>
        <a:ext cx="720959" cy="360479"/>
      </dsp:txXfrm>
    </dsp:sp>
    <dsp:sp modelId="{186BDEA5-4E36-4323-8EB9-0985FE26F52D}">
      <dsp:nvSpPr>
        <dsp:cNvPr id="0" name=""/>
        <dsp:cNvSpPr/>
      </dsp:nvSpPr>
      <dsp:spPr>
        <a:xfrm>
          <a:off x="3062876"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Pos_id</a:t>
          </a:r>
          <a:endParaRPr lang="de-DE" sz="1000" kern="1200" dirty="0"/>
        </a:p>
      </dsp:txBody>
      <dsp:txXfrm>
        <a:off x="3062876" y="1024315"/>
        <a:ext cx="720959" cy="360479"/>
      </dsp:txXfrm>
    </dsp:sp>
    <dsp:sp modelId="{FF141B75-6FE3-4973-BC64-406FA62900D8}">
      <dsp:nvSpPr>
        <dsp:cNvPr id="0" name=""/>
        <dsp:cNvSpPr/>
      </dsp:nvSpPr>
      <dsp:spPr>
        <a:xfrm>
          <a:off x="3062876"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Art_id</a:t>
          </a:r>
          <a:endParaRPr lang="de-DE" sz="1000" kern="1200" dirty="0"/>
        </a:p>
      </dsp:txBody>
      <dsp:txXfrm>
        <a:off x="3062876" y="1536196"/>
        <a:ext cx="720959" cy="360479"/>
      </dsp:txXfrm>
    </dsp:sp>
    <dsp:sp modelId="{2E8ABDDA-4C1F-4F32-8341-D269558C7263}">
      <dsp:nvSpPr>
        <dsp:cNvPr id="0" name=""/>
        <dsp:cNvSpPr/>
      </dsp:nvSpPr>
      <dsp:spPr>
        <a:xfrm>
          <a:off x="3062876"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Auf_id</a:t>
          </a:r>
          <a:endParaRPr lang="de-DE" sz="1000" kern="1200" dirty="0"/>
        </a:p>
      </dsp:txBody>
      <dsp:txXfrm>
        <a:off x="3062876" y="2048078"/>
        <a:ext cx="720959" cy="360479"/>
      </dsp:txXfrm>
    </dsp:sp>
    <dsp:sp modelId="{59B13B6D-559D-4577-B88C-E4EBB5B9330F}">
      <dsp:nvSpPr>
        <dsp:cNvPr id="0" name=""/>
        <dsp:cNvSpPr/>
      </dsp:nvSpPr>
      <dsp:spPr>
        <a:xfrm>
          <a:off x="3062876" y="2559959"/>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Menge</a:t>
          </a:r>
        </a:p>
      </dsp:txBody>
      <dsp:txXfrm>
        <a:off x="3062876" y="2559959"/>
        <a:ext cx="720959" cy="360479"/>
      </dsp:txXfrm>
    </dsp:sp>
    <dsp:sp modelId="{C1D893FA-15AF-4B87-9690-0131022377B6}">
      <dsp:nvSpPr>
        <dsp:cNvPr id="0" name=""/>
        <dsp:cNvSpPr/>
      </dsp:nvSpPr>
      <dsp:spPr>
        <a:xfrm>
          <a:off x="3062876" y="3071840"/>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Rabatt</a:t>
          </a:r>
        </a:p>
      </dsp:txBody>
      <dsp:txXfrm>
        <a:off x="3062876" y="3071840"/>
        <a:ext cx="720959" cy="360479"/>
      </dsp:txXfrm>
    </dsp:sp>
    <dsp:sp modelId="{300F72C8-423F-4D7A-8511-F54946BD9910}">
      <dsp:nvSpPr>
        <dsp:cNvPr id="0" name=""/>
        <dsp:cNvSpPr/>
      </dsp:nvSpPr>
      <dsp:spPr>
        <a:xfrm>
          <a:off x="3754997"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Artikel</a:t>
          </a:r>
        </a:p>
      </dsp:txBody>
      <dsp:txXfrm>
        <a:off x="3754997" y="512434"/>
        <a:ext cx="720959" cy="360479"/>
      </dsp:txXfrm>
    </dsp:sp>
    <dsp:sp modelId="{50ED118C-FD6F-4995-9C88-655CACB534B0}">
      <dsp:nvSpPr>
        <dsp:cNvPr id="0" name=""/>
        <dsp:cNvSpPr/>
      </dsp:nvSpPr>
      <dsp:spPr>
        <a:xfrm>
          <a:off x="3935237"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Art_id</a:t>
          </a:r>
          <a:endParaRPr lang="de-DE" sz="1000" kern="1200" dirty="0"/>
        </a:p>
      </dsp:txBody>
      <dsp:txXfrm>
        <a:off x="3935237" y="1024315"/>
        <a:ext cx="720959" cy="360479"/>
      </dsp:txXfrm>
    </dsp:sp>
    <dsp:sp modelId="{8D0B0D71-5EB7-4544-92A0-4F1F9CC28B2A}">
      <dsp:nvSpPr>
        <dsp:cNvPr id="0" name=""/>
        <dsp:cNvSpPr/>
      </dsp:nvSpPr>
      <dsp:spPr>
        <a:xfrm>
          <a:off x="3935237"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Art_name</a:t>
          </a:r>
          <a:endParaRPr lang="de-DE" sz="1000" kern="1200" dirty="0"/>
        </a:p>
      </dsp:txBody>
      <dsp:txXfrm>
        <a:off x="3935237" y="1536196"/>
        <a:ext cx="720959" cy="360479"/>
      </dsp:txXfrm>
    </dsp:sp>
    <dsp:sp modelId="{5E61FF5F-169C-414C-B100-D42E86D2450C}">
      <dsp:nvSpPr>
        <dsp:cNvPr id="0" name=""/>
        <dsp:cNvSpPr/>
      </dsp:nvSpPr>
      <dsp:spPr>
        <a:xfrm>
          <a:off x="3935237"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Melde-bestand</a:t>
          </a:r>
        </a:p>
      </dsp:txBody>
      <dsp:txXfrm>
        <a:off x="3935237" y="2048078"/>
        <a:ext cx="720959" cy="360479"/>
      </dsp:txXfrm>
    </dsp:sp>
    <dsp:sp modelId="{AA601002-A2E6-4518-95EF-B539F6CA8BBF}">
      <dsp:nvSpPr>
        <dsp:cNvPr id="0" name=""/>
        <dsp:cNvSpPr/>
      </dsp:nvSpPr>
      <dsp:spPr>
        <a:xfrm>
          <a:off x="3935237" y="2559959"/>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Lager-bestand</a:t>
          </a:r>
        </a:p>
      </dsp:txBody>
      <dsp:txXfrm>
        <a:off x="3935237" y="2559959"/>
        <a:ext cx="720959" cy="360479"/>
      </dsp:txXfrm>
    </dsp:sp>
    <dsp:sp modelId="{A6C6976D-9D0D-443E-B9CE-12345B282C0E}">
      <dsp:nvSpPr>
        <dsp:cNvPr id="0" name=""/>
        <dsp:cNvSpPr/>
      </dsp:nvSpPr>
      <dsp:spPr>
        <a:xfrm>
          <a:off x="3935237" y="3071840"/>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Stückpreis</a:t>
          </a:r>
        </a:p>
      </dsp:txBody>
      <dsp:txXfrm>
        <a:off x="3935237" y="3071840"/>
        <a:ext cx="720959" cy="36047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801FF-A8BC-4A70-895F-95F8538AA72B}">
      <dsp:nvSpPr>
        <dsp:cNvPr id="0" name=""/>
        <dsp:cNvSpPr/>
      </dsp:nvSpPr>
      <dsp:spPr>
        <a:xfrm>
          <a:off x="3576806" y="1068172"/>
          <a:ext cx="108599" cy="2389193"/>
        </a:xfrm>
        <a:custGeom>
          <a:avLst/>
          <a:gdLst/>
          <a:ahLst/>
          <a:cxnLst/>
          <a:rect l="0" t="0" r="0" b="0"/>
          <a:pathLst>
            <a:path>
              <a:moveTo>
                <a:pt x="0" y="0"/>
              </a:moveTo>
              <a:lnTo>
                <a:pt x="0" y="2389193"/>
              </a:lnTo>
              <a:lnTo>
                <a:pt x="108599" y="238919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052C1F2-1B1D-4B1E-8DA4-759EF2C8EF0C}">
      <dsp:nvSpPr>
        <dsp:cNvPr id="0" name=""/>
        <dsp:cNvSpPr/>
      </dsp:nvSpPr>
      <dsp:spPr>
        <a:xfrm>
          <a:off x="3576806" y="1068172"/>
          <a:ext cx="108599" cy="1875155"/>
        </a:xfrm>
        <a:custGeom>
          <a:avLst/>
          <a:gdLst/>
          <a:ahLst/>
          <a:cxnLst/>
          <a:rect l="0" t="0" r="0" b="0"/>
          <a:pathLst>
            <a:path>
              <a:moveTo>
                <a:pt x="0" y="0"/>
              </a:moveTo>
              <a:lnTo>
                <a:pt x="0" y="1875155"/>
              </a:lnTo>
              <a:lnTo>
                <a:pt x="108599" y="187515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6859F49-5CAF-49A3-B800-DED4D28E832B}">
      <dsp:nvSpPr>
        <dsp:cNvPr id="0" name=""/>
        <dsp:cNvSpPr/>
      </dsp:nvSpPr>
      <dsp:spPr>
        <a:xfrm>
          <a:off x="3576806"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6C3C22F-50C7-401B-AA59-08C36F3AD5FF}">
      <dsp:nvSpPr>
        <dsp:cNvPr id="0" name=""/>
        <dsp:cNvSpPr/>
      </dsp:nvSpPr>
      <dsp:spPr>
        <a:xfrm>
          <a:off x="3576806"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430D391-D833-441C-A119-CB8CF75A5DE3}">
      <dsp:nvSpPr>
        <dsp:cNvPr id="0" name=""/>
        <dsp:cNvSpPr/>
      </dsp:nvSpPr>
      <dsp:spPr>
        <a:xfrm>
          <a:off x="3576806"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1953FDB-271D-4ADF-976F-14F165D0B507}">
      <dsp:nvSpPr>
        <dsp:cNvPr id="0" name=""/>
        <dsp:cNvSpPr/>
      </dsp:nvSpPr>
      <dsp:spPr>
        <a:xfrm>
          <a:off x="2114330" y="554133"/>
          <a:ext cx="1752075" cy="152039"/>
        </a:xfrm>
        <a:custGeom>
          <a:avLst/>
          <a:gdLst/>
          <a:ahLst/>
          <a:cxnLst/>
          <a:rect l="0" t="0" r="0" b="0"/>
          <a:pathLst>
            <a:path>
              <a:moveTo>
                <a:pt x="0" y="0"/>
              </a:moveTo>
              <a:lnTo>
                <a:pt x="0" y="76019"/>
              </a:lnTo>
              <a:lnTo>
                <a:pt x="1752075" y="76019"/>
              </a:lnTo>
              <a:lnTo>
                <a:pt x="1752075"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DD19C2F-17F6-4DCD-89CD-5E8F22A4790C}">
      <dsp:nvSpPr>
        <dsp:cNvPr id="0" name=""/>
        <dsp:cNvSpPr/>
      </dsp:nvSpPr>
      <dsp:spPr>
        <a:xfrm>
          <a:off x="2700768" y="1068172"/>
          <a:ext cx="108599" cy="2389193"/>
        </a:xfrm>
        <a:custGeom>
          <a:avLst/>
          <a:gdLst/>
          <a:ahLst/>
          <a:cxnLst/>
          <a:rect l="0" t="0" r="0" b="0"/>
          <a:pathLst>
            <a:path>
              <a:moveTo>
                <a:pt x="0" y="0"/>
              </a:moveTo>
              <a:lnTo>
                <a:pt x="0" y="2389193"/>
              </a:lnTo>
              <a:lnTo>
                <a:pt x="108599" y="238919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55A33CB-C485-4DB5-A2AE-246CE790321B}">
      <dsp:nvSpPr>
        <dsp:cNvPr id="0" name=""/>
        <dsp:cNvSpPr/>
      </dsp:nvSpPr>
      <dsp:spPr>
        <a:xfrm>
          <a:off x="2700768" y="1068172"/>
          <a:ext cx="108599" cy="1875155"/>
        </a:xfrm>
        <a:custGeom>
          <a:avLst/>
          <a:gdLst/>
          <a:ahLst/>
          <a:cxnLst/>
          <a:rect l="0" t="0" r="0" b="0"/>
          <a:pathLst>
            <a:path>
              <a:moveTo>
                <a:pt x="0" y="0"/>
              </a:moveTo>
              <a:lnTo>
                <a:pt x="0" y="1875155"/>
              </a:lnTo>
              <a:lnTo>
                <a:pt x="108599" y="187515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F28D9E9-CA05-4B17-9A23-6089D2F985A0}">
      <dsp:nvSpPr>
        <dsp:cNvPr id="0" name=""/>
        <dsp:cNvSpPr/>
      </dsp:nvSpPr>
      <dsp:spPr>
        <a:xfrm>
          <a:off x="2700768"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6F10A2B-D5AE-4D86-B4ED-8CBC8A5C146F}">
      <dsp:nvSpPr>
        <dsp:cNvPr id="0" name=""/>
        <dsp:cNvSpPr/>
      </dsp:nvSpPr>
      <dsp:spPr>
        <a:xfrm>
          <a:off x="2700768"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5BB8BB7-0787-442C-BE1C-E402593ABB57}">
      <dsp:nvSpPr>
        <dsp:cNvPr id="0" name=""/>
        <dsp:cNvSpPr/>
      </dsp:nvSpPr>
      <dsp:spPr>
        <a:xfrm>
          <a:off x="2700768"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8206F9B-7AF6-4652-AB5C-916166CB5354}">
      <dsp:nvSpPr>
        <dsp:cNvPr id="0" name=""/>
        <dsp:cNvSpPr/>
      </dsp:nvSpPr>
      <dsp:spPr>
        <a:xfrm>
          <a:off x="2114330" y="554133"/>
          <a:ext cx="876037" cy="152039"/>
        </a:xfrm>
        <a:custGeom>
          <a:avLst/>
          <a:gdLst/>
          <a:ahLst/>
          <a:cxnLst/>
          <a:rect l="0" t="0" r="0" b="0"/>
          <a:pathLst>
            <a:path>
              <a:moveTo>
                <a:pt x="0" y="0"/>
              </a:moveTo>
              <a:lnTo>
                <a:pt x="0" y="76019"/>
              </a:lnTo>
              <a:lnTo>
                <a:pt x="876037" y="76019"/>
              </a:lnTo>
              <a:lnTo>
                <a:pt x="876037"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FD5750D-E42E-4CCF-BE26-0FEB82C8FDFE}">
      <dsp:nvSpPr>
        <dsp:cNvPr id="0" name=""/>
        <dsp:cNvSpPr/>
      </dsp:nvSpPr>
      <dsp:spPr>
        <a:xfrm>
          <a:off x="1824730"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749EA20-C4CF-43FF-A607-AC516B713D48}">
      <dsp:nvSpPr>
        <dsp:cNvPr id="0" name=""/>
        <dsp:cNvSpPr/>
      </dsp:nvSpPr>
      <dsp:spPr>
        <a:xfrm>
          <a:off x="1824730"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E8FD173-7E5A-42E3-A545-2787CC3B6D8A}">
      <dsp:nvSpPr>
        <dsp:cNvPr id="0" name=""/>
        <dsp:cNvSpPr/>
      </dsp:nvSpPr>
      <dsp:spPr>
        <a:xfrm>
          <a:off x="1824730"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DAE45F1-F1F7-4C38-9A4C-62AFA5EAC6CC}">
      <dsp:nvSpPr>
        <dsp:cNvPr id="0" name=""/>
        <dsp:cNvSpPr/>
      </dsp:nvSpPr>
      <dsp:spPr>
        <a:xfrm>
          <a:off x="2068610" y="554133"/>
          <a:ext cx="91440" cy="152039"/>
        </a:xfrm>
        <a:custGeom>
          <a:avLst/>
          <a:gdLst/>
          <a:ahLst/>
          <a:cxnLst/>
          <a:rect l="0" t="0" r="0" b="0"/>
          <a:pathLst>
            <a:path>
              <a:moveTo>
                <a:pt x="45720" y="0"/>
              </a:moveTo>
              <a:lnTo>
                <a:pt x="45720"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104CC0E-926A-4D4E-8186-6E2AFDD1B9E9}">
      <dsp:nvSpPr>
        <dsp:cNvPr id="0" name=""/>
        <dsp:cNvSpPr/>
      </dsp:nvSpPr>
      <dsp:spPr>
        <a:xfrm>
          <a:off x="948693" y="1068172"/>
          <a:ext cx="108599" cy="3417271"/>
        </a:xfrm>
        <a:custGeom>
          <a:avLst/>
          <a:gdLst/>
          <a:ahLst/>
          <a:cxnLst/>
          <a:rect l="0" t="0" r="0" b="0"/>
          <a:pathLst>
            <a:path>
              <a:moveTo>
                <a:pt x="0" y="0"/>
              </a:moveTo>
              <a:lnTo>
                <a:pt x="0" y="3417271"/>
              </a:lnTo>
              <a:lnTo>
                <a:pt x="108599" y="341727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70B2555-E90A-438E-B9A6-E1456D48282F}">
      <dsp:nvSpPr>
        <dsp:cNvPr id="0" name=""/>
        <dsp:cNvSpPr/>
      </dsp:nvSpPr>
      <dsp:spPr>
        <a:xfrm>
          <a:off x="948693" y="1068172"/>
          <a:ext cx="108599" cy="2903232"/>
        </a:xfrm>
        <a:custGeom>
          <a:avLst/>
          <a:gdLst/>
          <a:ahLst/>
          <a:cxnLst/>
          <a:rect l="0" t="0" r="0" b="0"/>
          <a:pathLst>
            <a:path>
              <a:moveTo>
                <a:pt x="0" y="0"/>
              </a:moveTo>
              <a:lnTo>
                <a:pt x="0" y="2903232"/>
              </a:lnTo>
              <a:lnTo>
                <a:pt x="108599" y="290323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755148B-E93C-4E8D-BDA3-FD11FEC3ECB7}">
      <dsp:nvSpPr>
        <dsp:cNvPr id="0" name=""/>
        <dsp:cNvSpPr/>
      </dsp:nvSpPr>
      <dsp:spPr>
        <a:xfrm>
          <a:off x="948693" y="1068172"/>
          <a:ext cx="108599" cy="2389193"/>
        </a:xfrm>
        <a:custGeom>
          <a:avLst/>
          <a:gdLst/>
          <a:ahLst/>
          <a:cxnLst/>
          <a:rect l="0" t="0" r="0" b="0"/>
          <a:pathLst>
            <a:path>
              <a:moveTo>
                <a:pt x="0" y="0"/>
              </a:moveTo>
              <a:lnTo>
                <a:pt x="0" y="2389193"/>
              </a:lnTo>
              <a:lnTo>
                <a:pt x="108599" y="238919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E7A3006-04FB-4AB4-B887-60B4768C5D23}">
      <dsp:nvSpPr>
        <dsp:cNvPr id="0" name=""/>
        <dsp:cNvSpPr/>
      </dsp:nvSpPr>
      <dsp:spPr>
        <a:xfrm>
          <a:off x="948693" y="1068172"/>
          <a:ext cx="108599" cy="1875155"/>
        </a:xfrm>
        <a:custGeom>
          <a:avLst/>
          <a:gdLst/>
          <a:ahLst/>
          <a:cxnLst/>
          <a:rect l="0" t="0" r="0" b="0"/>
          <a:pathLst>
            <a:path>
              <a:moveTo>
                <a:pt x="0" y="0"/>
              </a:moveTo>
              <a:lnTo>
                <a:pt x="0" y="1875155"/>
              </a:lnTo>
              <a:lnTo>
                <a:pt x="108599" y="187515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62DE658-F46D-48CF-A277-F80B1D501F2A}">
      <dsp:nvSpPr>
        <dsp:cNvPr id="0" name=""/>
        <dsp:cNvSpPr/>
      </dsp:nvSpPr>
      <dsp:spPr>
        <a:xfrm>
          <a:off x="948693"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9EABC6F-1778-4829-96CB-7C411F523956}">
      <dsp:nvSpPr>
        <dsp:cNvPr id="0" name=""/>
        <dsp:cNvSpPr/>
      </dsp:nvSpPr>
      <dsp:spPr>
        <a:xfrm>
          <a:off x="948693"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E05FC00-71E5-4353-8E51-748779809F05}">
      <dsp:nvSpPr>
        <dsp:cNvPr id="0" name=""/>
        <dsp:cNvSpPr/>
      </dsp:nvSpPr>
      <dsp:spPr>
        <a:xfrm>
          <a:off x="948693"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BC60741-666D-4C9A-8E85-2FBDEFF75D1E}">
      <dsp:nvSpPr>
        <dsp:cNvPr id="0" name=""/>
        <dsp:cNvSpPr/>
      </dsp:nvSpPr>
      <dsp:spPr>
        <a:xfrm>
          <a:off x="1238292" y="554133"/>
          <a:ext cx="876037" cy="152039"/>
        </a:xfrm>
        <a:custGeom>
          <a:avLst/>
          <a:gdLst/>
          <a:ahLst/>
          <a:cxnLst/>
          <a:rect l="0" t="0" r="0" b="0"/>
          <a:pathLst>
            <a:path>
              <a:moveTo>
                <a:pt x="876037" y="0"/>
              </a:moveTo>
              <a:lnTo>
                <a:pt x="876037" y="76019"/>
              </a:lnTo>
              <a:lnTo>
                <a:pt x="0" y="76019"/>
              </a:lnTo>
              <a:lnTo>
                <a:pt x="0"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EFAFE0B-A2EE-411F-93B8-F317A7E63A52}">
      <dsp:nvSpPr>
        <dsp:cNvPr id="0" name=""/>
        <dsp:cNvSpPr/>
      </dsp:nvSpPr>
      <dsp:spPr>
        <a:xfrm>
          <a:off x="72655"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4279276-8483-4266-B8F7-191FD4B90472}">
      <dsp:nvSpPr>
        <dsp:cNvPr id="0" name=""/>
        <dsp:cNvSpPr/>
      </dsp:nvSpPr>
      <dsp:spPr>
        <a:xfrm>
          <a:off x="72655"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990FBE3-536C-403B-A8A2-C6AB47DAC219}">
      <dsp:nvSpPr>
        <dsp:cNvPr id="0" name=""/>
        <dsp:cNvSpPr/>
      </dsp:nvSpPr>
      <dsp:spPr>
        <a:xfrm>
          <a:off x="72655"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DC919CE-908A-49EB-911F-4D459ACDF8E3}">
      <dsp:nvSpPr>
        <dsp:cNvPr id="0" name=""/>
        <dsp:cNvSpPr/>
      </dsp:nvSpPr>
      <dsp:spPr>
        <a:xfrm>
          <a:off x="362254" y="554133"/>
          <a:ext cx="1752075" cy="152039"/>
        </a:xfrm>
        <a:custGeom>
          <a:avLst/>
          <a:gdLst/>
          <a:ahLst/>
          <a:cxnLst/>
          <a:rect l="0" t="0" r="0" b="0"/>
          <a:pathLst>
            <a:path>
              <a:moveTo>
                <a:pt x="1752075" y="0"/>
              </a:moveTo>
              <a:lnTo>
                <a:pt x="1752075" y="76019"/>
              </a:lnTo>
              <a:lnTo>
                <a:pt x="0" y="76019"/>
              </a:lnTo>
              <a:lnTo>
                <a:pt x="0"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0E82846-5497-460E-8F7C-0C44AE56CA51}">
      <dsp:nvSpPr>
        <dsp:cNvPr id="0" name=""/>
        <dsp:cNvSpPr/>
      </dsp:nvSpPr>
      <dsp:spPr>
        <a:xfrm>
          <a:off x="1752331" y="192134"/>
          <a:ext cx="723998" cy="36199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a:t>KFZ</a:t>
          </a:r>
        </a:p>
      </dsp:txBody>
      <dsp:txXfrm>
        <a:off x="1752331" y="192134"/>
        <a:ext cx="723998" cy="361999"/>
      </dsp:txXfrm>
    </dsp:sp>
    <dsp:sp modelId="{1A40FA0F-2AF1-4E66-A0F5-6139F3E60436}">
      <dsp:nvSpPr>
        <dsp:cNvPr id="0" name=""/>
        <dsp:cNvSpPr/>
      </dsp:nvSpPr>
      <dsp:spPr>
        <a:xfrm>
          <a:off x="255"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t>Ort</a:t>
          </a:r>
        </a:p>
      </dsp:txBody>
      <dsp:txXfrm>
        <a:off x="255" y="706172"/>
        <a:ext cx="723998" cy="361999"/>
      </dsp:txXfrm>
    </dsp:sp>
    <dsp:sp modelId="{F1B82CC1-9737-49D9-93AB-D12CDDEE964A}">
      <dsp:nvSpPr>
        <dsp:cNvPr id="0" name=""/>
        <dsp:cNvSpPr/>
      </dsp:nvSpPr>
      <dsp:spPr>
        <a:xfrm>
          <a:off x="181255"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err="1"/>
            <a:t>Ort_id</a:t>
          </a:r>
          <a:endParaRPr lang="de-DE" sz="1400" kern="1200" dirty="0"/>
        </a:p>
      </dsp:txBody>
      <dsp:txXfrm>
        <a:off x="181255" y="1220211"/>
        <a:ext cx="723998" cy="361999"/>
      </dsp:txXfrm>
    </dsp:sp>
    <dsp:sp modelId="{99BC8703-A174-4025-85FF-C75DF46C60C6}">
      <dsp:nvSpPr>
        <dsp:cNvPr id="0" name=""/>
        <dsp:cNvSpPr/>
      </dsp:nvSpPr>
      <dsp:spPr>
        <a:xfrm>
          <a:off x="181255"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t>PLZ</a:t>
          </a:r>
        </a:p>
      </dsp:txBody>
      <dsp:txXfrm>
        <a:off x="181255" y="1734250"/>
        <a:ext cx="723998" cy="361999"/>
      </dsp:txXfrm>
    </dsp:sp>
    <dsp:sp modelId="{1501263F-B79C-468E-8CDD-A7468950138E}">
      <dsp:nvSpPr>
        <dsp:cNvPr id="0" name=""/>
        <dsp:cNvSpPr/>
      </dsp:nvSpPr>
      <dsp:spPr>
        <a:xfrm>
          <a:off x="181255"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t>Ortsname</a:t>
          </a:r>
        </a:p>
      </dsp:txBody>
      <dsp:txXfrm>
        <a:off x="181255" y="2248288"/>
        <a:ext cx="723998" cy="361999"/>
      </dsp:txXfrm>
    </dsp:sp>
    <dsp:sp modelId="{908BBE12-63B8-4DBF-90F0-B9F05A5629A5}">
      <dsp:nvSpPr>
        <dsp:cNvPr id="0" name=""/>
        <dsp:cNvSpPr/>
      </dsp:nvSpPr>
      <dsp:spPr>
        <a:xfrm>
          <a:off x="876293"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t>Kunde</a:t>
          </a:r>
          <a:endParaRPr lang="de-DE" kern="1200" dirty="0"/>
        </a:p>
      </dsp:txBody>
      <dsp:txXfrm>
        <a:off x="876293" y="706172"/>
        <a:ext cx="723998" cy="361999"/>
      </dsp:txXfrm>
    </dsp:sp>
    <dsp:sp modelId="{A9C2D33E-16D5-4DC6-8C89-25D55E2E6FE5}">
      <dsp:nvSpPr>
        <dsp:cNvPr id="0" name=""/>
        <dsp:cNvSpPr/>
      </dsp:nvSpPr>
      <dsp:spPr>
        <a:xfrm>
          <a:off x="1057292"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Kun_id</a:t>
          </a:r>
          <a:endParaRPr lang="de-DE" sz="1200" kern="1200" dirty="0"/>
        </a:p>
      </dsp:txBody>
      <dsp:txXfrm>
        <a:off x="1057292" y="1220211"/>
        <a:ext cx="723998" cy="361999"/>
      </dsp:txXfrm>
    </dsp:sp>
    <dsp:sp modelId="{EE1AC892-4167-4426-98A0-16DF128B4DD0}">
      <dsp:nvSpPr>
        <dsp:cNvPr id="0" name=""/>
        <dsp:cNvSpPr/>
      </dsp:nvSpPr>
      <dsp:spPr>
        <a:xfrm>
          <a:off x="1057292"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Kun_-name</a:t>
          </a:r>
        </a:p>
      </dsp:txBody>
      <dsp:txXfrm>
        <a:off x="1057292" y="1734250"/>
        <a:ext cx="723998" cy="361999"/>
      </dsp:txXfrm>
    </dsp:sp>
    <dsp:sp modelId="{3C0284F8-344A-4A27-A093-414F41BA38FC}">
      <dsp:nvSpPr>
        <dsp:cNvPr id="0" name=""/>
        <dsp:cNvSpPr/>
      </dsp:nvSpPr>
      <dsp:spPr>
        <a:xfrm>
          <a:off x="1057292"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Straße</a:t>
          </a:r>
        </a:p>
      </dsp:txBody>
      <dsp:txXfrm>
        <a:off x="1057292" y="2248288"/>
        <a:ext cx="723998" cy="361999"/>
      </dsp:txXfrm>
    </dsp:sp>
    <dsp:sp modelId="{7E7C973D-B32E-4B8F-972A-21AF2D1F604D}">
      <dsp:nvSpPr>
        <dsp:cNvPr id="0" name=""/>
        <dsp:cNvSpPr/>
      </dsp:nvSpPr>
      <dsp:spPr>
        <a:xfrm>
          <a:off x="1057292" y="2762327"/>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Haus-nummer</a:t>
          </a:r>
        </a:p>
      </dsp:txBody>
      <dsp:txXfrm>
        <a:off x="1057292" y="2762327"/>
        <a:ext cx="723998" cy="361999"/>
      </dsp:txXfrm>
    </dsp:sp>
    <dsp:sp modelId="{B3ED08DB-45AF-4ED5-BC41-036C6267D4B8}">
      <dsp:nvSpPr>
        <dsp:cNvPr id="0" name=""/>
        <dsp:cNvSpPr/>
      </dsp:nvSpPr>
      <dsp:spPr>
        <a:xfrm>
          <a:off x="1057292" y="3276366"/>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Telefon</a:t>
          </a:r>
        </a:p>
      </dsp:txBody>
      <dsp:txXfrm>
        <a:off x="1057292" y="3276366"/>
        <a:ext cx="723998" cy="361999"/>
      </dsp:txXfrm>
    </dsp:sp>
    <dsp:sp modelId="{8798F0A4-E69F-44B7-B4D1-F5B764859C7E}">
      <dsp:nvSpPr>
        <dsp:cNvPr id="0" name=""/>
        <dsp:cNvSpPr/>
      </dsp:nvSpPr>
      <dsp:spPr>
        <a:xfrm>
          <a:off x="1057292" y="3790404"/>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E-Mail</a:t>
          </a:r>
        </a:p>
      </dsp:txBody>
      <dsp:txXfrm>
        <a:off x="1057292" y="3790404"/>
        <a:ext cx="723998" cy="361999"/>
      </dsp:txXfrm>
    </dsp:sp>
    <dsp:sp modelId="{482104FF-545B-428F-9A99-CF5DB32512B0}">
      <dsp:nvSpPr>
        <dsp:cNvPr id="0" name=""/>
        <dsp:cNvSpPr/>
      </dsp:nvSpPr>
      <dsp:spPr>
        <a:xfrm>
          <a:off x="1057292" y="4304443"/>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Ort_id_f</a:t>
          </a:r>
          <a:endParaRPr lang="de-DE" sz="1200" kern="1200" dirty="0"/>
        </a:p>
      </dsp:txBody>
      <dsp:txXfrm>
        <a:off x="1057292" y="4304443"/>
        <a:ext cx="723998" cy="361999"/>
      </dsp:txXfrm>
    </dsp:sp>
    <dsp:sp modelId="{36944AE6-02F6-4A89-9A7B-7E7511698CC8}">
      <dsp:nvSpPr>
        <dsp:cNvPr id="0" name=""/>
        <dsp:cNvSpPr/>
      </dsp:nvSpPr>
      <dsp:spPr>
        <a:xfrm>
          <a:off x="1752331"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Auftrag</a:t>
          </a:r>
        </a:p>
      </dsp:txBody>
      <dsp:txXfrm>
        <a:off x="1752331" y="706172"/>
        <a:ext cx="723998" cy="361999"/>
      </dsp:txXfrm>
    </dsp:sp>
    <dsp:sp modelId="{38FC13C1-621D-4608-A5D0-F96825BE43AC}">
      <dsp:nvSpPr>
        <dsp:cNvPr id="0" name=""/>
        <dsp:cNvSpPr/>
      </dsp:nvSpPr>
      <dsp:spPr>
        <a:xfrm>
          <a:off x="1933330"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Auf_id</a:t>
          </a:r>
          <a:endParaRPr lang="de-DE" sz="1200" kern="1200" dirty="0"/>
        </a:p>
      </dsp:txBody>
      <dsp:txXfrm>
        <a:off x="1933330" y="1220211"/>
        <a:ext cx="723998" cy="361999"/>
      </dsp:txXfrm>
    </dsp:sp>
    <dsp:sp modelId="{97DB5454-A1A5-4903-AE11-921987EBD896}">
      <dsp:nvSpPr>
        <dsp:cNvPr id="0" name=""/>
        <dsp:cNvSpPr/>
      </dsp:nvSpPr>
      <dsp:spPr>
        <a:xfrm>
          <a:off x="1933330"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Kun_id_f</a:t>
          </a:r>
          <a:endParaRPr lang="de-DE" sz="1200" kern="1200" dirty="0"/>
        </a:p>
      </dsp:txBody>
      <dsp:txXfrm>
        <a:off x="1933330" y="1734250"/>
        <a:ext cx="723998" cy="361999"/>
      </dsp:txXfrm>
    </dsp:sp>
    <dsp:sp modelId="{27D047DE-1A9A-4C54-AAA6-F091AF0193F7}">
      <dsp:nvSpPr>
        <dsp:cNvPr id="0" name=""/>
        <dsp:cNvSpPr/>
      </dsp:nvSpPr>
      <dsp:spPr>
        <a:xfrm>
          <a:off x="1933330"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Bestell-datum</a:t>
          </a:r>
        </a:p>
      </dsp:txBody>
      <dsp:txXfrm>
        <a:off x="1933330" y="2248288"/>
        <a:ext cx="723998" cy="361999"/>
      </dsp:txXfrm>
    </dsp:sp>
    <dsp:sp modelId="{DB735B7A-28B8-4C3B-9863-B17BE7AC949F}">
      <dsp:nvSpPr>
        <dsp:cNvPr id="0" name=""/>
        <dsp:cNvSpPr/>
      </dsp:nvSpPr>
      <dsp:spPr>
        <a:xfrm>
          <a:off x="2628368"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Position</a:t>
          </a:r>
        </a:p>
      </dsp:txBody>
      <dsp:txXfrm>
        <a:off x="2628368" y="706172"/>
        <a:ext cx="723998" cy="361999"/>
      </dsp:txXfrm>
    </dsp:sp>
    <dsp:sp modelId="{186BDEA5-4E36-4323-8EB9-0985FE26F52D}">
      <dsp:nvSpPr>
        <dsp:cNvPr id="0" name=""/>
        <dsp:cNvSpPr/>
      </dsp:nvSpPr>
      <dsp:spPr>
        <a:xfrm>
          <a:off x="2809368"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Pos_id</a:t>
          </a:r>
          <a:endParaRPr lang="de-DE" sz="1200" kern="1200" dirty="0"/>
        </a:p>
      </dsp:txBody>
      <dsp:txXfrm>
        <a:off x="2809368" y="1220211"/>
        <a:ext cx="723998" cy="361999"/>
      </dsp:txXfrm>
    </dsp:sp>
    <dsp:sp modelId="{FF141B75-6FE3-4973-BC64-406FA62900D8}">
      <dsp:nvSpPr>
        <dsp:cNvPr id="0" name=""/>
        <dsp:cNvSpPr/>
      </dsp:nvSpPr>
      <dsp:spPr>
        <a:xfrm>
          <a:off x="2809368"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Art_id_f</a:t>
          </a:r>
          <a:endParaRPr lang="de-DE" sz="1200" kern="1200" dirty="0"/>
        </a:p>
      </dsp:txBody>
      <dsp:txXfrm>
        <a:off x="2809368" y="1734250"/>
        <a:ext cx="723998" cy="361999"/>
      </dsp:txXfrm>
    </dsp:sp>
    <dsp:sp modelId="{2E8ABDDA-4C1F-4F32-8341-D269558C7263}">
      <dsp:nvSpPr>
        <dsp:cNvPr id="0" name=""/>
        <dsp:cNvSpPr/>
      </dsp:nvSpPr>
      <dsp:spPr>
        <a:xfrm>
          <a:off x="2809368"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Auf_id_f</a:t>
          </a:r>
          <a:endParaRPr lang="de-DE" sz="1200" kern="1200" dirty="0"/>
        </a:p>
      </dsp:txBody>
      <dsp:txXfrm>
        <a:off x="2809368" y="2248288"/>
        <a:ext cx="723998" cy="361999"/>
      </dsp:txXfrm>
    </dsp:sp>
    <dsp:sp modelId="{59B13B6D-559D-4577-B88C-E4EBB5B9330F}">
      <dsp:nvSpPr>
        <dsp:cNvPr id="0" name=""/>
        <dsp:cNvSpPr/>
      </dsp:nvSpPr>
      <dsp:spPr>
        <a:xfrm>
          <a:off x="2809368" y="2762327"/>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Menge</a:t>
          </a:r>
        </a:p>
      </dsp:txBody>
      <dsp:txXfrm>
        <a:off x="2809368" y="2762327"/>
        <a:ext cx="723998" cy="361999"/>
      </dsp:txXfrm>
    </dsp:sp>
    <dsp:sp modelId="{C1D893FA-15AF-4B87-9690-0131022377B6}">
      <dsp:nvSpPr>
        <dsp:cNvPr id="0" name=""/>
        <dsp:cNvSpPr/>
      </dsp:nvSpPr>
      <dsp:spPr>
        <a:xfrm>
          <a:off x="2809368" y="3276366"/>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Rabatt</a:t>
          </a:r>
        </a:p>
      </dsp:txBody>
      <dsp:txXfrm>
        <a:off x="2809368" y="3276366"/>
        <a:ext cx="723998" cy="361999"/>
      </dsp:txXfrm>
    </dsp:sp>
    <dsp:sp modelId="{300F72C8-423F-4D7A-8511-F54946BD9910}">
      <dsp:nvSpPr>
        <dsp:cNvPr id="0" name=""/>
        <dsp:cNvSpPr/>
      </dsp:nvSpPr>
      <dsp:spPr>
        <a:xfrm>
          <a:off x="3504406"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Artikel</a:t>
          </a:r>
        </a:p>
      </dsp:txBody>
      <dsp:txXfrm>
        <a:off x="3504406" y="706172"/>
        <a:ext cx="723998" cy="361999"/>
      </dsp:txXfrm>
    </dsp:sp>
    <dsp:sp modelId="{50ED118C-FD6F-4995-9C88-655CACB534B0}">
      <dsp:nvSpPr>
        <dsp:cNvPr id="0" name=""/>
        <dsp:cNvSpPr/>
      </dsp:nvSpPr>
      <dsp:spPr>
        <a:xfrm>
          <a:off x="3685406"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Art_id</a:t>
          </a:r>
          <a:endParaRPr lang="de-DE" sz="1200" kern="1200" dirty="0"/>
        </a:p>
      </dsp:txBody>
      <dsp:txXfrm>
        <a:off x="3685406" y="1220211"/>
        <a:ext cx="723998" cy="361999"/>
      </dsp:txXfrm>
    </dsp:sp>
    <dsp:sp modelId="{8D0B0D71-5EB7-4544-92A0-4F1F9CC28B2A}">
      <dsp:nvSpPr>
        <dsp:cNvPr id="0" name=""/>
        <dsp:cNvSpPr/>
      </dsp:nvSpPr>
      <dsp:spPr>
        <a:xfrm>
          <a:off x="3685406"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Art_name</a:t>
          </a:r>
          <a:endParaRPr lang="de-DE" sz="1200" kern="1200" dirty="0"/>
        </a:p>
      </dsp:txBody>
      <dsp:txXfrm>
        <a:off x="3685406" y="1734250"/>
        <a:ext cx="723998" cy="361999"/>
      </dsp:txXfrm>
    </dsp:sp>
    <dsp:sp modelId="{5E61FF5F-169C-414C-B100-D42E86D2450C}">
      <dsp:nvSpPr>
        <dsp:cNvPr id="0" name=""/>
        <dsp:cNvSpPr/>
      </dsp:nvSpPr>
      <dsp:spPr>
        <a:xfrm>
          <a:off x="3685406"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Melde-bestand</a:t>
          </a:r>
        </a:p>
      </dsp:txBody>
      <dsp:txXfrm>
        <a:off x="3685406" y="2248288"/>
        <a:ext cx="723998" cy="361999"/>
      </dsp:txXfrm>
    </dsp:sp>
    <dsp:sp modelId="{AA601002-A2E6-4518-95EF-B539F6CA8BBF}">
      <dsp:nvSpPr>
        <dsp:cNvPr id="0" name=""/>
        <dsp:cNvSpPr/>
      </dsp:nvSpPr>
      <dsp:spPr>
        <a:xfrm>
          <a:off x="3685406" y="2762327"/>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Lager-bestand</a:t>
          </a:r>
        </a:p>
      </dsp:txBody>
      <dsp:txXfrm>
        <a:off x="3685406" y="2762327"/>
        <a:ext cx="723998" cy="361999"/>
      </dsp:txXfrm>
    </dsp:sp>
    <dsp:sp modelId="{A6C6976D-9D0D-443E-B9CE-12345B282C0E}">
      <dsp:nvSpPr>
        <dsp:cNvPr id="0" name=""/>
        <dsp:cNvSpPr/>
      </dsp:nvSpPr>
      <dsp:spPr>
        <a:xfrm>
          <a:off x="3685406" y="3276366"/>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Stückpreis</a:t>
          </a:r>
        </a:p>
      </dsp:txBody>
      <dsp:txXfrm>
        <a:off x="3685406" y="3276366"/>
        <a:ext cx="723998" cy="36199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22B6A-3137-4E8A-A34C-9A35163EBB0A}">
      <dsp:nvSpPr>
        <dsp:cNvPr id="0" name=""/>
        <dsp:cNvSpPr/>
      </dsp:nvSpPr>
      <dsp:spPr>
        <a:xfrm rot="16200000">
          <a:off x="93433" y="711394"/>
          <a:ext cx="2992673" cy="2992673"/>
        </a:xfrm>
        <a:prstGeom prst="downArrow">
          <a:avLst>
            <a:gd name="adj1" fmla="val 50000"/>
            <a:gd name="adj2" fmla="val 35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de-DE" sz="2600" kern="1200" dirty="0"/>
            <a:t>Entweder Fliegen oder</a:t>
          </a:r>
        </a:p>
      </dsp:txBody>
      <dsp:txXfrm rot="5400000">
        <a:off x="93433" y="1459562"/>
        <a:ext cx="2468955" cy="1496337"/>
      </dsp:txXfrm>
    </dsp:sp>
    <dsp:sp modelId="{46CC8DF2-D2CE-4F4D-B0CC-D66739C95ADB}">
      <dsp:nvSpPr>
        <dsp:cNvPr id="0" name=""/>
        <dsp:cNvSpPr/>
      </dsp:nvSpPr>
      <dsp:spPr>
        <a:xfrm rot="5400000">
          <a:off x="3179517" y="679343"/>
          <a:ext cx="2992673" cy="2992673"/>
        </a:xfrm>
        <a:prstGeom prst="downArrow">
          <a:avLst>
            <a:gd name="adj1" fmla="val 50000"/>
            <a:gd name="adj2" fmla="val 35000"/>
          </a:avLst>
        </a:prstGeom>
        <a:gradFill rotWithShape="0">
          <a:gsLst>
            <a:gs pos="0">
              <a:schemeClr val="accent4">
                <a:hueOff val="10395692"/>
                <a:satOff val="-47968"/>
                <a:lumOff val="1765"/>
                <a:alphaOff val="0"/>
                <a:lumMod val="110000"/>
                <a:satMod val="105000"/>
                <a:tint val="67000"/>
              </a:schemeClr>
            </a:gs>
            <a:gs pos="50000">
              <a:schemeClr val="accent4">
                <a:hueOff val="10395692"/>
                <a:satOff val="-47968"/>
                <a:lumOff val="1765"/>
                <a:alphaOff val="0"/>
                <a:lumMod val="105000"/>
                <a:satMod val="103000"/>
                <a:tint val="73000"/>
              </a:schemeClr>
            </a:gs>
            <a:gs pos="100000">
              <a:schemeClr val="accent4">
                <a:hueOff val="10395692"/>
                <a:satOff val="-47968"/>
                <a:lumOff val="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de-DE" sz="2600" kern="1200" dirty="0"/>
            <a:t>mit Tieren reden können?</a:t>
          </a:r>
        </a:p>
      </dsp:txBody>
      <dsp:txXfrm rot="-5400000">
        <a:off x="3703235" y="1427511"/>
        <a:ext cx="2468955" cy="149633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CD5711-E833-4243-98AB-98CF721D49ED}">
      <dsp:nvSpPr>
        <dsp:cNvPr id="0" name=""/>
        <dsp:cNvSpPr/>
      </dsp:nvSpPr>
      <dsp:spPr>
        <a:xfrm>
          <a:off x="404835" y="228520"/>
          <a:ext cx="1234465" cy="1234465"/>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1679</a:t>
          </a:r>
          <a:r>
            <a:rPr lang="de-DE" sz="1000" kern="1200" dirty="0"/>
            <a:t> 4. Gen: INTEL produziert 16 Bit-Chip (8086)</a:t>
          </a:r>
        </a:p>
      </dsp:txBody>
      <dsp:txXfrm>
        <a:off x="585618" y="409303"/>
        <a:ext cx="872899" cy="872899"/>
      </dsp:txXfrm>
    </dsp:sp>
    <dsp:sp modelId="{9B9E9901-01DE-4F44-9555-4D6BDB742BA7}">
      <dsp:nvSpPr>
        <dsp:cNvPr id="0" name=""/>
        <dsp:cNvSpPr/>
      </dsp:nvSpPr>
      <dsp:spPr>
        <a:xfrm rot="10800000">
          <a:off x="806036" y="1644777"/>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B3CC504-4ADB-4CEF-9DFE-F4D9860B3663}">
      <dsp:nvSpPr>
        <dsp:cNvPr id="0" name=""/>
        <dsp:cNvSpPr/>
      </dsp:nvSpPr>
      <dsp:spPr>
        <a:xfrm>
          <a:off x="610373" y="2100586"/>
          <a:ext cx="823388" cy="823388"/>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a:t>1833</a:t>
          </a:r>
          <a:r>
            <a:rPr lang="de-DE" sz="1000" kern="1200"/>
            <a:t> Apple iPad</a:t>
          </a:r>
        </a:p>
      </dsp:txBody>
      <dsp:txXfrm>
        <a:off x="730955" y="2221168"/>
        <a:ext cx="582224" cy="582224"/>
      </dsp:txXfrm>
    </dsp:sp>
    <dsp:sp modelId="{52215EEB-3B78-4DB8-B29C-035A7DBB7418}">
      <dsp:nvSpPr>
        <dsp:cNvPr id="0" name=""/>
        <dsp:cNvSpPr/>
      </dsp:nvSpPr>
      <dsp:spPr>
        <a:xfrm rot="10800000">
          <a:off x="806036" y="3208536"/>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8A8F063-62D1-43C0-A14B-A59C9AEB678B}">
      <dsp:nvSpPr>
        <dsp:cNvPr id="0" name=""/>
        <dsp:cNvSpPr/>
      </dsp:nvSpPr>
      <dsp:spPr>
        <a:xfrm>
          <a:off x="610373" y="3767114"/>
          <a:ext cx="823388" cy="823388"/>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1936</a:t>
          </a:r>
          <a:r>
            <a:rPr lang="de-DE" sz="1000" kern="1200" dirty="0"/>
            <a:t> Leibniz entwickelt Dyadik (0/1)</a:t>
          </a:r>
        </a:p>
      </dsp:txBody>
      <dsp:txXfrm>
        <a:off x="730955" y="3887696"/>
        <a:ext cx="582224" cy="582224"/>
      </dsp:txXfrm>
    </dsp:sp>
    <dsp:sp modelId="{AA8B3254-F12F-4844-AF11-12C226B85C14}">
      <dsp:nvSpPr>
        <dsp:cNvPr id="0" name=""/>
        <dsp:cNvSpPr/>
      </dsp:nvSpPr>
      <dsp:spPr>
        <a:xfrm rot="5400000">
          <a:off x="1688079" y="4033580"/>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97E843-9177-477A-851D-AD6D78AF45CC}">
      <dsp:nvSpPr>
        <dsp:cNvPr id="0" name=""/>
        <dsp:cNvSpPr/>
      </dsp:nvSpPr>
      <dsp:spPr>
        <a:xfrm>
          <a:off x="2358019" y="3663063"/>
          <a:ext cx="1031491" cy="1031491"/>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a:t>1941</a:t>
          </a:r>
          <a:r>
            <a:rPr lang="de-DE" sz="1000" kern="1200"/>
            <a:t> 3. Gen. – INTEL Mikroprozessor 4004	</a:t>
          </a:r>
        </a:p>
      </dsp:txBody>
      <dsp:txXfrm>
        <a:off x="2509077" y="3814121"/>
        <a:ext cx="729375" cy="729375"/>
      </dsp:txXfrm>
    </dsp:sp>
    <dsp:sp modelId="{CD96D0B2-5B1A-45E3-BD96-8642E0A79634}">
      <dsp:nvSpPr>
        <dsp:cNvPr id="0" name=""/>
        <dsp:cNvSpPr/>
      </dsp:nvSpPr>
      <dsp:spPr>
        <a:xfrm>
          <a:off x="2657734" y="3140069"/>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FF1B78-9DA1-4EAD-A0FE-CF4C3EC45EB9}">
      <dsp:nvSpPr>
        <dsp:cNvPr id="0" name=""/>
        <dsp:cNvSpPr/>
      </dsp:nvSpPr>
      <dsp:spPr>
        <a:xfrm>
          <a:off x="2462071" y="2100586"/>
          <a:ext cx="823388" cy="823388"/>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1965</a:t>
          </a:r>
          <a:r>
            <a:rPr lang="de-DE" sz="1000" kern="1200" dirty="0"/>
            <a:t> US-Militär entwickelt ARPANET</a:t>
          </a:r>
        </a:p>
      </dsp:txBody>
      <dsp:txXfrm>
        <a:off x="2582653" y="2221168"/>
        <a:ext cx="582224" cy="582224"/>
      </dsp:txXfrm>
    </dsp:sp>
    <dsp:sp modelId="{CB9660D7-52D1-42B2-A02A-9823BA219F25}">
      <dsp:nvSpPr>
        <dsp:cNvPr id="0" name=""/>
        <dsp:cNvSpPr/>
      </dsp:nvSpPr>
      <dsp:spPr>
        <a:xfrm>
          <a:off x="2657734" y="1604575"/>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F010C21-15E3-476C-8A16-738B92E0E7C0}">
      <dsp:nvSpPr>
        <dsp:cNvPr id="0" name=""/>
        <dsp:cNvSpPr/>
      </dsp:nvSpPr>
      <dsp:spPr>
        <a:xfrm>
          <a:off x="2304055" y="276042"/>
          <a:ext cx="1139421" cy="1139421"/>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1969</a:t>
          </a:r>
          <a:r>
            <a:rPr lang="de-DE" sz="1000" kern="1200" dirty="0"/>
            <a:t> Turing skizziert Automaten um math. und log. Probleme zu lösen</a:t>
          </a:r>
        </a:p>
      </dsp:txBody>
      <dsp:txXfrm>
        <a:off x="2470919" y="442906"/>
        <a:ext cx="805693" cy="805693"/>
      </dsp:txXfrm>
    </dsp:sp>
    <dsp:sp modelId="{93B4736D-CCE0-45B9-8C8F-5533B1A0459A}">
      <dsp:nvSpPr>
        <dsp:cNvPr id="0" name=""/>
        <dsp:cNvSpPr/>
      </dsp:nvSpPr>
      <dsp:spPr>
        <a:xfrm rot="5400000">
          <a:off x="3602966" y="700523"/>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78B4596-5B86-4D69-9EC2-E806F5332988}">
      <dsp:nvSpPr>
        <dsp:cNvPr id="0" name=""/>
        <dsp:cNvSpPr/>
      </dsp:nvSpPr>
      <dsp:spPr>
        <a:xfrm>
          <a:off x="4178079" y="298368"/>
          <a:ext cx="1094768" cy="1094768"/>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a:t>1969</a:t>
          </a:r>
          <a:r>
            <a:rPr lang="de-DE" sz="1000" kern="1200"/>
            <a:t> Zuse baut ersten Computer (Relais-Basis, 1 Tonne, 5.3 Op./Sek.)</a:t>
          </a:r>
        </a:p>
      </dsp:txBody>
      <dsp:txXfrm>
        <a:off x="4338404" y="458693"/>
        <a:ext cx="774118" cy="774118"/>
      </dsp:txXfrm>
    </dsp:sp>
    <dsp:sp modelId="{17915E4B-0EF7-4F89-9086-0AD5404E9758}">
      <dsp:nvSpPr>
        <dsp:cNvPr id="0" name=""/>
        <dsp:cNvSpPr/>
      </dsp:nvSpPr>
      <dsp:spPr>
        <a:xfrm rot="10800000">
          <a:off x="4509432" y="1547216"/>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475DD0B-AB9C-4948-9222-47BA0813BC62}">
      <dsp:nvSpPr>
        <dsp:cNvPr id="0" name=""/>
        <dsp:cNvSpPr/>
      </dsp:nvSpPr>
      <dsp:spPr>
        <a:xfrm>
          <a:off x="4188490" y="1975312"/>
          <a:ext cx="1073945" cy="1073937"/>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1977</a:t>
          </a:r>
          <a:r>
            <a:rPr lang="de-DE" sz="1000" kern="1200" dirty="0"/>
            <a:t> Babbage plant eine Maschine die Lochkarten verarbeitet</a:t>
          </a:r>
        </a:p>
      </dsp:txBody>
      <dsp:txXfrm>
        <a:off x="4345766" y="2132586"/>
        <a:ext cx="759393" cy="759389"/>
      </dsp:txXfrm>
    </dsp:sp>
    <dsp:sp modelId="{E5C4FF49-12B8-4EFB-AFB1-05750C152C1C}">
      <dsp:nvSpPr>
        <dsp:cNvPr id="0" name=""/>
        <dsp:cNvSpPr/>
      </dsp:nvSpPr>
      <dsp:spPr>
        <a:xfrm rot="10800000">
          <a:off x="4509432" y="3216593"/>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26ED803-6611-4F20-8CC7-587C92ECE2A3}">
      <dsp:nvSpPr>
        <dsp:cNvPr id="0" name=""/>
        <dsp:cNvSpPr/>
      </dsp:nvSpPr>
      <dsp:spPr>
        <a:xfrm>
          <a:off x="4204608" y="3657954"/>
          <a:ext cx="1041709" cy="1041709"/>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1993</a:t>
          </a:r>
          <a:r>
            <a:rPr lang="de-DE" sz="1000" kern="1200" dirty="0"/>
            <a:t> Page und </a:t>
          </a:r>
          <a:r>
            <a:rPr lang="de-DE" sz="1000" kern="1200" dirty="0" err="1"/>
            <a:t>Brin</a:t>
          </a:r>
          <a:r>
            <a:rPr lang="de-DE" sz="1000" kern="1200" dirty="0"/>
            <a:t> entwickeln kontextsens. Suchmaschine</a:t>
          </a:r>
        </a:p>
      </dsp:txBody>
      <dsp:txXfrm>
        <a:off x="4357163" y="3810509"/>
        <a:ext cx="736599" cy="736599"/>
      </dsp:txXfrm>
    </dsp:sp>
    <dsp:sp modelId="{63E572A5-AD5C-4890-9D51-4A3F1CED52FE}">
      <dsp:nvSpPr>
        <dsp:cNvPr id="0" name=""/>
        <dsp:cNvSpPr/>
      </dsp:nvSpPr>
      <dsp:spPr>
        <a:xfrm rot="5400000">
          <a:off x="5555074" y="4033580"/>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BED5A8B-CADC-4F94-8C12-AF7459E8EE14}">
      <dsp:nvSpPr>
        <dsp:cNvPr id="0" name=""/>
        <dsp:cNvSpPr/>
      </dsp:nvSpPr>
      <dsp:spPr>
        <a:xfrm>
          <a:off x="6279451" y="3767114"/>
          <a:ext cx="823388" cy="823388"/>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a:t>1996</a:t>
          </a:r>
          <a:r>
            <a:rPr lang="de-DE" sz="1000" kern="1200"/>
            <a:t> Engelbart stellt erste PC-Maus vor</a:t>
          </a:r>
        </a:p>
      </dsp:txBody>
      <dsp:txXfrm>
        <a:off x="6400033" y="3887696"/>
        <a:ext cx="582224" cy="582224"/>
      </dsp:txXfrm>
    </dsp:sp>
    <dsp:sp modelId="{AA71F8ED-EF19-47DB-9105-EF9DB9F859F2}">
      <dsp:nvSpPr>
        <dsp:cNvPr id="0" name=""/>
        <dsp:cNvSpPr/>
      </dsp:nvSpPr>
      <dsp:spPr>
        <a:xfrm>
          <a:off x="6475114" y="3236879"/>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D257C9-2C9E-402F-A949-3CBB145867F2}">
      <dsp:nvSpPr>
        <dsp:cNvPr id="0" name=""/>
        <dsp:cNvSpPr/>
      </dsp:nvSpPr>
      <dsp:spPr>
        <a:xfrm>
          <a:off x="6189883" y="2011018"/>
          <a:ext cx="1002524" cy="1002524"/>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a:t>2010</a:t>
          </a:r>
          <a:r>
            <a:rPr lang="de-DE" sz="1000" kern="1200"/>
            <a:t> Berners-Lee definiert die Internet-Standards</a:t>
          </a:r>
        </a:p>
      </dsp:txBody>
      <dsp:txXfrm>
        <a:off x="6336699" y="2157834"/>
        <a:ext cx="708892" cy="708892"/>
      </dsp:txXfrm>
    </dsp:sp>
    <dsp:sp modelId="{50F6FD7F-34D3-4AE8-888F-5CF8CBFA3327}">
      <dsp:nvSpPr>
        <dsp:cNvPr id="0" name=""/>
        <dsp:cNvSpPr/>
      </dsp:nvSpPr>
      <dsp:spPr>
        <a:xfrm>
          <a:off x="6475114" y="1583552"/>
          <a:ext cx="432062" cy="290457"/>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E44343E-6280-40CE-98AD-1A9260D35F80}">
      <dsp:nvSpPr>
        <dsp:cNvPr id="0" name=""/>
        <dsp:cNvSpPr/>
      </dsp:nvSpPr>
      <dsp:spPr>
        <a:xfrm>
          <a:off x="5959928" y="551"/>
          <a:ext cx="1462434" cy="1462434"/>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de-DE" sz="1000" b="1" kern="1200" dirty="0"/>
            <a:t>2020</a:t>
          </a:r>
          <a:r>
            <a:rPr lang="de-DE" sz="1000" kern="1200" dirty="0"/>
            <a:t> 442∗10^15 FLOP/s (</a:t>
          </a:r>
          <a:r>
            <a:rPr lang="de-DE" sz="1000" kern="1200" dirty="0" err="1"/>
            <a:t>Peta</a:t>
          </a:r>
          <a:r>
            <a:rPr lang="de-DE" sz="1000" kern="1200" dirty="0"/>
            <a:t>-FLOP; 442 Billiarden Op./Sek.) 7 Mill. CPU-Kerne; Vgl.: Intel i7 3,4 GHz -&gt; 102,5∗10^9 FLOP/s</a:t>
          </a:r>
        </a:p>
      </dsp:txBody>
      <dsp:txXfrm>
        <a:off x="6174097" y="214720"/>
        <a:ext cx="1034096" cy="1034096"/>
      </dsp:txXfrm>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109.wmf"/><Relationship Id="rId1" Type="http://schemas.openxmlformats.org/officeDocument/2006/relationships/image" Target="../media/image10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B0BC8-69CA-4DD5-8D56-DDF5935C8E0E}" type="datetimeFigureOut">
              <a:rPr lang="de-DE" smtClean="0"/>
              <a:t>16.04.2026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6D0C52-8759-4098-A883-B487DD7C975F}" type="slidenum">
              <a:rPr lang="de-DE" smtClean="0"/>
              <a:t>‹Nr.›</a:t>
            </a:fld>
            <a:endParaRPr lang="de-DE"/>
          </a:p>
        </p:txBody>
      </p:sp>
    </p:spTree>
    <p:extLst>
      <p:ext uri="{BB962C8B-B14F-4D97-AF65-F5344CB8AC3E}">
        <p14:creationId xmlns:p14="http://schemas.microsoft.com/office/powerpoint/2010/main" val="324527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76D0C52-8759-4098-A883-B487DD7C975F}" type="slidenum">
              <a:rPr lang="de-DE" smtClean="0"/>
              <a:t>132</a:t>
            </a:fld>
            <a:endParaRPr lang="de-DE"/>
          </a:p>
        </p:txBody>
      </p:sp>
    </p:spTree>
    <p:extLst>
      <p:ext uri="{BB962C8B-B14F-4D97-AF65-F5344CB8AC3E}">
        <p14:creationId xmlns:p14="http://schemas.microsoft.com/office/powerpoint/2010/main" val="27047665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2787829" y="3568171"/>
            <a:ext cx="9144000" cy="1655762"/>
          </a:xfrm>
        </p:spPr>
        <p:txBody>
          <a:bodyPr/>
          <a:lstStyle>
            <a:lvl1pPr marL="0" indent="0" algn="r">
              <a:buNone/>
              <a:defRPr sz="2400" b="1">
                <a:solidFill>
                  <a:srgbClr val="E3005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Formatvorlage des Untertitelmasters durch Klicken bearbeiten</a:t>
            </a:r>
          </a:p>
        </p:txBody>
      </p:sp>
      <p:sp>
        <p:nvSpPr>
          <p:cNvPr id="4" name="Datumsplatzhalter 3"/>
          <p:cNvSpPr>
            <a:spLocks noGrp="1"/>
          </p:cNvSpPr>
          <p:nvPr>
            <p:ph type="dt" sz="half" idx="10"/>
          </p:nvPr>
        </p:nvSpPr>
        <p:spPr/>
        <p:txBody>
          <a:bodyPr/>
          <a:lstStyle/>
          <a:p>
            <a:fld id="{46BAD19C-C06D-4329-A11C-2F746C1AA8FD}" type="datetimeFigureOut">
              <a:rPr lang="de-DE" smtClean="0"/>
              <a:t>16.04.2026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3F2F304-80D7-4E14-A6ED-AE31697895C5}" type="slidenum">
              <a:rPr lang="de-DE" smtClean="0"/>
              <a:t>‹Nr.›</a:t>
            </a:fld>
            <a:endParaRPr lang="de-DE"/>
          </a:p>
        </p:txBody>
      </p:sp>
      <p:pic>
        <p:nvPicPr>
          <p:cNvPr id="7" name="Grafik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1820" t="22103" r="21125" b="22103"/>
          <a:stretch/>
        </p:blipFill>
        <p:spPr>
          <a:xfrm>
            <a:off x="3886016" y="0"/>
            <a:ext cx="8045813" cy="3146694"/>
          </a:xfrm>
          <a:prstGeom prst="rect">
            <a:avLst/>
          </a:prstGeom>
        </p:spPr>
      </p:pic>
    </p:spTree>
    <p:extLst>
      <p:ext uri="{BB962C8B-B14F-4D97-AF65-F5344CB8AC3E}">
        <p14:creationId xmlns:p14="http://schemas.microsoft.com/office/powerpoint/2010/main" val="3240054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BA34FE47-BBE1-499C-9867-4079DD1807B9}"/>
              </a:ext>
            </a:extLst>
          </p:cNvPr>
          <p:cNvSpPr/>
          <p:nvPr userDrawn="1"/>
        </p:nvSpPr>
        <p:spPr>
          <a:xfrm>
            <a:off x="-97278" y="6176962"/>
            <a:ext cx="12373583" cy="768587"/>
          </a:xfrm>
          <a:prstGeom prst="rect">
            <a:avLst/>
          </a:prstGeom>
          <a:solidFill>
            <a:srgbClr val="76B72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p:nvPr>
        </p:nvSpPr>
        <p:spPr>
          <a:xfrm>
            <a:off x="160867" y="320675"/>
            <a:ext cx="10515600" cy="1325563"/>
          </a:xfrm>
        </p:spPr>
        <p:txBody>
          <a:bodyPr/>
          <a:lstStyle>
            <a:lvl1pPr>
              <a:defRPr b="1">
                <a:solidFill>
                  <a:srgbClr val="E30051"/>
                </a:solidFill>
                <a:latin typeface="Arial" panose="020B0604020202020204" pitchFamily="34" charset="0"/>
                <a:cs typeface="Arial" panose="020B0604020202020204" pitchFamily="34" charset="0"/>
              </a:defRPr>
            </a:lvl1pPr>
          </a:lstStyle>
          <a:p>
            <a:r>
              <a:rPr lang="de-DE" dirty="0"/>
              <a:t>Titelmasterformat durch Klicken bearbeiten</a:t>
            </a:r>
          </a:p>
        </p:txBody>
      </p:sp>
      <p:sp>
        <p:nvSpPr>
          <p:cNvPr id="3" name="Inhaltsplatzhalter 2"/>
          <p:cNvSpPr>
            <a:spLocks noGrp="1"/>
          </p:cNvSpPr>
          <p:nvPr>
            <p:ph idx="1"/>
          </p:nvPr>
        </p:nvSpPr>
        <p:spPr>
          <a:xfrm>
            <a:off x="160867" y="1825625"/>
            <a:ext cx="10515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7" name="Grafik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2274" t="22783" r="21578" b="22103"/>
          <a:stretch/>
        </p:blipFill>
        <p:spPr>
          <a:xfrm>
            <a:off x="9062269" y="389731"/>
            <a:ext cx="2968275" cy="1165251"/>
          </a:xfrm>
          <a:prstGeom prst="rect">
            <a:avLst/>
          </a:prstGeom>
        </p:spPr>
      </p:pic>
      <p:sp>
        <p:nvSpPr>
          <p:cNvPr id="11" name="Textfeld 10">
            <a:extLst>
              <a:ext uri="{FF2B5EF4-FFF2-40B4-BE49-F238E27FC236}">
                <a16:creationId xmlns:a16="http://schemas.microsoft.com/office/drawing/2014/main" id="{7D35D1A3-4AA7-4035-943A-1D9D2F8F595A}"/>
              </a:ext>
            </a:extLst>
          </p:cNvPr>
          <p:cNvSpPr txBox="1"/>
          <p:nvPr userDrawn="1"/>
        </p:nvSpPr>
        <p:spPr>
          <a:xfrm>
            <a:off x="10914434" y="6352161"/>
            <a:ext cx="826851" cy="369332"/>
          </a:xfrm>
          <a:prstGeom prst="rect">
            <a:avLst/>
          </a:prstGeom>
          <a:noFill/>
        </p:spPr>
        <p:txBody>
          <a:bodyPr wrap="square" rtlCol="0">
            <a:spAutoFit/>
          </a:bodyPr>
          <a:lstStyle/>
          <a:p>
            <a:fld id="{5990DB8E-EF2C-432C-BA97-787CD29BEB0C}" type="slidenum">
              <a:rPr lang="de-DE" smtClean="0">
                <a:latin typeface="Arial" panose="020B0604020202020204" pitchFamily="34" charset="0"/>
                <a:cs typeface="Arial" panose="020B0604020202020204" pitchFamily="34" charset="0"/>
              </a:rPr>
              <a:t>‹Nr.›</a:t>
            </a:fld>
            <a:endParaRPr lang="de-DE" dirty="0">
              <a:latin typeface="Arial" panose="020B0604020202020204" pitchFamily="34" charset="0"/>
              <a:cs typeface="Arial" panose="020B0604020202020204" pitchFamily="34" charset="0"/>
            </a:endParaRPr>
          </a:p>
        </p:txBody>
      </p:sp>
      <p:sp>
        <p:nvSpPr>
          <p:cNvPr id="4" name="Textfeld 3">
            <a:extLst>
              <a:ext uri="{FF2B5EF4-FFF2-40B4-BE49-F238E27FC236}">
                <a16:creationId xmlns:a16="http://schemas.microsoft.com/office/drawing/2014/main" id="{4FF7ED6C-24E2-4BF2-9986-EEF22C4BD38D}"/>
              </a:ext>
            </a:extLst>
          </p:cNvPr>
          <p:cNvSpPr txBox="1"/>
          <p:nvPr userDrawn="1"/>
        </p:nvSpPr>
        <p:spPr>
          <a:xfrm>
            <a:off x="0" y="6642556"/>
            <a:ext cx="1721795" cy="215444"/>
          </a:xfrm>
          <a:prstGeom prst="rect">
            <a:avLst/>
          </a:prstGeom>
          <a:noFill/>
        </p:spPr>
        <p:txBody>
          <a:bodyPr wrap="square" rtlCol="0">
            <a:spAutoFit/>
          </a:bodyPr>
          <a:lstStyle/>
          <a:p>
            <a:r>
              <a:rPr lang="de-DE" sz="800" dirty="0">
                <a:latin typeface="Verdana" panose="020B0604030504040204" pitchFamily="34" charset="0"/>
                <a:ea typeface="Verdana" panose="020B0604030504040204" pitchFamily="34" charset="0"/>
                <a:cs typeface="Arial" panose="020B0604020202020204" pitchFamily="34" charset="0"/>
              </a:rPr>
              <a:t>Informatiksysteme</a:t>
            </a:r>
          </a:p>
        </p:txBody>
      </p:sp>
    </p:spTree>
    <p:extLst>
      <p:ext uri="{BB962C8B-B14F-4D97-AF65-F5344CB8AC3E}">
        <p14:creationId xmlns:p14="http://schemas.microsoft.com/office/powerpoint/2010/main" val="1214206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160867" y="320675"/>
            <a:ext cx="10515600" cy="1325563"/>
          </a:xfrm>
        </p:spPr>
        <p:txBody>
          <a:bodyPr/>
          <a:lstStyle>
            <a:lvl1pPr>
              <a:defRPr b="1">
                <a:solidFill>
                  <a:srgbClr val="E30051"/>
                </a:solidFill>
                <a:latin typeface="Arial" panose="020B0604020202020204" pitchFamily="34" charset="0"/>
                <a:cs typeface="Arial" panose="020B0604020202020204" pitchFamily="34" charset="0"/>
              </a:defRPr>
            </a:lvl1pPr>
          </a:lstStyle>
          <a:p>
            <a:r>
              <a:rPr lang="de-DE" dirty="0"/>
              <a:t>Titelmasterformat durch Klicken bearbeiten</a:t>
            </a:r>
          </a:p>
        </p:txBody>
      </p:sp>
      <p:sp>
        <p:nvSpPr>
          <p:cNvPr id="3" name="Inhaltsplatzhalter 2"/>
          <p:cNvSpPr>
            <a:spLocks noGrp="1"/>
          </p:cNvSpPr>
          <p:nvPr>
            <p:ph idx="1"/>
          </p:nvPr>
        </p:nvSpPr>
        <p:spPr>
          <a:xfrm>
            <a:off x="160867" y="1825625"/>
            <a:ext cx="10515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7" name="Grafik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2274" t="22783" r="21578" b="22103"/>
          <a:stretch/>
        </p:blipFill>
        <p:spPr>
          <a:xfrm>
            <a:off x="9062269" y="389731"/>
            <a:ext cx="2968275" cy="1165251"/>
          </a:xfrm>
          <a:prstGeom prst="rect">
            <a:avLst/>
          </a:prstGeom>
        </p:spPr>
      </p:pic>
    </p:spTree>
    <p:extLst>
      <p:ext uri="{BB962C8B-B14F-4D97-AF65-F5344CB8AC3E}">
        <p14:creationId xmlns:p14="http://schemas.microsoft.com/office/powerpoint/2010/main" val="2416419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Textmasterformat bearbeiten</a:t>
            </a:r>
          </a:p>
        </p:txBody>
      </p:sp>
      <p:sp>
        <p:nvSpPr>
          <p:cNvPr id="4" name="Datumsplatzhalter 3"/>
          <p:cNvSpPr>
            <a:spLocks noGrp="1"/>
          </p:cNvSpPr>
          <p:nvPr>
            <p:ph type="dt" sz="half" idx="10"/>
          </p:nvPr>
        </p:nvSpPr>
        <p:spPr/>
        <p:txBody>
          <a:bodyPr/>
          <a:lstStyle/>
          <a:p>
            <a:fld id="{46BAD19C-C06D-4329-A11C-2F746C1AA8FD}" type="datetimeFigureOut">
              <a:rPr lang="de-DE" smtClean="0"/>
              <a:t>16.04.2026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381598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838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46BAD19C-C06D-4329-A11C-2F746C1AA8FD}" type="datetimeFigureOut">
              <a:rPr lang="de-DE" smtClean="0"/>
              <a:t>16.04.2026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437074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839788" y="2505075"/>
            <a:ext cx="5157787"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46BAD19C-C06D-4329-A11C-2F746C1AA8FD}" type="datetimeFigureOut">
              <a:rPr lang="de-DE" smtClean="0"/>
              <a:t>16.04.2026</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45235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46BAD19C-C06D-4329-A11C-2F746C1AA8FD}" type="datetimeFigureOut">
              <a:rPr lang="de-DE" smtClean="0"/>
              <a:t>16.04.2026</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929354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6BAD19C-C06D-4329-A11C-2F746C1AA8FD}" type="datetimeFigureOut">
              <a:rPr lang="de-DE" smtClean="0"/>
              <a:t>16.04.2026</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3222870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46BAD19C-C06D-4329-A11C-2F746C1AA8FD}" type="datetimeFigureOut">
              <a:rPr lang="de-DE" smtClean="0"/>
              <a:t>16.04.2026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3933685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46BAD19C-C06D-4329-A11C-2F746C1AA8FD}" type="datetimeFigureOut">
              <a:rPr lang="de-DE" smtClean="0"/>
              <a:t>16.04.2026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1103005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46BAD19C-C06D-4329-A11C-2F746C1AA8FD}" type="datetimeFigureOut">
              <a:rPr lang="de-DE" smtClean="0"/>
              <a:t>16.04.2026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410750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46BAD19C-C06D-4329-A11C-2F746C1AA8FD}" type="datetimeFigureOut">
              <a:rPr lang="de-DE" smtClean="0"/>
              <a:t>16.04.2026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3840932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BAD19C-C06D-4329-A11C-2F746C1AA8FD}" type="datetimeFigureOut">
              <a:rPr lang="de-DE" smtClean="0"/>
              <a:t>16.04.2026</a:t>
            </a:fld>
            <a:endParaRPr lang="de-DE" dirty="0"/>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dirty="0"/>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F2F304-80D7-4E14-A6ED-AE31697895C5}" type="slidenum">
              <a:rPr lang="de-DE" smtClean="0"/>
              <a:t>‹Nr.›</a:t>
            </a:fld>
            <a:endParaRPr lang="de-DE"/>
          </a:p>
        </p:txBody>
      </p:sp>
    </p:spTree>
    <p:extLst>
      <p:ext uri="{BB962C8B-B14F-4D97-AF65-F5344CB8AC3E}">
        <p14:creationId xmlns:p14="http://schemas.microsoft.com/office/powerpoint/2010/main" val="460533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luis.uni-hannover.de/fileadmin/kurse/material/access/01_Access_DatenbankEinfuehrung.pdf"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luis.uni-hannover.de/fileadmin/kurse/material/access/01_Access_DatenbankEinfuehrung.pd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4.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4.xml"/><Relationship Id="rId7" Type="http://schemas.openxmlformats.org/officeDocument/2006/relationships/image" Target="../media/image14.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5.xml"/><Relationship Id="rId7" Type="http://schemas.openxmlformats.org/officeDocument/2006/relationships/image" Target="../media/image16.jpe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www.fachinformatikerwissen.de/pages/wis_db_obje.shtml" TargetMode="Externa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inf-schule.de/datenbanksysteme/ermodelle/datenmodell"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hyperlink" Target="https://de.wikipedia.org/wiki/Datei:Grundbegriffe_relationaler_Datenbanken.svg" TargetMode="External"/><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hyperlink" Target="https://creativecommons.org/licenses/by-sa/3.0/"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 Id="rId4" Type="http://schemas.openxmlformats.org/officeDocument/2006/relationships/hyperlink" Target="https://de.wikipedia.org/w/index.php?curid=4399541"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hyperlink" Target="https://digitalmode.net/2016/03/07/top-10-greatest-people/"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8.svg"/><Relationship Id="rId4" Type="http://schemas.openxmlformats.org/officeDocument/2006/relationships/image" Target="../media/image3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3" Type="http://schemas.openxmlformats.org/officeDocument/2006/relationships/hyperlink" Target="https://www.kvno.de/fileadmin/shared/pdf/online/verordnungen/morbiditaetsstatistik/100icd_20-3.pdf?v=1636545602" TargetMode="External"/><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4.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7.xml"/><Relationship Id="rId7" Type="http://schemas.openxmlformats.org/officeDocument/2006/relationships/image" Target="../media/image58.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6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4.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11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hyperlink" Target="https://mvnrepository.com/artifact/org.xerial/sqlite-jdbc" TargetMode="External"/><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12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hyperlink" Target="file:///\\10.1.1.5\Klassen\2_Klassenordner\IFSY1\Praktikum_Datenbanken\SFS-Praktikum\Github_Anleitung.mp4" TargetMode="External"/><Relationship Id="rId2" Type="http://schemas.openxmlformats.org/officeDocument/2006/relationships/hyperlink" Target="file:///\\10.1.1.5\Klassen\2_Klassenordner\IFSY1\Praktikum_Datenbanken\SFS-Praktikum\Praktikum.pdf" TargetMode="External"/><Relationship Id="rId1" Type="http://schemas.openxmlformats.org/officeDocument/2006/relationships/slideLayout" Target="../slideLayouts/slideLayout2.xml"/><Relationship Id="rId4" Type="http://schemas.openxmlformats.org/officeDocument/2006/relationships/hyperlink" Target="file:///\\10.1.1.5\Klassen\2_Klassenordner\IFSY1\Praktikum_Datenbanken\SFS-Praktikum\Aufgabenstellung.pdf" TargetMode="External"/></Relationships>
</file>

<file path=ppt/slides/_rels/slide131.xml.rels><?xml version="1.0" encoding="UTF-8" standalone="yes"?>
<Relationships xmlns="http://schemas.openxmlformats.org/package/2006/relationships"><Relationship Id="rId2" Type="http://schemas.openxmlformats.org/officeDocument/2006/relationships/hyperlink" Target="file:///\\10.1.1.5\Klassen\2_Klassenordner\IFSY1\Praktikum_Datenbanken\&#220;bungsblatt_JFX.pdf" TargetMode="Externa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2.png"/><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103.png"/></Relationships>
</file>

<file path=ppt/slides/_rels/slide1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1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9.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08.wmf"/><Relationship Id="rId4" Type="http://schemas.openxmlformats.org/officeDocument/2006/relationships/oleObject" Target="../embeddings/oleObject1.bin"/></Relationships>
</file>

<file path=ppt/slides/_rels/slide1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11.wmf"/><Relationship Id="rId5" Type="http://schemas.openxmlformats.org/officeDocument/2006/relationships/oleObject" Target="../embeddings/oleObject3.bin"/><Relationship Id="rId4" Type="http://schemas.openxmlformats.org/officeDocument/2006/relationships/image" Target="../media/image112.jpeg"/></Relationships>
</file>

<file path=ppt/slides/_rels/slide159.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8.xml"/><Relationship Id="rId7" Type="http://schemas.openxmlformats.org/officeDocument/2006/relationships/image" Target="../media/image114.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www.tu-medien.de/4-bit-vergleicher.html" TargetMode="External"/><Relationship Id="rId4" Type="http://schemas.openxmlformats.org/officeDocument/2006/relationships/image" Target="../media/image118.png"/></Relationships>
</file>

<file path=ppt/slides/_rels/slide1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tu-medien.de/4-bit-vergleicher.html" TargetMode="Externa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tu-medien.de/4-bit-vergleicher.html" TargetMode="External"/><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1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tu-medien.de/4-bit-vergleicher.html" TargetMode="Externa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1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tu-medien.de/4-bit-vergleicher.html" TargetMode="Externa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jp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hyperlink" Target="https://de.wikipedia.org/wiki/Dualsystem" TargetMode="External"/><Relationship Id="rId2" Type="http://schemas.openxmlformats.org/officeDocument/2006/relationships/image" Target="../media/image124.jpeg"/><Relationship Id="rId1"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hyperlink" Target="https://de.wikipedia.org/wiki/Boolesche_Algebra" TargetMode="External"/><Relationship Id="rId4" Type="http://schemas.openxmlformats.org/officeDocument/2006/relationships/image" Target="../media/image125.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www.youtube.com/watch?v=OkcVk_PGYL4" TargetMode="External"/></Relationships>
</file>

<file path=ppt/slides/_rels/slide1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online-rechner.net/datenmenge/" TargetMode="External"/><Relationship Id="rId5" Type="http://schemas.openxmlformats.org/officeDocument/2006/relationships/image" Target="../media/image132.png"/><Relationship Id="rId4" Type="http://schemas.openxmlformats.org/officeDocument/2006/relationships/image" Target="../media/image131.png"/></Relationships>
</file>

<file path=ppt/slides/_rels/slide176.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34.jpe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34.jpe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36.jpe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40.png"/></Relationships>
</file>

<file path=ppt/slides/_rels/slide18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0.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de.wikipedia.org/wiki/Information" TargetMode="External"/><Relationship Id="rId4" Type="http://schemas.openxmlformats.org/officeDocument/2006/relationships/image" Target="../media/image145.png"/></Relationships>
</file>

<file path=ppt/slides/_rels/slide19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7.png"/></Relationships>
</file>

<file path=ppt/slides/_rels/slide19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49.gif"/><Relationship Id="rId4" Type="http://schemas.openxmlformats.org/officeDocument/2006/relationships/image" Target="../media/image149.png"/></Relationships>
</file>

<file path=ppt/slides/_rels/slide194.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5.png"/></Relationships>
</file>

<file path=ppt/slides/_rels/slide20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6.png"/><Relationship Id="rId1" Type="http://schemas.openxmlformats.org/officeDocument/2006/relationships/slideLayout" Target="../slideLayouts/slideLayout2.xml"/><Relationship Id="rId5" Type="http://schemas.openxmlformats.org/officeDocument/2006/relationships/image" Target="../media/image158.png"/><Relationship Id="rId4" Type="http://schemas.openxmlformats.org/officeDocument/2006/relationships/image" Target="../media/image157.png"/></Relationships>
</file>

<file path=ppt/slides/_rels/slide206.xml.rels><?xml version="1.0" encoding="UTF-8" standalone="yes"?>
<Relationships xmlns="http://schemas.openxmlformats.org/package/2006/relationships"><Relationship Id="rId8" Type="http://schemas.openxmlformats.org/officeDocument/2006/relationships/image" Target="../media/image610.png"/><Relationship Id="rId3" Type="http://schemas.openxmlformats.org/officeDocument/2006/relationships/image" Target="../media/image159.png"/><Relationship Id="rId7" Type="http://schemas.openxmlformats.org/officeDocument/2006/relationships/image" Target="../media/image60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90.png"/><Relationship Id="rId5" Type="http://schemas.openxmlformats.org/officeDocument/2006/relationships/image" Target="../media/image161.png"/><Relationship Id="rId4" Type="http://schemas.openxmlformats.org/officeDocument/2006/relationships/image" Target="../media/image160.png"/><Relationship Id="rId9" Type="http://schemas.openxmlformats.org/officeDocument/2006/relationships/image" Target="../media/image620.png"/></Relationships>
</file>

<file path=ppt/slides/_rels/slide207.xml.rels><?xml version="1.0" encoding="UTF-8" standalone="yes"?>
<Relationships xmlns="http://schemas.openxmlformats.org/package/2006/relationships"><Relationship Id="rId8" Type="http://schemas.openxmlformats.org/officeDocument/2006/relationships/image" Target="../media/image167.png"/><Relationship Id="rId13" Type="http://schemas.openxmlformats.org/officeDocument/2006/relationships/image" Target="../media/image620.png"/><Relationship Id="rId3" Type="http://schemas.openxmlformats.org/officeDocument/2006/relationships/image" Target="../media/image162.png"/><Relationship Id="rId7" Type="http://schemas.openxmlformats.org/officeDocument/2006/relationships/image" Target="../media/image166.png"/><Relationship Id="rId12" Type="http://schemas.openxmlformats.org/officeDocument/2006/relationships/image" Target="../media/image6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65.png"/><Relationship Id="rId11" Type="http://schemas.openxmlformats.org/officeDocument/2006/relationships/image" Target="../media/image600.png"/><Relationship Id="rId5" Type="http://schemas.openxmlformats.org/officeDocument/2006/relationships/image" Target="../media/image164.png"/><Relationship Id="rId10" Type="http://schemas.openxmlformats.org/officeDocument/2006/relationships/image" Target="../media/image590.png"/><Relationship Id="rId4" Type="http://schemas.openxmlformats.org/officeDocument/2006/relationships/image" Target="../media/image163.png"/><Relationship Id="rId9" Type="http://schemas.openxmlformats.org/officeDocument/2006/relationships/image" Target="../media/image168.png"/></Relationships>
</file>

<file path=ppt/slides/_rels/slide20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9.png"/><Relationship Id="rId1" Type="http://schemas.openxmlformats.org/officeDocument/2006/relationships/slideLayout" Target="../slideLayouts/slideLayout2.xml"/><Relationship Id="rId6" Type="http://schemas.openxmlformats.org/officeDocument/2006/relationships/image" Target="../media/image172.png"/><Relationship Id="rId5" Type="http://schemas.openxmlformats.org/officeDocument/2006/relationships/image" Target="../media/image171.png"/><Relationship Id="rId4" Type="http://schemas.openxmlformats.org/officeDocument/2006/relationships/image" Target="../media/image170.png"/></Relationships>
</file>

<file path=ppt/slides/_rels/slide20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370.png"/><Relationship Id="rId3" Type="http://schemas.openxmlformats.org/officeDocument/2006/relationships/image" Target="../media/image173.png"/><Relationship Id="rId7" Type="http://schemas.openxmlformats.org/officeDocument/2006/relationships/image" Target="../media/image240.png"/><Relationship Id="rId12" Type="http://schemas.openxmlformats.org/officeDocument/2006/relationships/image" Target="../media/image360.png"/><Relationship Id="rId2" Type="http://schemas.openxmlformats.org/officeDocument/2006/relationships/image" Target="../media/image3.png"/><Relationship Id="rId16" Type="http://schemas.openxmlformats.org/officeDocument/2006/relationships/image" Target="../media/image174.png"/><Relationship Id="rId1" Type="http://schemas.openxmlformats.org/officeDocument/2006/relationships/slideLayout" Target="../slideLayouts/slideLayout2.xml"/><Relationship Id="rId6" Type="http://schemas.openxmlformats.org/officeDocument/2006/relationships/image" Target="../media/image1700.png"/><Relationship Id="rId5" Type="http://schemas.openxmlformats.org/officeDocument/2006/relationships/image" Target="../media/image270.png"/><Relationship Id="rId15" Type="http://schemas.openxmlformats.org/officeDocument/2006/relationships/image" Target="../media/image390.png"/><Relationship Id="rId4" Type="http://schemas.openxmlformats.org/officeDocument/2006/relationships/image" Target="../media/image251.png"/><Relationship Id="rId14" Type="http://schemas.openxmlformats.org/officeDocument/2006/relationships/image" Target="../media/image38.png"/></Relationships>
</file>

<file path=ppt/slides/_rels/slide211.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240.png"/><Relationship Id="rId18" Type="http://schemas.openxmlformats.org/officeDocument/2006/relationships/image" Target="../media/image390.png"/><Relationship Id="rId3" Type="http://schemas.openxmlformats.org/officeDocument/2006/relationships/image" Target="../media/image175.png"/><Relationship Id="rId7" Type="http://schemas.openxmlformats.org/officeDocument/2006/relationships/image" Target="../media/image179.png"/><Relationship Id="rId12" Type="http://schemas.openxmlformats.org/officeDocument/2006/relationships/image" Target="../media/image1700.png"/><Relationship Id="rId17" Type="http://schemas.openxmlformats.org/officeDocument/2006/relationships/image" Target="../media/image38.png"/><Relationship Id="rId2" Type="http://schemas.openxmlformats.org/officeDocument/2006/relationships/image" Target="../media/image3.png"/><Relationship Id="rId16" Type="http://schemas.openxmlformats.org/officeDocument/2006/relationships/image" Target="../media/image370.png"/><Relationship Id="rId1" Type="http://schemas.openxmlformats.org/officeDocument/2006/relationships/slideLayout" Target="../slideLayouts/slideLayout2.xml"/><Relationship Id="rId6" Type="http://schemas.openxmlformats.org/officeDocument/2006/relationships/image" Target="../media/image178.png"/><Relationship Id="rId11" Type="http://schemas.openxmlformats.org/officeDocument/2006/relationships/image" Target="../media/image270.png"/><Relationship Id="rId5" Type="http://schemas.openxmlformats.org/officeDocument/2006/relationships/image" Target="../media/image177.png"/><Relationship Id="rId15" Type="http://schemas.openxmlformats.org/officeDocument/2006/relationships/image" Target="../media/image360.png"/><Relationship Id="rId10" Type="http://schemas.openxmlformats.org/officeDocument/2006/relationships/image" Target="../media/image251.png"/><Relationship Id="rId4" Type="http://schemas.openxmlformats.org/officeDocument/2006/relationships/image" Target="../media/image176.png"/><Relationship Id="rId9" Type="http://schemas.openxmlformats.org/officeDocument/2006/relationships/image" Target="../media/image181.png"/><Relationship Id="rId14" Type="http://schemas.openxmlformats.org/officeDocument/2006/relationships/image" Target="../media/image250.png"/></Relationships>
</file>

<file path=ppt/slides/_rels/slide212.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83.png"/><Relationship Id="rId4" Type="http://schemas.openxmlformats.org/officeDocument/2006/relationships/hyperlink" Target="https://de.wikipedia.org/wiki/Volladdierer" TargetMode="External"/></Relationships>
</file>

<file path=ppt/slides/_rels/slide213.xml.rels><?xml version="1.0" encoding="UTF-8" standalone="yes"?>
<Relationships xmlns="http://schemas.openxmlformats.org/package/2006/relationships"><Relationship Id="rId8" Type="http://schemas.openxmlformats.org/officeDocument/2006/relationships/image" Target="../media/image189.png"/><Relationship Id="rId13" Type="http://schemas.openxmlformats.org/officeDocument/2006/relationships/image" Target="../media/image194.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9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87.png"/><Relationship Id="rId11" Type="http://schemas.openxmlformats.org/officeDocument/2006/relationships/image" Target="../media/image192.png"/><Relationship Id="rId5" Type="http://schemas.openxmlformats.org/officeDocument/2006/relationships/image" Target="../media/image186.png"/><Relationship Id="rId10" Type="http://schemas.openxmlformats.org/officeDocument/2006/relationships/image" Target="../media/image191.png"/><Relationship Id="rId4" Type="http://schemas.openxmlformats.org/officeDocument/2006/relationships/image" Target="../media/image185.png"/><Relationship Id="rId9" Type="http://schemas.openxmlformats.org/officeDocument/2006/relationships/image" Target="../media/image190.png"/><Relationship Id="rId14" Type="http://schemas.openxmlformats.org/officeDocument/2006/relationships/image" Target="../media/image195.png"/></Relationships>
</file>

<file path=ppt/slides/_rels/slide214.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8" Type="http://schemas.openxmlformats.org/officeDocument/2006/relationships/image" Target="../media/image202.png"/><Relationship Id="rId3" Type="http://schemas.openxmlformats.org/officeDocument/2006/relationships/image" Target="../media/image197.png"/><Relationship Id="rId7" Type="http://schemas.openxmlformats.org/officeDocument/2006/relationships/image" Target="../media/image201.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9.png"/><Relationship Id="rId4" Type="http://schemas.openxmlformats.org/officeDocument/2006/relationships/image" Target="../media/image198.png"/><Relationship Id="rId9" Type="http://schemas.openxmlformats.org/officeDocument/2006/relationships/image" Target="../media/image203.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4.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5.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208.jpe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image" Target="../media/image208.jpeg"/><Relationship Id="rId1" Type="http://schemas.openxmlformats.org/officeDocument/2006/relationships/slideLayout" Target="../slideLayouts/slideLayout2.xml"/><Relationship Id="rId4" Type="http://schemas.openxmlformats.org/officeDocument/2006/relationships/image" Target="../media/image210.jpeg"/></Relationships>
</file>

<file path=ppt/slides/_rels/slide2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3.jpeg"/></Relationships>
</file>

<file path=ppt/slides/_rels/slide237.xml.rels><?xml version="1.0" encoding="UTF-8" standalone="yes"?>
<Relationships xmlns="http://schemas.openxmlformats.org/package/2006/relationships"><Relationship Id="rId3" Type="http://schemas.openxmlformats.org/officeDocument/2006/relationships/image" Target="../media/image21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21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6.png"/></Relationships>
</file>

<file path=ppt/slides/_rels/slide239.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image" Target="../media/image218.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9.png"/><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comments" Target="../comments/comment1.xml"/><Relationship Id="rId5" Type="http://schemas.openxmlformats.org/officeDocument/2006/relationships/hyperlink" Target="https://creativecommons.org/licenses/by-nc-sa/3.0/" TargetMode="External"/><Relationship Id="rId4" Type="http://schemas.openxmlformats.org/officeDocument/2006/relationships/hyperlink" Target="https://eng.libretexts.org/Courses/Delta_College/Operating_System:_The_Basics/01:_The_Basics_-_An_Overview/1.2_Starting_with_the_Basics" TargetMode="External"/></Relationships>
</file>

<file path=ppt/slides/_rels/slide243.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22.png"/><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image" Target="../media/image224.png"/><Relationship Id="rId1" Type="http://schemas.openxmlformats.org/officeDocument/2006/relationships/slideLayout" Target="../slideLayouts/slideLayout2.xml"/><Relationship Id="rId4" Type="http://schemas.openxmlformats.org/officeDocument/2006/relationships/hyperlink" Target="https://upload.wikimedia.org/wikipedia/commons/thumb/b/bd/Motherboard_diagram.svg/1024px-Motherboard_diagram.svg.png" TargetMode="External"/></Relationships>
</file>

<file path=ppt/slides/_rels/slide245.xml.rels><?xml version="1.0" encoding="UTF-8" standalone="yes"?>
<Relationships xmlns="http://schemas.openxmlformats.org/package/2006/relationships"><Relationship Id="rId2" Type="http://schemas.openxmlformats.org/officeDocument/2006/relationships/image" Target="../media/image226.jpeg"/><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image" Target="../media/image227.png"/><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3" Type="http://schemas.openxmlformats.org/officeDocument/2006/relationships/hyperlink" Target="https://simpleclub.com/lessons/informatik-das-bussystem" TargetMode="External"/><Relationship Id="rId2" Type="http://schemas.openxmlformats.org/officeDocument/2006/relationships/image" Target="../media/image228.png"/><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image" Target="../media/image229.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BGY Klasse 12 – Informatiksysteme</a:t>
            </a:r>
          </a:p>
          <a:p>
            <a:pPr algn="r"/>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2140574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BGY Klasse 12 – Informatiksysteme</a:t>
            </a:r>
          </a:p>
          <a:p>
            <a:pPr algn="r"/>
            <a:r>
              <a:rPr lang="de-DE" dirty="0"/>
              <a:t>Lernbereich 2 Datenbank-Technologie</a:t>
            </a:r>
          </a:p>
          <a:p>
            <a:pPr algn="r"/>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1993499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2DD6DE-00EA-46C8-AF01-1ED593ED93E4}"/>
              </a:ext>
            </a:extLst>
          </p:cNvPr>
          <p:cNvSpPr>
            <a:spLocks noGrp="1"/>
          </p:cNvSpPr>
          <p:nvPr>
            <p:ph type="title"/>
          </p:nvPr>
        </p:nvSpPr>
        <p:spPr/>
        <p:txBody>
          <a:bodyPr/>
          <a:lstStyle/>
          <a:p>
            <a:r>
              <a:rPr lang="de-DE" dirty="0"/>
              <a:t>Symbolik / Legende</a:t>
            </a:r>
          </a:p>
        </p:txBody>
      </p:sp>
      <p:pic>
        <p:nvPicPr>
          <p:cNvPr id="5" name="Grafik 4">
            <a:extLst>
              <a:ext uri="{FF2B5EF4-FFF2-40B4-BE49-F238E27FC236}">
                <a16:creationId xmlns:a16="http://schemas.microsoft.com/office/drawing/2014/main" id="{FC5DCF7C-EB0B-416A-B8CE-4E004AC792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8195" y="1646238"/>
            <a:ext cx="525054" cy="1235797"/>
          </a:xfrm>
          <a:prstGeom prst="rect">
            <a:avLst/>
          </a:prstGeom>
        </p:spPr>
      </p:pic>
      <p:sp>
        <p:nvSpPr>
          <p:cNvPr id="6" name="Textfeld 5">
            <a:extLst>
              <a:ext uri="{FF2B5EF4-FFF2-40B4-BE49-F238E27FC236}">
                <a16:creationId xmlns:a16="http://schemas.microsoft.com/office/drawing/2014/main" id="{4892A9CF-7EFE-4940-9B68-819B3D88198F}"/>
              </a:ext>
            </a:extLst>
          </p:cNvPr>
          <p:cNvSpPr txBox="1"/>
          <p:nvPr/>
        </p:nvSpPr>
        <p:spPr>
          <a:xfrm>
            <a:off x="2480734" y="1802471"/>
            <a:ext cx="6273800" cy="923330"/>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sind wichtige </a:t>
            </a:r>
            <a:r>
              <a:rPr lang="de-DE" dirty="0">
                <a:solidFill>
                  <a:srgbClr val="FF0000"/>
                </a:solidFill>
                <a:latin typeface="Arial" panose="020B0604020202020204" pitchFamily="34" charset="0"/>
                <a:cs typeface="Arial" panose="020B0604020202020204" pitchFamily="34" charset="0"/>
              </a:rPr>
              <a:t>Fakten und Definitionen</a:t>
            </a:r>
            <a:r>
              <a:rPr lang="de-DE" dirty="0">
                <a:latin typeface="Arial" panose="020B0604020202020204" pitchFamily="34" charset="0"/>
                <a:cs typeface="Arial" panose="020B0604020202020204" pitchFamily="34" charset="0"/>
              </a:rPr>
              <a:t>, die Sie kennen und beherrschen müssen</a:t>
            </a:r>
          </a:p>
          <a:p>
            <a:r>
              <a:rPr lang="de-DE" dirty="0">
                <a:latin typeface="Arial" panose="020B0604020202020204" pitchFamily="34" charset="0"/>
                <a:cs typeface="Arial" panose="020B0604020202020204" pitchFamily="34" charset="0"/>
              </a:rPr>
              <a:t>(es bietet sich an, diese aufzuschreiben)</a:t>
            </a:r>
          </a:p>
        </p:txBody>
      </p:sp>
      <p:pic>
        <p:nvPicPr>
          <p:cNvPr id="8" name="Grafik 7">
            <a:extLst>
              <a:ext uri="{FF2B5EF4-FFF2-40B4-BE49-F238E27FC236}">
                <a16:creationId xmlns:a16="http://schemas.microsoft.com/office/drawing/2014/main" id="{B71A273C-FC7C-408E-852A-5DC93CAA94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2332" y="3683000"/>
            <a:ext cx="1076780" cy="1443263"/>
          </a:xfrm>
          <a:prstGeom prst="rect">
            <a:avLst/>
          </a:prstGeom>
        </p:spPr>
      </p:pic>
      <p:sp>
        <p:nvSpPr>
          <p:cNvPr id="9" name="Textfeld 8">
            <a:extLst>
              <a:ext uri="{FF2B5EF4-FFF2-40B4-BE49-F238E27FC236}">
                <a16:creationId xmlns:a16="http://schemas.microsoft.com/office/drawing/2014/main" id="{B56868A6-F6EC-46D6-841A-1520CE442D6D}"/>
              </a:ext>
            </a:extLst>
          </p:cNvPr>
          <p:cNvSpPr txBox="1"/>
          <p:nvPr/>
        </p:nvSpPr>
        <p:spPr>
          <a:xfrm>
            <a:off x="2480733" y="3942966"/>
            <a:ext cx="7636933" cy="369332"/>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sind Aufgaben, die Ihnen helfen das Gelernte zu festigen und zu vertiefen</a:t>
            </a:r>
          </a:p>
        </p:txBody>
      </p:sp>
      <p:sp>
        <p:nvSpPr>
          <p:cNvPr id="10" name="Textfeld 9">
            <a:extLst>
              <a:ext uri="{FF2B5EF4-FFF2-40B4-BE49-F238E27FC236}">
                <a16:creationId xmlns:a16="http://schemas.microsoft.com/office/drawing/2014/main" id="{1CD0AE80-D5E1-4340-977D-3A6322ED669C}"/>
              </a:ext>
            </a:extLst>
          </p:cNvPr>
          <p:cNvSpPr txBox="1"/>
          <p:nvPr/>
        </p:nvSpPr>
        <p:spPr>
          <a:xfrm>
            <a:off x="2057400" y="5810295"/>
            <a:ext cx="7636933" cy="369332"/>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alle anderen Folien dienen zum besseren Verständnis des Fachgebiets </a:t>
            </a:r>
          </a:p>
        </p:txBody>
      </p:sp>
    </p:spTree>
    <p:extLst>
      <p:ext uri="{BB962C8B-B14F-4D97-AF65-F5344CB8AC3E}">
        <p14:creationId xmlns:p14="http://schemas.microsoft.com/office/powerpoint/2010/main" val="290801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9AFDAC-B183-4B00-A17A-C08CA2B06E72}"/>
              </a:ext>
            </a:extLst>
          </p:cNvPr>
          <p:cNvSpPr>
            <a:spLocks noGrp="1"/>
          </p:cNvSpPr>
          <p:nvPr>
            <p:ph type="title"/>
          </p:nvPr>
        </p:nvSpPr>
        <p:spPr/>
        <p:txBody>
          <a:bodyPr/>
          <a:lstStyle/>
          <a:p>
            <a:r>
              <a:rPr lang="de-DE"/>
              <a:t>Gliederung</a:t>
            </a:r>
            <a:endParaRPr lang="de-DE" dirty="0"/>
          </a:p>
        </p:txBody>
      </p:sp>
      <p:sp>
        <p:nvSpPr>
          <p:cNvPr id="3" name="Inhaltsplatzhalter 2">
            <a:extLst>
              <a:ext uri="{FF2B5EF4-FFF2-40B4-BE49-F238E27FC236}">
                <a16:creationId xmlns:a16="http://schemas.microsoft.com/office/drawing/2014/main" id="{3389509C-501D-44D1-B9ED-C3F9CDD322E0}"/>
              </a:ext>
            </a:extLst>
          </p:cNvPr>
          <p:cNvSpPr>
            <a:spLocks noGrp="1"/>
          </p:cNvSpPr>
          <p:nvPr>
            <p:ph idx="1"/>
          </p:nvPr>
        </p:nvSpPr>
        <p:spPr/>
        <p:txBody>
          <a:bodyPr/>
          <a:lstStyle/>
          <a:p>
            <a:pPr marL="514350" indent="-514350">
              <a:buFont typeface="+mj-lt"/>
              <a:buAutoNum type="arabicPeriod"/>
            </a:pPr>
            <a:r>
              <a:rPr lang="de-DE" dirty="0"/>
              <a:t>Theoretische Grundlagen von Datenbanken</a:t>
            </a:r>
          </a:p>
          <a:p>
            <a:pPr marL="971550" lvl="1" indent="-514350">
              <a:buFont typeface="+mj-lt"/>
              <a:buAutoNum type="alphaLcPeriod"/>
            </a:pPr>
            <a:r>
              <a:rPr lang="de-DE" dirty="0"/>
              <a:t>Modelle</a:t>
            </a:r>
          </a:p>
          <a:p>
            <a:pPr marL="971550" lvl="1" indent="-514350">
              <a:buFont typeface="+mj-lt"/>
              <a:buAutoNum type="alphaLcPeriod"/>
            </a:pPr>
            <a:r>
              <a:rPr lang="de-DE" dirty="0"/>
              <a:t>Normalisierung</a:t>
            </a:r>
          </a:p>
          <a:p>
            <a:pPr marL="514350" indent="-514350">
              <a:buFont typeface="+mj-lt"/>
              <a:buAutoNum type="arabicPeriod"/>
            </a:pPr>
            <a:r>
              <a:rPr lang="de-DE" dirty="0"/>
              <a:t>Microsoft Access</a:t>
            </a:r>
          </a:p>
          <a:p>
            <a:pPr marL="514350" indent="-514350">
              <a:buFont typeface="+mj-lt"/>
              <a:buAutoNum type="arabicPeriod"/>
            </a:pPr>
            <a:r>
              <a:rPr lang="de-DE" dirty="0"/>
              <a:t>SQL</a:t>
            </a:r>
          </a:p>
          <a:p>
            <a:pPr marL="514350" indent="-514350">
              <a:buFont typeface="+mj-lt"/>
              <a:buAutoNum type="arabicPeriod"/>
            </a:pPr>
            <a:r>
              <a:rPr lang="de-DE" dirty="0"/>
              <a:t>Projekt</a:t>
            </a:r>
          </a:p>
        </p:txBody>
      </p:sp>
    </p:spTree>
    <p:extLst>
      <p:ext uri="{BB962C8B-B14F-4D97-AF65-F5344CB8AC3E}">
        <p14:creationId xmlns:p14="http://schemas.microsoft.com/office/powerpoint/2010/main" val="1783694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„kleines“ Brainstorming</a:t>
            </a:r>
            <a:br>
              <a:rPr lang="de-DE" dirty="0"/>
            </a:br>
            <a:r>
              <a:rPr lang="de-DE" dirty="0"/>
              <a:t>zu Datenbanken und deren Begrifflichkeiten</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7" name="Ellipse 6">
            <a:extLst>
              <a:ext uri="{FF2B5EF4-FFF2-40B4-BE49-F238E27FC236}">
                <a16:creationId xmlns:a16="http://schemas.microsoft.com/office/drawing/2014/main" id="{281E2AD1-E5D4-4DA4-ABCE-F13240DE0391}"/>
              </a:ext>
            </a:extLst>
          </p:cNvPr>
          <p:cNvSpPr/>
          <p:nvPr/>
        </p:nvSpPr>
        <p:spPr>
          <a:xfrm rot="935982">
            <a:off x="518252" y="1975946"/>
            <a:ext cx="2438957" cy="1270245"/>
          </a:xfrm>
          <a:prstGeom prst="ellipse">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Inkonsistenz</a:t>
            </a:r>
          </a:p>
        </p:txBody>
      </p:sp>
      <p:sp>
        <p:nvSpPr>
          <p:cNvPr id="10" name="Ellipse 9">
            <a:extLst>
              <a:ext uri="{FF2B5EF4-FFF2-40B4-BE49-F238E27FC236}">
                <a16:creationId xmlns:a16="http://schemas.microsoft.com/office/drawing/2014/main" id="{EFA52067-208C-4735-88E4-A07D2C3AF90E}"/>
              </a:ext>
            </a:extLst>
          </p:cNvPr>
          <p:cNvSpPr/>
          <p:nvPr/>
        </p:nvSpPr>
        <p:spPr>
          <a:xfrm rot="19111157">
            <a:off x="9484709" y="4269325"/>
            <a:ext cx="2438957" cy="1270245"/>
          </a:xfrm>
          <a:prstGeom prst="ellipse">
            <a:avLst/>
          </a:prstGeom>
          <a:solidFill>
            <a:srgbClr val="76B72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Redundanz</a:t>
            </a:r>
          </a:p>
        </p:txBody>
      </p:sp>
      <p:sp>
        <p:nvSpPr>
          <p:cNvPr id="11" name="Ellipse 10">
            <a:extLst>
              <a:ext uri="{FF2B5EF4-FFF2-40B4-BE49-F238E27FC236}">
                <a16:creationId xmlns:a16="http://schemas.microsoft.com/office/drawing/2014/main" id="{3DD3C223-1F72-4523-A242-CECCF84713E3}"/>
              </a:ext>
            </a:extLst>
          </p:cNvPr>
          <p:cNvSpPr/>
          <p:nvPr/>
        </p:nvSpPr>
        <p:spPr>
          <a:xfrm rot="18749435">
            <a:off x="4036422" y="1647318"/>
            <a:ext cx="2438957" cy="1270245"/>
          </a:xfrm>
          <a:prstGeom prst="ellipse">
            <a:avLst/>
          </a:prstGeom>
          <a:solidFill>
            <a:srgbClr val="76B72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Entität</a:t>
            </a:r>
          </a:p>
        </p:txBody>
      </p:sp>
      <p:sp>
        <p:nvSpPr>
          <p:cNvPr id="12" name="Ellipse 11">
            <a:extLst>
              <a:ext uri="{FF2B5EF4-FFF2-40B4-BE49-F238E27FC236}">
                <a16:creationId xmlns:a16="http://schemas.microsoft.com/office/drawing/2014/main" id="{FB58151E-084A-4B25-BAA9-CA3FC4B1E4E4}"/>
              </a:ext>
            </a:extLst>
          </p:cNvPr>
          <p:cNvSpPr/>
          <p:nvPr/>
        </p:nvSpPr>
        <p:spPr>
          <a:xfrm rot="935982">
            <a:off x="7011937" y="2241498"/>
            <a:ext cx="2438957" cy="1270245"/>
          </a:xfrm>
          <a:prstGeom prst="ellipse">
            <a:avLst/>
          </a:prstGeom>
          <a:solidFill>
            <a:srgbClr val="76B72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Attribut</a:t>
            </a:r>
          </a:p>
        </p:txBody>
      </p:sp>
      <p:sp>
        <p:nvSpPr>
          <p:cNvPr id="13" name="Ellipse 12">
            <a:extLst>
              <a:ext uri="{FF2B5EF4-FFF2-40B4-BE49-F238E27FC236}">
                <a16:creationId xmlns:a16="http://schemas.microsoft.com/office/drawing/2014/main" id="{518D5693-8E5A-45A9-A19B-D87DB601983B}"/>
              </a:ext>
            </a:extLst>
          </p:cNvPr>
          <p:cNvSpPr/>
          <p:nvPr/>
        </p:nvSpPr>
        <p:spPr>
          <a:xfrm rot="20065912">
            <a:off x="1892420" y="3583917"/>
            <a:ext cx="2438957" cy="1270245"/>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Schlüssel</a:t>
            </a:r>
          </a:p>
        </p:txBody>
      </p:sp>
      <p:sp>
        <p:nvSpPr>
          <p:cNvPr id="14" name="Ellipse 13">
            <a:extLst>
              <a:ext uri="{FF2B5EF4-FFF2-40B4-BE49-F238E27FC236}">
                <a16:creationId xmlns:a16="http://schemas.microsoft.com/office/drawing/2014/main" id="{19CC7905-A0D0-45AC-8D29-FA6BF1DDCC29}"/>
              </a:ext>
            </a:extLst>
          </p:cNvPr>
          <p:cNvSpPr/>
          <p:nvPr/>
        </p:nvSpPr>
        <p:spPr>
          <a:xfrm rot="315656">
            <a:off x="9484710" y="1975946"/>
            <a:ext cx="2438957" cy="1270245"/>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t>
            </a:r>
          </a:p>
        </p:txBody>
      </p:sp>
      <p:sp>
        <p:nvSpPr>
          <p:cNvPr id="15" name="Ellipse 14">
            <a:extLst>
              <a:ext uri="{FF2B5EF4-FFF2-40B4-BE49-F238E27FC236}">
                <a16:creationId xmlns:a16="http://schemas.microsoft.com/office/drawing/2014/main" id="{6A04B8F2-4D40-4800-B41A-12C769ACE10D}"/>
              </a:ext>
            </a:extLst>
          </p:cNvPr>
          <p:cNvSpPr/>
          <p:nvPr/>
        </p:nvSpPr>
        <p:spPr>
          <a:xfrm rot="21037000">
            <a:off x="4777860" y="3332531"/>
            <a:ext cx="2438957" cy="1270245"/>
          </a:xfrm>
          <a:prstGeom prst="ellipse">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Tupel</a:t>
            </a:r>
          </a:p>
        </p:txBody>
      </p:sp>
      <p:sp>
        <p:nvSpPr>
          <p:cNvPr id="16" name="Ellipse 15">
            <a:extLst>
              <a:ext uri="{FF2B5EF4-FFF2-40B4-BE49-F238E27FC236}">
                <a16:creationId xmlns:a16="http://schemas.microsoft.com/office/drawing/2014/main" id="{CB2BED22-AD23-4445-8DBA-13BF285C3DE0}"/>
              </a:ext>
            </a:extLst>
          </p:cNvPr>
          <p:cNvSpPr/>
          <p:nvPr/>
        </p:nvSpPr>
        <p:spPr>
          <a:xfrm rot="395437">
            <a:off x="183061" y="4855499"/>
            <a:ext cx="2438957" cy="1270245"/>
          </a:xfrm>
          <a:prstGeom prst="ellipse">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Integrität</a:t>
            </a:r>
          </a:p>
        </p:txBody>
      </p:sp>
      <p:sp>
        <p:nvSpPr>
          <p:cNvPr id="17" name="Ellipse 16">
            <a:extLst>
              <a:ext uri="{FF2B5EF4-FFF2-40B4-BE49-F238E27FC236}">
                <a16:creationId xmlns:a16="http://schemas.microsoft.com/office/drawing/2014/main" id="{0D7308AB-F375-40B0-B5E5-BC387687BF19}"/>
              </a:ext>
            </a:extLst>
          </p:cNvPr>
          <p:cNvSpPr/>
          <p:nvPr/>
        </p:nvSpPr>
        <p:spPr>
          <a:xfrm rot="21435330">
            <a:off x="3530961" y="4743095"/>
            <a:ext cx="2438957" cy="1270245"/>
          </a:xfrm>
          <a:prstGeom prst="ellipse">
            <a:avLst/>
          </a:prstGeom>
          <a:solidFill>
            <a:srgbClr val="76B72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Assoziation</a:t>
            </a:r>
          </a:p>
        </p:txBody>
      </p:sp>
      <p:sp>
        <p:nvSpPr>
          <p:cNvPr id="18" name="Ellipse 17">
            <a:extLst>
              <a:ext uri="{FF2B5EF4-FFF2-40B4-BE49-F238E27FC236}">
                <a16:creationId xmlns:a16="http://schemas.microsoft.com/office/drawing/2014/main" id="{DCCC6349-8519-4525-B0F5-DF2F63E4C131}"/>
              </a:ext>
            </a:extLst>
          </p:cNvPr>
          <p:cNvSpPr/>
          <p:nvPr/>
        </p:nvSpPr>
        <p:spPr>
          <a:xfrm>
            <a:off x="6854378" y="4248564"/>
            <a:ext cx="2438957" cy="1270245"/>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Kardinalität</a:t>
            </a:r>
          </a:p>
        </p:txBody>
      </p:sp>
    </p:spTree>
    <p:extLst>
      <p:ext uri="{BB962C8B-B14F-4D97-AF65-F5344CB8AC3E}">
        <p14:creationId xmlns:p14="http://schemas.microsoft.com/office/powerpoint/2010/main" val="118734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Theoretisches Wissen</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t>Was ist eine Datenbank?</a:t>
            </a:r>
          </a:p>
          <a:p>
            <a:r>
              <a:rPr lang="de-DE" dirty="0"/>
              <a:t>Was ist ein Datenbankmanagementsystem?</a:t>
            </a:r>
          </a:p>
          <a:p>
            <a:r>
              <a:rPr lang="de-DE" dirty="0"/>
              <a:t>Was ist das Datenbanksystem?</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Tree>
    <p:extLst>
      <p:ext uri="{BB962C8B-B14F-4D97-AF65-F5344CB8AC3E}">
        <p14:creationId xmlns:p14="http://schemas.microsoft.com/office/powerpoint/2010/main" val="111536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Datenbank</a:t>
            </a:r>
            <a:br>
              <a:rPr lang="de-DE" dirty="0"/>
            </a:br>
            <a:r>
              <a:rPr lang="de-DE" dirty="0"/>
              <a:t>(DB)</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t>verwaltet unter Berücksichtigung log. Beziehungen eine Menge von Daten, die der Deckung des Informationsbedarfs verschiedener Benutzer dienen.</a:t>
            </a:r>
          </a:p>
          <a:p>
            <a:r>
              <a:rPr lang="de-DE" dirty="0"/>
              <a:t>Unter Umständen auch „Datenbasis“ genannt </a:t>
            </a:r>
            <a:r>
              <a:rPr lang="de-DE" dirty="0">
                <a:sym typeface="Wingdings" panose="05000000000000000000" pitchFamily="2" charset="2"/>
              </a:rPr>
              <a:t> bezeichnet die im Datenbanksystem (oder auch im Datenbankmanagementsystem) gespeicherten Daten</a:t>
            </a: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pic>
        <p:nvPicPr>
          <p:cNvPr id="5" name="Grafik 4">
            <a:extLst>
              <a:ext uri="{FF2B5EF4-FFF2-40B4-BE49-F238E27FC236}">
                <a16:creationId xmlns:a16="http://schemas.microsoft.com/office/drawing/2014/main" id="{3E935AD4-63C4-4F6D-AA91-50C9E8D357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49445" y="1948079"/>
            <a:ext cx="525054" cy="1235797"/>
          </a:xfrm>
          <a:prstGeom prst="rect">
            <a:avLst/>
          </a:prstGeom>
        </p:spPr>
      </p:pic>
    </p:spTree>
    <p:extLst>
      <p:ext uri="{BB962C8B-B14F-4D97-AF65-F5344CB8AC3E}">
        <p14:creationId xmlns:p14="http://schemas.microsoft.com/office/powerpoint/2010/main" val="3994148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Datenbankmanagementsystem</a:t>
            </a:r>
            <a:br>
              <a:rPr lang="de-DE" dirty="0"/>
            </a:br>
            <a:r>
              <a:rPr lang="de-DE" dirty="0"/>
              <a:t>(DMBS)</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t>Software, um programmunabhängig Daten zu verwalten, zu kontrollieren und um Funktionalitäten (Ändern, Einfügen, Löschen von Daten) zur Verfügung zu stellen. Wird von einem Datenbankadministrator verwaltet.</a:t>
            </a:r>
          </a:p>
          <a:p>
            <a:r>
              <a:rPr lang="de-DE" dirty="0"/>
              <a:t>Zugriffe werden durch Rollen dargestellt </a:t>
            </a:r>
            <a:r>
              <a:rPr lang="de-DE" dirty="0">
                <a:sym typeface="Wingdings" panose="05000000000000000000" pitchFamily="2" charset="2"/>
              </a:rPr>
              <a:t> </a:t>
            </a:r>
            <a:r>
              <a:rPr lang="de-DE" dirty="0" err="1">
                <a:sym typeface="Wingdings" panose="05000000000000000000" pitchFamily="2" charset="2"/>
              </a:rPr>
              <a:t>z.B</a:t>
            </a:r>
            <a:r>
              <a:rPr lang="de-DE" dirty="0">
                <a:sym typeface="Wingdings" panose="05000000000000000000" pitchFamily="2" charset="2"/>
              </a:rPr>
              <a:t> Administrator, Verwaltung, User</a:t>
            </a:r>
          </a:p>
          <a:p>
            <a:r>
              <a:rPr lang="de-DE" dirty="0">
                <a:sym typeface="Wingdings" panose="05000000000000000000" pitchFamily="2" charset="2"/>
              </a:rPr>
              <a:t>Diese Rollen unterscheiden sich in:</a:t>
            </a:r>
          </a:p>
          <a:p>
            <a:pPr lvl="1"/>
            <a:r>
              <a:rPr lang="de-DE" dirty="0">
                <a:sym typeface="Wingdings" panose="05000000000000000000" pitchFamily="2" charset="2"/>
              </a:rPr>
              <a:t>Rechten</a:t>
            </a:r>
          </a:p>
          <a:p>
            <a:pPr lvl="1"/>
            <a:r>
              <a:rPr lang="de-DE" dirty="0">
                <a:sym typeface="Wingdings" panose="05000000000000000000" pitchFamily="2" charset="2"/>
              </a:rPr>
              <a:t>Ansichten</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pic>
        <p:nvPicPr>
          <p:cNvPr id="5" name="Grafik 4">
            <a:extLst>
              <a:ext uri="{FF2B5EF4-FFF2-40B4-BE49-F238E27FC236}">
                <a16:creationId xmlns:a16="http://schemas.microsoft.com/office/drawing/2014/main" id="{7BB90B17-F1DB-4686-A1D5-1320B46044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6467" y="1956956"/>
            <a:ext cx="525054" cy="1235797"/>
          </a:xfrm>
          <a:prstGeom prst="rect">
            <a:avLst/>
          </a:prstGeom>
        </p:spPr>
      </p:pic>
    </p:spTree>
    <p:extLst>
      <p:ext uri="{BB962C8B-B14F-4D97-AF65-F5344CB8AC3E}">
        <p14:creationId xmlns:p14="http://schemas.microsoft.com/office/powerpoint/2010/main" val="2324424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Größte Datenbank – </a:t>
            </a:r>
            <a:br>
              <a:rPr lang="de-DE" dirty="0"/>
            </a:br>
            <a:r>
              <a:rPr lang="de-DE" dirty="0" err="1"/>
              <a:t>managementsysteme</a:t>
            </a:r>
            <a:br>
              <a:rPr lang="de-DE" dirty="0"/>
            </a:br>
            <a:r>
              <a:rPr lang="de-DE" dirty="0"/>
              <a:t>(DMBS) – Stand 2024</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5033703" cy="4351338"/>
          </a:xfrm>
        </p:spPr>
        <p:txBody>
          <a:bodyPr/>
          <a:lstStyle/>
          <a:p>
            <a:r>
              <a:rPr lang="de-DE" dirty="0">
                <a:sym typeface="Wingdings" panose="05000000000000000000" pitchFamily="2" charset="2"/>
              </a:rPr>
              <a:t>Oracle</a:t>
            </a:r>
          </a:p>
          <a:p>
            <a:r>
              <a:rPr lang="de-DE" dirty="0">
                <a:sym typeface="Wingdings" panose="05000000000000000000" pitchFamily="2" charset="2"/>
              </a:rPr>
              <a:t>MySQL</a:t>
            </a:r>
          </a:p>
          <a:p>
            <a:r>
              <a:rPr lang="de-DE" dirty="0">
                <a:sym typeface="Wingdings" panose="05000000000000000000" pitchFamily="2" charset="2"/>
              </a:rPr>
              <a:t>Microsoft SQL Server</a:t>
            </a:r>
          </a:p>
          <a:p>
            <a:r>
              <a:rPr lang="de-DE" dirty="0">
                <a:sym typeface="Wingdings" panose="05000000000000000000" pitchFamily="2" charset="2"/>
              </a:rPr>
              <a:t>PostgreSQL</a:t>
            </a:r>
          </a:p>
          <a:p>
            <a:r>
              <a:rPr lang="de-DE" dirty="0">
                <a:sym typeface="Wingdings" panose="05000000000000000000" pitchFamily="2" charset="2"/>
              </a:rPr>
              <a:t>MongoDB</a:t>
            </a:r>
          </a:p>
          <a:p>
            <a:endParaRPr lang="de-DE" dirty="0">
              <a:sym typeface="Wingdings" panose="05000000000000000000" pitchFamily="2" charset="2"/>
            </a:endParaRPr>
          </a:p>
          <a:p>
            <a:pPr marL="0" indent="0">
              <a:buNone/>
            </a:pPr>
            <a:endParaRPr lang="de-DE" dirty="0">
              <a:sym typeface="Wingdings" panose="05000000000000000000" pitchFamily="2" charset="2"/>
            </a:endParaRP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5" name="Inhaltsplatzhalter 2">
            <a:extLst>
              <a:ext uri="{FF2B5EF4-FFF2-40B4-BE49-F238E27FC236}">
                <a16:creationId xmlns:a16="http://schemas.microsoft.com/office/drawing/2014/main" id="{59439E78-8B24-46D3-A23E-676BBB41CD17}"/>
              </a:ext>
            </a:extLst>
          </p:cNvPr>
          <p:cNvSpPr txBox="1">
            <a:spLocks/>
          </p:cNvSpPr>
          <p:nvPr/>
        </p:nvSpPr>
        <p:spPr>
          <a:xfrm>
            <a:off x="5136204" y="1825625"/>
            <a:ext cx="503370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b="1" dirty="0">
                <a:sym typeface="Wingdings" panose="05000000000000000000" pitchFamily="2" charset="2"/>
              </a:rPr>
              <a:t>Recherchieren Sie zu diesen 5 DBMS kurz Vor – und Nachteile!</a:t>
            </a:r>
          </a:p>
          <a:p>
            <a:pPr marL="0" indent="0">
              <a:buFont typeface="Arial" panose="020B0604020202020204" pitchFamily="34" charset="0"/>
              <a:buNone/>
            </a:pPr>
            <a:endParaRPr lang="de-DE" dirty="0">
              <a:sym typeface="Wingdings" panose="05000000000000000000" pitchFamily="2" charset="2"/>
            </a:endParaRPr>
          </a:p>
        </p:txBody>
      </p:sp>
    </p:spTree>
    <p:extLst>
      <p:ext uri="{BB962C8B-B14F-4D97-AF65-F5344CB8AC3E}">
        <p14:creationId xmlns:p14="http://schemas.microsoft.com/office/powerpoint/2010/main" val="2308863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Datenbanksystem</a:t>
            </a:r>
            <a:br>
              <a:rPr lang="de-DE" dirty="0"/>
            </a:br>
            <a:r>
              <a:rPr lang="de-DE" dirty="0"/>
              <a:t>(DBS)</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t>Wenn wir das Wort „Datenbank“ verwenden, meinen wir also vermutlich das ganzheitliche „DBS“</a:t>
            </a:r>
          </a:p>
          <a:p>
            <a:r>
              <a:rPr lang="de-DE" dirty="0">
                <a:sym typeface="Wingdings" panose="05000000000000000000" pitchFamily="2" charset="2"/>
              </a:rPr>
              <a:t>DBS = DB + DBMS</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pic>
        <p:nvPicPr>
          <p:cNvPr id="5" name="Inhaltsplatzhalter 7">
            <a:extLst>
              <a:ext uri="{FF2B5EF4-FFF2-40B4-BE49-F238E27FC236}">
                <a16:creationId xmlns:a16="http://schemas.microsoft.com/office/drawing/2014/main" id="{5086E3E8-7717-4AAD-AFBF-253BF61A7AFC}"/>
              </a:ext>
            </a:extLst>
          </p:cNvPr>
          <p:cNvPicPr>
            <a:picLocks noChangeAspect="1"/>
          </p:cNvPicPr>
          <p:nvPr/>
        </p:nvPicPr>
        <p:blipFill>
          <a:blip r:embed="rId2"/>
          <a:stretch>
            <a:fillRect/>
          </a:stretch>
        </p:blipFill>
        <p:spPr>
          <a:xfrm>
            <a:off x="3959997" y="2785430"/>
            <a:ext cx="6172200" cy="2978097"/>
          </a:xfrm>
          <a:prstGeom prst="rect">
            <a:avLst/>
          </a:prstGeom>
        </p:spPr>
      </p:pic>
      <p:sp>
        <p:nvSpPr>
          <p:cNvPr id="6" name="Textfeld 5">
            <a:extLst>
              <a:ext uri="{FF2B5EF4-FFF2-40B4-BE49-F238E27FC236}">
                <a16:creationId xmlns:a16="http://schemas.microsoft.com/office/drawing/2014/main" id="{A0F12D87-B831-4EF1-9392-A65FED17CEE3}"/>
              </a:ext>
            </a:extLst>
          </p:cNvPr>
          <p:cNvSpPr txBox="1"/>
          <p:nvPr/>
        </p:nvSpPr>
        <p:spPr>
          <a:xfrm>
            <a:off x="7164662" y="6152179"/>
            <a:ext cx="5027338" cy="338554"/>
          </a:xfrm>
          <a:prstGeom prst="rect">
            <a:avLst/>
          </a:prstGeom>
          <a:noFill/>
        </p:spPr>
        <p:txBody>
          <a:bodyPr wrap="none" rtlCol="0">
            <a:spAutoFit/>
          </a:bodyPr>
          <a:lstStyle/>
          <a:p>
            <a:pPr>
              <a:defRPr/>
            </a:pPr>
            <a:r>
              <a:rPr lang="de-DE" sz="800" dirty="0">
                <a:solidFill>
                  <a:prstClr val="black"/>
                </a:solidFill>
              </a:rPr>
              <a:t>Quelle: </a:t>
            </a:r>
            <a:r>
              <a:rPr lang="de-DE" sz="800" dirty="0">
                <a:solidFill>
                  <a:prstClr val="black"/>
                </a:solidFill>
                <a:hlinkClick r:id="rId3"/>
              </a:rPr>
              <a:t>https://www.luis.uni-hannover.de/fileadmin/kurse/material/access/01_Access_DatenbankEinfuehrung.pdf</a:t>
            </a:r>
            <a:r>
              <a:rPr lang="de-DE" sz="800" dirty="0">
                <a:solidFill>
                  <a:prstClr val="black"/>
                </a:solidFill>
              </a:rPr>
              <a:t> </a:t>
            </a:r>
            <a:br>
              <a:rPr lang="de-DE" sz="800" dirty="0">
                <a:solidFill>
                  <a:prstClr val="black"/>
                </a:solidFill>
              </a:rPr>
            </a:br>
            <a:r>
              <a:rPr lang="de-DE" sz="800" dirty="0">
                <a:solidFill>
                  <a:prstClr val="black"/>
                </a:solidFill>
              </a:rPr>
              <a:t>Zugriff am 29.11.2021</a:t>
            </a:r>
          </a:p>
        </p:txBody>
      </p:sp>
    </p:spTree>
    <p:extLst>
      <p:ext uri="{BB962C8B-B14F-4D97-AF65-F5344CB8AC3E}">
        <p14:creationId xmlns:p14="http://schemas.microsoft.com/office/powerpoint/2010/main" val="2270674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Weekly Tasks (</a:t>
            </a:r>
            <a:r>
              <a:rPr lang="de-DE" dirty="0" err="1"/>
              <a:t>Kahoot</a:t>
            </a:r>
            <a:r>
              <a:rPr lang="de-DE" dirty="0"/>
              <a:t>)</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sym typeface="Wingdings" panose="05000000000000000000" pitchFamily="2" charset="2"/>
              </a:rPr>
              <a:t>dienen zum Wiederholen der letzten Einheit</a:t>
            </a:r>
          </a:p>
          <a:p>
            <a:r>
              <a:rPr lang="de-DE" dirty="0">
                <a:sym typeface="Wingdings" panose="05000000000000000000" pitchFamily="2" charset="2"/>
              </a:rPr>
              <a:t>beim Erreichen von 3x „Top 3“  ½*15 Punkte</a:t>
            </a:r>
          </a:p>
          <a:p>
            <a:r>
              <a:rPr lang="de-DE" dirty="0">
                <a:sym typeface="Wingdings" panose="05000000000000000000" pitchFamily="2" charset="2"/>
              </a:rPr>
              <a:t>Nachbereitung lohnt sich also!</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6" name="Textfeld 5">
            <a:extLst>
              <a:ext uri="{FF2B5EF4-FFF2-40B4-BE49-F238E27FC236}">
                <a16:creationId xmlns:a16="http://schemas.microsoft.com/office/drawing/2014/main" id="{A0F12D87-B831-4EF1-9392-A65FED17CEE3}"/>
              </a:ext>
            </a:extLst>
          </p:cNvPr>
          <p:cNvSpPr txBox="1"/>
          <p:nvPr/>
        </p:nvSpPr>
        <p:spPr>
          <a:xfrm>
            <a:off x="7164662" y="6152179"/>
            <a:ext cx="5027338" cy="338554"/>
          </a:xfrm>
          <a:prstGeom prst="rect">
            <a:avLst/>
          </a:prstGeom>
          <a:noFill/>
        </p:spPr>
        <p:txBody>
          <a:bodyPr wrap="none" rtlCol="0">
            <a:spAutoFit/>
          </a:bodyPr>
          <a:lstStyle/>
          <a:p>
            <a:pPr>
              <a:defRPr/>
            </a:pPr>
            <a:r>
              <a:rPr lang="de-DE" sz="800" dirty="0">
                <a:solidFill>
                  <a:prstClr val="black"/>
                </a:solidFill>
              </a:rPr>
              <a:t>Quelle: </a:t>
            </a:r>
            <a:r>
              <a:rPr lang="de-DE" sz="800" dirty="0">
                <a:solidFill>
                  <a:prstClr val="black"/>
                </a:solidFill>
                <a:hlinkClick r:id="rId2"/>
              </a:rPr>
              <a:t>https://www.luis.uni-hannover.de/fileadmin/kurse/material/access/01_Access_DatenbankEinfuehrung.pdf</a:t>
            </a:r>
            <a:r>
              <a:rPr lang="de-DE" sz="800" dirty="0">
                <a:solidFill>
                  <a:prstClr val="black"/>
                </a:solidFill>
              </a:rPr>
              <a:t> </a:t>
            </a:r>
            <a:br>
              <a:rPr lang="de-DE" sz="800" dirty="0">
                <a:solidFill>
                  <a:prstClr val="black"/>
                </a:solidFill>
              </a:rPr>
            </a:br>
            <a:r>
              <a:rPr lang="de-DE" sz="800" dirty="0">
                <a:solidFill>
                  <a:prstClr val="black"/>
                </a:solidFill>
              </a:rPr>
              <a:t>Zugriff am 29.11.2021</a:t>
            </a:r>
          </a:p>
        </p:txBody>
      </p:sp>
    </p:spTree>
    <p:extLst>
      <p:ext uri="{BB962C8B-B14F-4D97-AF65-F5344CB8AC3E}">
        <p14:creationId xmlns:p14="http://schemas.microsoft.com/office/powerpoint/2010/main" val="2095415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Wo werden Datenbanken eingesetzt?</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sym typeface="Wingdings" panose="05000000000000000000" pitchFamily="2" charset="2"/>
              </a:rPr>
              <a:t>E-Commerce</a:t>
            </a:r>
          </a:p>
          <a:p>
            <a:r>
              <a:rPr lang="de-DE" dirty="0">
                <a:sym typeface="Wingdings" panose="05000000000000000000" pitchFamily="2" charset="2"/>
              </a:rPr>
              <a:t>Gesundheitswesen</a:t>
            </a:r>
          </a:p>
          <a:p>
            <a:r>
              <a:rPr lang="de-DE" dirty="0">
                <a:sym typeface="Wingdings" panose="05000000000000000000" pitchFamily="2" charset="2"/>
              </a:rPr>
              <a:t>Finanzwesen</a:t>
            </a:r>
          </a:p>
          <a:p>
            <a:r>
              <a:rPr lang="de-DE" dirty="0">
                <a:sym typeface="Wingdings" panose="05000000000000000000" pitchFamily="2" charset="2"/>
              </a:rPr>
              <a:t>Schulen / Universitäten</a:t>
            </a:r>
          </a:p>
          <a:p>
            <a:r>
              <a:rPr lang="de-DE" dirty="0">
                <a:sym typeface="Wingdings" panose="05000000000000000000" pitchFamily="2" charset="2"/>
              </a:rPr>
              <a:t>Wetterdaten</a:t>
            </a:r>
          </a:p>
          <a:p>
            <a:r>
              <a:rPr lang="de-DE" dirty="0" err="1">
                <a:sym typeface="Wingdings" panose="05000000000000000000" pitchFamily="2" charset="2"/>
              </a:rPr>
              <a:t>Social</a:t>
            </a:r>
            <a:r>
              <a:rPr lang="de-DE" dirty="0">
                <a:sym typeface="Wingdings" panose="05000000000000000000" pitchFamily="2" charset="2"/>
              </a:rPr>
              <a:t> Media</a:t>
            </a:r>
          </a:p>
          <a:p>
            <a:pPr marL="0" indent="0">
              <a:buNone/>
            </a:pPr>
            <a:r>
              <a:rPr lang="de-DE" dirty="0">
                <a:sym typeface="Wingdings" panose="05000000000000000000" pitchFamily="2" charset="2"/>
              </a:rPr>
              <a:t>…also eigentlich heutzutage überall, wo es darum geht, irgendwie Daten zu Speichern und zu Nutzen</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Tree>
    <p:extLst>
      <p:ext uri="{BB962C8B-B14F-4D97-AF65-F5344CB8AC3E}">
        <p14:creationId xmlns:p14="http://schemas.microsoft.com/office/powerpoint/2010/main" val="451741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Welche Unternehmen speichern die meisten Daten?	</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normAutofit fontScale="92500" lnSpcReduction="10000"/>
          </a:bodyPr>
          <a:lstStyle/>
          <a:p>
            <a:pPr marL="514350" indent="-514350">
              <a:buFont typeface="+mj-lt"/>
              <a:buAutoNum type="arabicPeriod"/>
            </a:pPr>
            <a:r>
              <a:rPr lang="de-DE" dirty="0">
                <a:sym typeface="Wingdings" panose="05000000000000000000" pitchFamily="2" charset="2"/>
              </a:rPr>
              <a:t>Google</a:t>
            </a:r>
          </a:p>
          <a:p>
            <a:pPr lvl="1"/>
            <a:r>
              <a:rPr lang="de-DE" dirty="0">
                <a:sym typeface="Wingdings" panose="05000000000000000000" pitchFamily="2" charset="2"/>
              </a:rPr>
              <a:t>Suchanfragen, E-Mails, </a:t>
            </a:r>
            <a:r>
              <a:rPr lang="de-DE" dirty="0" err="1">
                <a:sym typeface="Wingdings" panose="05000000000000000000" pitchFamily="2" charset="2"/>
              </a:rPr>
              <a:t>Youtube</a:t>
            </a:r>
            <a:r>
              <a:rPr lang="de-DE" dirty="0">
                <a:sym typeface="Wingdings" panose="05000000000000000000" pitchFamily="2" charset="2"/>
              </a:rPr>
              <a:t>-Videos, Maps-Daten, Drive-Dokumente,…</a:t>
            </a:r>
          </a:p>
          <a:p>
            <a:pPr marL="514350" indent="-514350">
              <a:buFont typeface="+mj-lt"/>
              <a:buAutoNum type="arabicPeriod"/>
            </a:pPr>
            <a:r>
              <a:rPr lang="de-DE" dirty="0">
                <a:sym typeface="Wingdings" panose="05000000000000000000" pitchFamily="2" charset="2"/>
              </a:rPr>
              <a:t>AWS (Amazon Web Services)</a:t>
            </a:r>
          </a:p>
          <a:p>
            <a:pPr lvl="1"/>
            <a:r>
              <a:rPr lang="de-DE" dirty="0">
                <a:sym typeface="Wingdings" panose="05000000000000000000" pitchFamily="2" charset="2"/>
              </a:rPr>
              <a:t>größter Cloud-Service-Anbieter, Daten von sehr vielen Unternehmen, Daten aus dem E-Commerce-Geschäft (Prime Video, Amazon Pay, Amazon Music,…)</a:t>
            </a:r>
          </a:p>
          <a:p>
            <a:pPr marL="514350" indent="-514350">
              <a:buFont typeface="+mj-lt"/>
              <a:buAutoNum type="arabicPeriod"/>
            </a:pPr>
            <a:r>
              <a:rPr lang="de-DE" dirty="0">
                <a:sym typeface="Wingdings" panose="05000000000000000000" pitchFamily="2" charset="2"/>
              </a:rPr>
              <a:t>Microsoft (Azure)</a:t>
            </a:r>
          </a:p>
          <a:p>
            <a:pPr lvl="1"/>
            <a:r>
              <a:rPr lang="de-DE" dirty="0">
                <a:sym typeface="Wingdings" panose="05000000000000000000" pitchFamily="2" charset="2"/>
              </a:rPr>
              <a:t>Cloud-Plattform von Microsoft, nach Amazon  2. größte weltweit, speichert Daten aus Office365, LinkedIn, </a:t>
            </a:r>
            <a:r>
              <a:rPr lang="de-DE" dirty="0" err="1">
                <a:sym typeface="Wingdings" panose="05000000000000000000" pitchFamily="2" charset="2"/>
              </a:rPr>
              <a:t>XboX</a:t>
            </a:r>
            <a:r>
              <a:rPr lang="de-DE" dirty="0">
                <a:sym typeface="Wingdings" panose="05000000000000000000" pitchFamily="2" charset="2"/>
              </a:rPr>
              <a:t> Live, ….</a:t>
            </a:r>
          </a:p>
          <a:p>
            <a:pPr marL="514350" indent="-514350">
              <a:buFont typeface="+mj-lt"/>
              <a:buAutoNum type="arabicPeriod"/>
            </a:pPr>
            <a:r>
              <a:rPr lang="de-DE" dirty="0" err="1">
                <a:sym typeface="Wingdings" panose="05000000000000000000" pitchFamily="2" charset="2"/>
              </a:rPr>
              <a:t>Meta</a:t>
            </a:r>
            <a:r>
              <a:rPr lang="de-DE" dirty="0">
                <a:sym typeface="Wingdings" panose="05000000000000000000" pitchFamily="2" charset="2"/>
              </a:rPr>
              <a:t> </a:t>
            </a:r>
            <a:r>
              <a:rPr lang="de-DE" dirty="0" err="1">
                <a:sym typeface="Wingdings" panose="05000000000000000000" pitchFamily="2" charset="2"/>
              </a:rPr>
              <a:t>Platforms</a:t>
            </a:r>
            <a:r>
              <a:rPr lang="de-DE" dirty="0">
                <a:sym typeface="Wingdings" panose="05000000000000000000" pitchFamily="2" charset="2"/>
              </a:rPr>
              <a:t>, Inc.</a:t>
            </a:r>
          </a:p>
          <a:p>
            <a:pPr lvl="1"/>
            <a:r>
              <a:rPr lang="de-DE" dirty="0">
                <a:sym typeface="Wingdings" panose="05000000000000000000" pitchFamily="2" charset="2"/>
              </a:rPr>
              <a:t>Daten von Milliarden von Nutzern aus Facebook, Instagram, WhatsApp und Oculus (</a:t>
            </a:r>
            <a:r>
              <a:rPr lang="de-DE" dirty="0" err="1">
                <a:sym typeface="Wingdings" panose="05000000000000000000" pitchFamily="2" charset="2"/>
              </a:rPr>
              <a:t>Social</a:t>
            </a:r>
            <a:r>
              <a:rPr lang="de-DE" dirty="0">
                <a:sym typeface="Wingdings" panose="05000000000000000000" pitchFamily="2" charset="2"/>
              </a:rPr>
              <a:t>-media-Posts, Nachrichten, Bilder, Videos, …)</a:t>
            </a:r>
          </a:p>
          <a:p>
            <a:pPr marL="514350" indent="-514350">
              <a:buFont typeface="+mj-lt"/>
              <a:buAutoNum type="arabicPeriod"/>
            </a:pPr>
            <a:endParaRPr lang="de-DE" dirty="0">
              <a:sym typeface="Wingdings" panose="05000000000000000000" pitchFamily="2" charset="2"/>
            </a:endParaRP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Tree>
    <p:extLst>
      <p:ext uri="{BB962C8B-B14F-4D97-AF65-F5344CB8AC3E}">
        <p14:creationId xmlns:p14="http://schemas.microsoft.com/office/powerpoint/2010/main" val="3492396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anim calcmode="lin" valueType="num">
                                      <p:cBhvr>
                                        <p:cTn id="8"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0" end="0"/>
                                            </p:txEl>
                                          </p:spTgt>
                                        </p:tgtEl>
                                        <p:attrNameLst>
                                          <p:attrName>ppt_h</p:attrName>
                                        </p:attrNameLst>
                                      </p:cBhvr>
                                      <p:tavLst>
                                        <p:tav tm="0">
                                          <p:val>
                                            <p:strVal val="#ppt_h"/>
                                          </p:val>
                                        </p:tav>
                                        <p:tav tm="100000">
                                          <p:val>
                                            <p:strVal val="#ppt_h"/>
                                          </p:val>
                                        </p:tav>
                                      </p:tavLst>
                                    </p:anim>
                                  </p:childTnLst>
                                </p:cTn>
                              </p:par>
                              <p:par>
                                <p:cTn id="10" presetID="45"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anim calcmode="lin" valueType="num">
                                      <p:cBhvr>
                                        <p:cTn id="13"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14" dur="2000" fill="hold"/>
                                        <p:tgtEl>
                                          <p:spTgt spid="3">
                                            <p:txEl>
                                              <p:pRg st="1" end="1"/>
                                            </p:txEl>
                                          </p:spTgt>
                                        </p:tgtEl>
                                        <p:attrNameLst>
                                          <p:attrName>ppt_h</p:attrName>
                                        </p:attrNameLst>
                                      </p:cBhvr>
                                      <p:tavLst>
                                        <p:tav tm="0">
                                          <p:val>
                                            <p:strVal val="#ppt_h"/>
                                          </p:val>
                                        </p:tav>
                                        <p:tav tm="100000">
                                          <p:val>
                                            <p:strVal val="#ppt_h"/>
                                          </p:val>
                                        </p:tav>
                                      </p:tavLst>
                                    </p:anim>
                                  </p:childTnLst>
                                </p:cTn>
                              </p:par>
                              <p:par>
                                <p:cTn id="15" presetID="45"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anim calcmode="lin" valueType="num">
                                      <p:cBhvr>
                                        <p:cTn id="18"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19" dur="2000" fill="hold"/>
                                        <p:tgtEl>
                                          <p:spTgt spid="3">
                                            <p:txEl>
                                              <p:pRg st="2" end="2"/>
                                            </p:txEl>
                                          </p:spTgt>
                                        </p:tgtEl>
                                        <p:attrNameLst>
                                          <p:attrName>ppt_h</p:attrName>
                                        </p:attrNameLst>
                                      </p:cBhvr>
                                      <p:tavLst>
                                        <p:tav tm="0">
                                          <p:val>
                                            <p:strVal val="#ppt_h"/>
                                          </p:val>
                                        </p:tav>
                                        <p:tav tm="100000">
                                          <p:val>
                                            <p:strVal val="#ppt_h"/>
                                          </p:val>
                                        </p:tav>
                                      </p:tavLst>
                                    </p:anim>
                                  </p:childTnLst>
                                </p:cTn>
                              </p:par>
                              <p:par>
                                <p:cTn id="20" presetID="45"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anim calcmode="lin" valueType="num">
                                      <p:cBhvr>
                                        <p:cTn id="23"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24" dur="2000" fill="hold"/>
                                        <p:tgtEl>
                                          <p:spTgt spid="3">
                                            <p:txEl>
                                              <p:pRg st="3" end="3"/>
                                            </p:txEl>
                                          </p:spTgt>
                                        </p:tgtEl>
                                        <p:attrNameLst>
                                          <p:attrName>ppt_h</p:attrName>
                                        </p:attrNameLst>
                                      </p:cBhvr>
                                      <p:tavLst>
                                        <p:tav tm="0">
                                          <p:val>
                                            <p:strVal val="#ppt_h"/>
                                          </p:val>
                                        </p:tav>
                                        <p:tav tm="100000">
                                          <p:val>
                                            <p:strVal val="#ppt_h"/>
                                          </p:val>
                                        </p:tav>
                                      </p:tavLst>
                                    </p:anim>
                                  </p:childTnLst>
                                </p:cTn>
                              </p:par>
                              <p:par>
                                <p:cTn id="25" presetID="45"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anim calcmode="lin" valueType="num">
                                      <p:cBhvr>
                                        <p:cTn id="28" dur="2000" fill="hold"/>
                                        <p:tgtEl>
                                          <p:spTgt spid="3">
                                            <p:txEl>
                                              <p:pRg st="4" end="4"/>
                                            </p:txEl>
                                          </p:spTgt>
                                        </p:tgtEl>
                                        <p:attrNameLst>
                                          <p:attrName>ppt_w</p:attrName>
                                        </p:attrNameLst>
                                      </p:cBhvr>
                                      <p:tavLst>
                                        <p:tav tm="0" fmla="#ppt_w*sin(2.5*pi*$)">
                                          <p:val>
                                            <p:fltVal val="0"/>
                                          </p:val>
                                        </p:tav>
                                        <p:tav tm="100000">
                                          <p:val>
                                            <p:fltVal val="1"/>
                                          </p:val>
                                        </p:tav>
                                      </p:tavLst>
                                    </p:anim>
                                    <p:anim calcmode="lin" valueType="num">
                                      <p:cBhvr>
                                        <p:cTn id="29" dur="2000" fill="hold"/>
                                        <p:tgtEl>
                                          <p:spTgt spid="3">
                                            <p:txEl>
                                              <p:pRg st="4" end="4"/>
                                            </p:txEl>
                                          </p:spTgt>
                                        </p:tgtEl>
                                        <p:attrNameLst>
                                          <p:attrName>ppt_h</p:attrName>
                                        </p:attrNameLst>
                                      </p:cBhvr>
                                      <p:tavLst>
                                        <p:tav tm="0">
                                          <p:val>
                                            <p:strVal val="#ppt_h"/>
                                          </p:val>
                                        </p:tav>
                                        <p:tav tm="100000">
                                          <p:val>
                                            <p:strVal val="#ppt_h"/>
                                          </p:val>
                                        </p:tav>
                                      </p:tavLst>
                                    </p:anim>
                                  </p:childTnLst>
                                </p:cTn>
                              </p:par>
                              <p:par>
                                <p:cTn id="30" presetID="45"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anim calcmode="lin" valueType="num">
                                      <p:cBhvr>
                                        <p:cTn id="33" dur="2000" fill="hold"/>
                                        <p:tgtEl>
                                          <p:spTgt spid="3">
                                            <p:txEl>
                                              <p:pRg st="5" end="5"/>
                                            </p:txEl>
                                          </p:spTgt>
                                        </p:tgtEl>
                                        <p:attrNameLst>
                                          <p:attrName>ppt_w</p:attrName>
                                        </p:attrNameLst>
                                      </p:cBhvr>
                                      <p:tavLst>
                                        <p:tav tm="0" fmla="#ppt_w*sin(2.5*pi*$)">
                                          <p:val>
                                            <p:fltVal val="0"/>
                                          </p:val>
                                        </p:tav>
                                        <p:tav tm="100000">
                                          <p:val>
                                            <p:fltVal val="1"/>
                                          </p:val>
                                        </p:tav>
                                      </p:tavLst>
                                    </p:anim>
                                    <p:anim calcmode="lin" valueType="num">
                                      <p:cBhvr>
                                        <p:cTn id="34" dur="2000" fill="hold"/>
                                        <p:tgtEl>
                                          <p:spTgt spid="3">
                                            <p:txEl>
                                              <p:pRg st="5" end="5"/>
                                            </p:txEl>
                                          </p:spTgt>
                                        </p:tgtEl>
                                        <p:attrNameLst>
                                          <p:attrName>ppt_h</p:attrName>
                                        </p:attrNameLst>
                                      </p:cBhvr>
                                      <p:tavLst>
                                        <p:tav tm="0">
                                          <p:val>
                                            <p:strVal val="#ppt_h"/>
                                          </p:val>
                                        </p:tav>
                                        <p:tav tm="100000">
                                          <p:val>
                                            <p:strVal val="#ppt_h"/>
                                          </p:val>
                                        </p:tav>
                                      </p:tavLst>
                                    </p:anim>
                                  </p:childTnLst>
                                </p:cTn>
                              </p:par>
                              <p:par>
                                <p:cTn id="35" presetID="45"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anim calcmode="lin" valueType="num">
                                      <p:cBhvr>
                                        <p:cTn id="38" dur="2000" fill="hold"/>
                                        <p:tgtEl>
                                          <p:spTgt spid="3">
                                            <p:txEl>
                                              <p:pRg st="6" end="6"/>
                                            </p:txEl>
                                          </p:spTgt>
                                        </p:tgtEl>
                                        <p:attrNameLst>
                                          <p:attrName>ppt_w</p:attrName>
                                        </p:attrNameLst>
                                      </p:cBhvr>
                                      <p:tavLst>
                                        <p:tav tm="0" fmla="#ppt_w*sin(2.5*pi*$)">
                                          <p:val>
                                            <p:fltVal val="0"/>
                                          </p:val>
                                        </p:tav>
                                        <p:tav tm="100000">
                                          <p:val>
                                            <p:fltVal val="1"/>
                                          </p:val>
                                        </p:tav>
                                      </p:tavLst>
                                    </p:anim>
                                    <p:anim calcmode="lin" valueType="num">
                                      <p:cBhvr>
                                        <p:cTn id="39" dur="2000" fill="hold"/>
                                        <p:tgtEl>
                                          <p:spTgt spid="3">
                                            <p:txEl>
                                              <p:pRg st="6" end="6"/>
                                            </p:txEl>
                                          </p:spTgt>
                                        </p:tgtEl>
                                        <p:attrNameLst>
                                          <p:attrName>ppt_h</p:attrName>
                                        </p:attrNameLst>
                                      </p:cBhvr>
                                      <p:tavLst>
                                        <p:tav tm="0">
                                          <p:val>
                                            <p:strVal val="#ppt_h"/>
                                          </p:val>
                                        </p:tav>
                                        <p:tav tm="100000">
                                          <p:val>
                                            <p:strVal val="#ppt_h"/>
                                          </p:val>
                                        </p:tav>
                                      </p:tavLst>
                                    </p:anim>
                                  </p:childTnLst>
                                </p:cTn>
                              </p:par>
                              <p:par>
                                <p:cTn id="40" presetID="45"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anim calcmode="lin" valueType="num">
                                      <p:cBhvr>
                                        <p:cTn id="43" dur="2000" fill="hold"/>
                                        <p:tgtEl>
                                          <p:spTgt spid="3">
                                            <p:txEl>
                                              <p:pRg st="7" end="7"/>
                                            </p:txEl>
                                          </p:spTgt>
                                        </p:tgtEl>
                                        <p:attrNameLst>
                                          <p:attrName>ppt_w</p:attrName>
                                        </p:attrNameLst>
                                      </p:cBhvr>
                                      <p:tavLst>
                                        <p:tav tm="0" fmla="#ppt_w*sin(2.5*pi*$)">
                                          <p:val>
                                            <p:fltVal val="0"/>
                                          </p:val>
                                        </p:tav>
                                        <p:tav tm="100000">
                                          <p:val>
                                            <p:fltVal val="1"/>
                                          </p:val>
                                        </p:tav>
                                      </p:tavLst>
                                    </p:anim>
                                    <p:anim calcmode="lin" valueType="num">
                                      <p:cBhvr>
                                        <p:cTn id="44" dur="2000" fill="hold"/>
                                        <p:tgtEl>
                                          <p:spTgt spid="3">
                                            <p:txEl>
                                              <p:pRg st="7" end="7"/>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Beispiel:</a:t>
            </a:r>
            <a:br>
              <a:rPr lang="de-DE" dirty="0"/>
            </a:br>
            <a:r>
              <a:rPr lang="de-DE" dirty="0"/>
              <a:t>Datenbanken im E-Commerce</a:t>
            </a:r>
            <a:br>
              <a:rPr lang="de-DE" dirty="0"/>
            </a:br>
            <a:r>
              <a:rPr lang="de-DE" dirty="0"/>
              <a:t>(Webshop)</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395576" cy="4351338"/>
          </a:xfrm>
        </p:spPr>
        <p:txBody>
          <a:bodyPr/>
          <a:lstStyle/>
          <a:p>
            <a:r>
              <a:rPr lang="de-DE" dirty="0">
                <a:sym typeface="Wingdings" panose="05000000000000000000" pitchFamily="2" charset="2"/>
              </a:rPr>
              <a:t>Treffen Sie folgende Überlegungen:</a:t>
            </a:r>
          </a:p>
          <a:p>
            <a:pPr marL="914400" lvl="1" indent="-457200">
              <a:buFont typeface="+mj-lt"/>
              <a:buAutoNum type="arabicPeriod"/>
            </a:pPr>
            <a:r>
              <a:rPr lang="de-DE" dirty="0"/>
              <a:t>Welche Daten bzw. Informationen fallen bei einem typischen Bestellprozess im Internet an?</a:t>
            </a:r>
          </a:p>
          <a:p>
            <a:pPr marL="914400" lvl="1" indent="-457200">
              <a:buFont typeface="+mj-lt"/>
              <a:buAutoNum type="arabicPeriod"/>
            </a:pPr>
            <a:r>
              <a:rPr lang="de-DE" dirty="0"/>
              <a:t>Wie sind die Informationen miteinander verknüpft?</a:t>
            </a:r>
          </a:p>
          <a:p>
            <a:pPr marL="914400" lvl="1" indent="-457200">
              <a:buFont typeface="+mj-lt"/>
              <a:buAutoNum type="arabicPeriod"/>
            </a:pPr>
            <a:r>
              <a:rPr lang="de-DE" dirty="0"/>
              <a:t>Welche Dokumente entstehen bzw. werden benötigt?</a:t>
            </a:r>
          </a:p>
          <a:p>
            <a:pPr marL="914400" lvl="1" indent="-457200">
              <a:buFont typeface="+mj-lt"/>
              <a:buAutoNum type="arabicPeriod"/>
            </a:pPr>
            <a:r>
              <a:rPr lang="de-DE" dirty="0"/>
              <a:t>Erstellen Sie ein beispielhaftes Excel-Dokument für die Bestellung eines kompletten Desktop PC</a:t>
            </a:r>
            <a:endParaRPr lang="de-DE" dirty="0">
              <a:sym typeface="Wingdings" panose="05000000000000000000" pitchFamily="2" charset="2"/>
            </a:endParaRP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graphicFrame>
        <p:nvGraphicFramePr>
          <p:cNvPr id="5" name="Inhaltsplatzhalter 7">
            <a:extLst>
              <a:ext uri="{FF2B5EF4-FFF2-40B4-BE49-F238E27FC236}">
                <a16:creationId xmlns:a16="http://schemas.microsoft.com/office/drawing/2014/main" id="{B0FB3460-BEEB-4E97-843A-5C61139E1ECB}"/>
              </a:ext>
            </a:extLst>
          </p:cNvPr>
          <p:cNvGraphicFramePr>
            <a:graphicFrameLocks/>
          </p:cNvGraphicFramePr>
          <p:nvPr>
            <p:extLst>
              <p:ext uri="{D42A27DB-BD31-4B8C-83A1-F6EECF244321}">
                <p14:modId xmlns:p14="http://schemas.microsoft.com/office/powerpoint/2010/main" val="960231870"/>
              </p:ext>
            </p:extLst>
          </p:nvPr>
        </p:nvGraphicFramePr>
        <p:xfrm>
          <a:off x="6235790" y="1825625"/>
          <a:ext cx="6172200" cy="3803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fik 5">
            <a:extLst>
              <a:ext uri="{FF2B5EF4-FFF2-40B4-BE49-F238E27FC236}">
                <a16:creationId xmlns:a16="http://schemas.microsoft.com/office/drawing/2014/main" id="{B8F78607-2F7A-4367-A59E-8B8AD54AECB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672930" y="228142"/>
            <a:ext cx="1076780" cy="1443263"/>
          </a:xfrm>
          <a:prstGeom prst="rect">
            <a:avLst/>
          </a:prstGeom>
        </p:spPr>
      </p:pic>
    </p:spTree>
    <p:extLst>
      <p:ext uri="{BB962C8B-B14F-4D97-AF65-F5344CB8AC3E}">
        <p14:creationId xmlns:p14="http://schemas.microsoft.com/office/powerpoint/2010/main" val="122366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8AB5F57B-E20F-4341-A784-E05353C40AD3}"/>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graphicEl>
                                              <a:dgm id="{C7A2802C-2820-41B4-BCDD-AFAD363BA956}"/>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graphicEl>
                                              <a:dgm id="{6FA7BBDD-DE7A-4EE0-A43C-09B7428596B3}"/>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graphicEl>
                                              <a:dgm id="{E45E1493-8287-40D4-9D68-77FAED4B86DF}"/>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graphicEl>
                                              <a:dgm id="{4FB5F224-0449-4177-A3E1-867FED064198}"/>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graphicEl>
                                              <a:dgm id="{DE6DCBEB-D278-4311-B0D0-265870BCAEA0}"/>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7A7C8222-B9CB-4CFF-8FBC-332DC964DE7C}"/>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graphicEl>
                                              <a:dgm id="{CA5AAC33-DE48-41EA-8BAA-370B2B22285A}"/>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graphicEl>
                                              <a:dgm id="{093F2981-0D46-4224-8656-166EEA542927}"/>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graphicEl>
                                              <a:dgm id="{34D28B7D-1A50-454C-A86A-756048ABE406}"/>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graphicEl>
                                              <a:dgm id="{EA013CCA-5DBB-4BA7-8E29-0012DA99F08E}"/>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graphicEl>
                                              <a:dgm id="{EB86A8FB-C98A-4A55-81BF-EC9A3802488E}"/>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graphicEl>
                                              <a:dgm id="{1137495A-B520-4E34-80E3-4FB282A38403}"/>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
                                            <p:graphicEl>
                                              <a:dgm id="{715BC2CC-5BBA-45AA-BF3B-C215599B7731}"/>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
                                            <p:graphicEl>
                                              <a:dgm id="{B4945269-104A-44E8-8047-1389CD87B0F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Vorteile eines Datenbanksystems</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351338"/>
          </a:xfrm>
        </p:spPr>
        <p:txBody>
          <a:bodyPr/>
          <a:lstStyle/>
          <a:p>
            <a:r>
              <a:rPr lang="de-DE" dirty="0"/>
              <a:t>zentrale Basis für alle Anwendungen</a:t>
            </a:r>
          </a:p>
          <a:p>
            <a:r>
              <a:rPr lang="de-DE" b="1" dirty="0"/>
              <a:t>Vermeidung</a:t>
            </a:r>
            <a:r>
              <a:rPr lang="de-DE" dirty="0"/>
              <a:t> von </a:t>
            </a:r>
            <a:r>
              <a:rPr lang="de-DE" b="1" dirty="0"/>
              <a:t>Datenredundanzen</a:t>
            </a:r>
            <a:r>
              <a:rPr lang="de-DE" dirty="0"/>
              <a:t> (Mehrfachspeicherungen)</a:t>
            </a:r>
          </a:p>
          <a:p>
            <a:r>
              <a:rPr lang="de-DE" b="1" dirty="0"/>
              <a:t>Inkonsistenzen</a:t>
            </a:r>
            <a:r>
              <a:rPr lang="de-DE" dirty="0"/>
              <a:t> (widersprüchliche Angaben) werden </a:t>
            </a:r>
            <a:r>
              <a:rPr lang="de-DE" b="1" dirty="0"/>
              <a:t>vermieden</a:t>
            </a:r>
          </a:p>
          <a:p>
            <a:r>
              <a:rPr lang="de-DE" dirty="0"/>
              <a:t>Abfragesprache nutzbar </a:t>
            </a:r>
            <a:r>
              <a:rPr lang="de-DE" dirty="0">
                <a:sym typeface="Wingdings" panose="05000000000000000000" pitchFamily="2" charset="2"/>
              </a:rPr>
              <a:t> </a:t>
            </a:r>
            <a:r>
              <a:rPr lang="de-DE" dirty="0"/>
              <a:t>senkt Kosten für Administration, Datenpflege und Datenanalyse</a:t>
            </a:r>
          </a:p>
          <a:p>
            <a:endParaRPr lang="de-DE" dirty="0">
              <a:sym typeface="Wingdings" panose="05000000000000000000" pitchFamily="2" charset="2"/>
            </a:endParaRP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graphicFrame>
        <p:nvGraphicFramePr>
          <p:cNvPr id="5" name="Inhaltsplatzhalter 13">
            <a:extLst>
              <a:ext uri="{FF2B5EF4-FFF2-40B4-BE49-F238E27FC236}">
                <a16:creationId xmlns:a16="http://schemas.microsoft.com/office/drawing/2014/main" id="{B80D9616-83BB-42C1-8D77-1F4EB36690A0}"/>
              </a:ext>
            </a:extLst>
          </p:cNvPr>
          <p:cNvGraphicFramePr>
            <a:graphicFrameLocks/>
          </p:cNvGraphicFramePr>
          <p:nvPr>
            <p:extLst>
              <p:ext uri="{D42A27DB-BD31-4B8C-83A1-F6EECF244321}">
                <p14:modId xmlns:p14="http://schemas.microsoft.com/office/powerpoint/2010/main" val="531737388"/>
              </p:ext>
            </p:extLst>
          </p:nvPr>
        </p:nvGraphicFramePr>
        <p:xfrm>
          <a:off x="5829300" y="1869873"/>
          <a:ext cx="6362700" cy="40608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406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Aufgaben eines </a:t>
            </a:r>
            <a:br>
              <a:rPr lang="de-DE" dirty="0"/>
            </a:br>
            <a:r>
              <a:rPr lang="de-DE" dirty="0"/>
              <a:t>Datenbanksystems</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3584575"/>
          </a:xfrm>
        </p:spPr>
        <p:txBody>
          <a:bodyPr/>
          <a:lstStyle/>
          <a:p>
            <a:r>
              <a:rPr lang="de-DE" dirty="0"/>
              <a:t>Recherchieren Sie typische Aufgaben eines Datenbanksystems!</a:t>
            </a:r>
          </a:p>
          <a:p>
            <a:r>
              <a:rPr lang="de-DE" dirty="0"/>
              <a:t>Differenzieren Sie die Aufgaben in technische und organisatorische Aspekte</a:t>
            </a:r>
          </a:p>
          <a:p>
            <a:r>
              <a:rPr lang="de-DE" dirty="0"/>
              <a:t>Welche Arten von Benutzern muss eine Datenbank berücksichtigen können?</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graphicFrame>
        <p:nvGraphicFramePr>
          <p:cNvPr id="6" name="Inhaltsplatzhalter 14">
            <a:extLst>
              <a:ext uri="{FF2B5EF4-FFF2-40B4-BE49-F238E27FC236}">
                <a16:creationId xmlns:a16="http://schemas.microsoft.com/office/drawing/2014/main" id="{83C16DCA-9B9B-447A-A78D-1DD50B0A0EA2}"/>
              </a:ext>
            </a:extLst>
          </p:cNvPr>
          <p:cNvGraphicFramePr>
            <a:graphicFrameLocks/>
          </p:cNvGraphicFramePr>
          <p:nvPr>
            <p:extLst>
              <p:ext uri="{D42A27DB-BD31-4B8C-83A1-F6EECF244321}">
                <p14:modId xmlns:p14="http://schemas.microsoft.com/office/powerpoint/2010/main" val="857567600"/>
              </p:ext>
            </p:extLst>
          </p:nvPr>
        </p:nvGraphicFramePr>
        <p:xfrm>
          <a:off x="6630988" y="1825625"/>
          <a:ext cx="4959879" cy="3065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Grafik 6">
            <a:extLst>
              <a:ext uri="{FF2B5EF4-FFF2-40B4-BE49-F238E27FC236}">
                <a16:creationId xmlns:a16="http://schemas.microsoft.com/office/drawing/2014/main" id="{668D1970-35F0-46AD-A178-EE4DAF82C82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42110" y="504794"/>
            <a:ext cx="1076780" cy="1443263"/>
          </a:xfrm>
          <a:prstGeom prst="rect">
            <a:avLst/>
          </a:prstGeom>
        </p:spPr>
      </p:pic>
    </p:spTree>
    <p:extLst>
      <p:ext uri="{BB962C8B-B14F-4D97-AF65-F5344CB8AC3E}">
        <p14:creationId xmlns:p14="http://schemas.microsoft.com/office/powerpoint/2010/main" val="3700876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Architektur eines DB-Systems</a:t>
            </a:r>
            <a:br>
              <a:rPr lang="de-DE" dirty="0"/>
            </a:br>
            <a:r>
              <a:rPr lang="de-DE" dirty="0"/>
              <a:t>3 Ebenen-Modell</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graphicFrame>
        <p:nvGraphicFramePr>
          <p:cNvPr id="11" name="Diagramm 10">
            <a:extLst>
              <a:ext uri="{FF2B5EF4-FFF2-40B4-BE49-F238E27FC236}">
                <a16:creationId xmlns:a16="http://schemas.microsoft.com/office/drawing/2014/main" id="{0CB8DF55-02D1-4DD1-899C-6FF6DE4DD91E}"/>
              </a:ext>
            </a:extLst>
          </p:cNvPr>
          <p:cNvGraphicFramePr/>
          <p:nvPr>
            <p:extLst>
              <p:ext uri="{D42A27DB-BD31-4B8C-83A1-F6EECF244321}">
                <p14:modId xmlns:p14="http://schemas.microsoft.com/office/powerpoint/2010/main" val="3056933345"/>
              </p:ext>
            </p:extLst>
          </p:nvPr>
        </p:nvGraphicFramePr>
        <p:xfrm>
          <a:off x="160867" y="1671405"/>
          <a:ext cx="4910563" cy="4298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Inhaltsplatzhalter 7">
            <a:extLst>
              <a:ext uri="{FF2B5EF4-FFF2-40B4-BE49-F238E27FC236}">
                <a16:creationId xmlns:a16="http://schemas.microsoft.com/office/drawing/2014/main" id="{4332509E-B8F1-49FD-BEC2-9608E19DBA2A}"/>
              </a:ext>
            </a:extLst>
          </p:cNvPr>
          <p:cNvPicPr>
            <a:picLocks noGrp="1" noChangeAspect="1"/>
          </p:cNvPicPr>
          <p:nvPr>
            <p:ph idx="1"/>
          </p:nvPr>
        </p:nvPicPr>
        <p:blipFill>
          <a:blip r:embed="rId7"/>
          <a:stretch>
            <a:fillRect/>
          </a:stretch>
        </p:blipFill>
        <p:spPr>
          <a:xfrm>
            <a:off x="5782760" y="1671405"/>
            <a:ext cx="4748931" cy="4702826"/>
          </a:xfrm>
          <a:prstGeom prst="rect">
            <a:avLst/>
          </a:prstGeom>
        </p:spPr>
      </p:pic>
      <p:pic>
        <p:nvPicPr>
          <p:cNvPr id="6" name="Grafik 5">
            <a:extLst>
              <a:ext uri="{FF2B5EF4-FFF2-40B4-BE49-F238E27FC236}">
                <a16:creationId xmlns:a16="http://schemas.microsoft.com/office/drawing/2014/main" id="{15732C27-E5E3-4631-B66F-6BF85E3C2F7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862743" y="1671405"/>
            <a:ext cx="525054" cy="1235797"/>
          </a:xfrm>
          <a:prstGeom prst="rect">
            <a:avLst/>
          </a:prstGeom>
        </p:spPr>
      </p:pic>
    </p:spTree>
    <p:extLst>
      <p:ext uri="{BB962C8B-B14F-4D97-AF65-F5344CB8AC3E}">
        <p14:creationId xmlns:p14="http://schemas.microsoft.com/office/powerpoint/2010/main" val="2613776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Akteure einer Datenbank</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2429691"/>
            <a:ext cx="6201833" cy="3570515"/>
          </a:xfrm>
        </p:spPr>
        <p:txBody>
          <a:bodyPr>
            <a:normAutofit fontScale="62500" lnSpcReduction="20000"/>
          </a:bodyPr>
          <a:lstStyle/>
          <a:p>
            <a:pPr marL="0" indent="0">
              <a:buNone/>
            </a:pPr>
            <a:r>
              <a:rPr lang="de-DE" dirty="0"/>
              <a:t>Man betrachtet folgende Ebenen/Akteure:</a:t>
            </a:r>
          </a:p>
          <a:p>
            <a:r>
              <a:rPr lang="de-DE" b="1" dirty="0"/>
              <a:t>Benutzer</a:t>
            </a:r>
          </a:p>
          <a:p>
            <a:pPr lvl="1"/>
            <a:r>
              <a:rPr lang="de-DE" dirty="0"/>
              <a:t>schauen mittels einen Interface (GUI oder front-end) auf die aufbereiteten Daten</a:t>
            </a:r>
          </a:p>
          <a:p>
            <a:r>
              <a:rPr lang="de-DE" b="1" dirty="0"/>
              <a:t>Entwickler</a:t>
            </a:r>
          </a:p>
          <a:p>
            <a:pPr lvl="1"/>
            <a:r>
              <a:rPr lang="de-DE" dirty="0"/>
              <a:t>entwerfen Formulare (für Druckansichten etc.) und Tabellen</a:t>
            </a:r>
          </a:p>
          <a:p>
            <a:r>
              <a:rPr lang="de-DE" b="1" dirty="0"/>
              <a:t>Admins</a:t>
            </a:r>
          </a:p>
          <a:p>
            <a:pPr lvl="1"/>
            <a:r>
              <a:rPr lang="de-DE" dirty="0"/>
              <a:t>pflegen Zugriffsrechte, technische Unterstützung im Einzelfall</a:t>
            </a:r>
          </a:p>
          <a:p>
            <a:r>
              <a:rPr lang="de-DE" b="1" dirty="0"/>
              <a:t>Datenbank</a:t>
            </a:r>
          </a:p>
          <a:p>
            <a:pPr lvl="1"/>
            <a:r>
              <a:rPr lang="de-DE" dirty="0"/>
              <a:t>back-end mit Tabellen und Formularen</a:t>
            </a:r>
          </a:p>
          <a:p>
            <a:r>
              <a:rPr lang="de-DE" b="1" dirty="0"/>
              <a:t>DBMS</a:t>
            </a:r>
          </a:p>
          <a:p>
            <a:pPr lvl="1"/>
            <a:r>
              <a:rPr lang="de-DE" dirty="0"/>
              <a:t>Datenbankmanagementsystem, organisiert den Zugriff und stellt die GUI</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7" name="Inhaltsplatzhalter 2">
            <a:extLst>
              <a:ext uri="{FF2B5EF4-FFF2-40B4-BE49-F238E27FC236}">
                <a16:creationId xmlns:a16="http://schemas.microsoft.com/office/drawing/2014/main" id="{0D0A9E5D-6E36-4E3A-8EF1-F384B4DDC915}"/>
              </a:ext>
            </a:extLst>
          </p:cNvPr>
          <p:cNvSpPr txBox="1">
            <a:spLocks/>
          </p:cNvSpPr>
          <p:nvPr/>
        </p:nvSpPr>
        <p:spPr>
          <a:xfrm>
            <a:off x="-350113" y="1439340"/>
            <a:ext cx="7689910" cy="11066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de-DE" sz="1800" i="1" dirty="0"/>
              <a:t>Der Akteur ist definiert als eine Rolle, die sich außerhalb des Systems des zugehörigen Anwendungsfalles befindet und mit dem System, beschrieben durch seine Anwendungsfälle, interagiert.</a:t>
            </a:r>
          </a:p>
        </p:txBody>
      </p:sp>
      <p:pic>
        <p:nvPicPr>
          <p:cNvPr id="8" name="Inhaltsplatzhalter 10">
            <a:extLst>
              <a:ext uri="{FF2B5EF4-FFF2-40B4-BE49-F238E27FC236}">
                <a16:creationId xmlns:a16="http://schemas.microsoft.com/office/drawing/2014/main" id="{AC6E6DAF-08C3-4EB3-9DA1-37A2D0881F2E}"/>
              </a:ext>
            </a:extLst>
          </p:cNvPr>
          <p:cNvPicPr>
            <a:picLocks/>
          </p:cNvPicPr>
          <p:nvPr/>
        </p:nvPicPr>
        <p:blipFill>
          <a:blip r:embed="rId2"/>
          <a:stretch>
            <a:fillRect/>
          </a:stretch>
        </p:blipFill>
        <p:spPr>
          <a:xfrm>
            <a:off x="6828817" y="2429691"/>
            <a:ext cx="5045529" cy="3249663"/>
          </a:xfrm>
          <a:prstGeom prst="rect">
            <a:avLst/>
          </a:prstGeom>
        </p:spPr>
      </p:pic>
      <p:pic>
        <p:nvPicPr>
          <p:cNvPr id="9" name="Grafik 8">
            <a:extLst>
              <a:ext uri="{FF2B5EF4-FFF2-40B4-BE49-F238E27FC236}">
                <a16:creationId xmlns:a16="http://schemas.microsoft.com/office/drawing/2014/main" id="{9B34E0A0-565D-4DEC-8630-0F07E078F9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88250" y="872890"/>
            <a:ext cx="525054" cy="1235797"/>
          </a:xfrm>
          <a:prstGeom prst="rect">
            <a:avLst/>
          </a:prstGeom>
        </p:spPr>
      </p:pic>
    </p:spTree>
    <p:extLst>
      <p:ext uri="{BB962C8B-B14F-4D97-AF65-F5344CB8AC3E}">
        <p14:creationId xmlns:p14="http://schemas.microsoft.com/office/powerpoint/2010/main" val="2709693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Ziele der Datenorganisation in</a:t>
            </a:r>
            <a:br>
              <a:rPr lang="de-DE" dirty="0"/>
            </a:br>
            <a:r>
              <a:rPr lang="de-DE" dirty="0"/>
              <a:t>Datenbanken</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graphicFrame>
        <p:nvGraphicFramePr>
          <p:cNvPr id="11" name="Inhaltsplatzhalter 7">
            <a:extLst>
              <a:ext uri="{FF2B5EF4-FFF2-40B4-BE49-F238E27FC236}">
                <a16:creationId xmlns:a16="http://schemas.microsoft.com/office/drawing/2014/main" id="{482D7F71-F26F-4336-B63A-7E7846CA18D8}"/>
              </a:ext>
            </a:extLst>
          </p:cNvPr>
          <p:cNvGraphicFramePr>
            <a:graphicFrameLocks noGrp="1"/>
          </p:cNvGraphicFramePr>
          <p:nvPr>
            <p:ph idx="1"/>
            <p:extLst>
              <p:ext uri="{D42A27DB-BD31-4B8C-83A1-F6EECF244321}">
                <p14:modId xmlns:p14="http://schemas.microsoft.com/office/powerpoint/2010/main" val="1736923202"/>
              </p:ext>
            </p:extLst>
          </p:nvPr>
        </p:nvGraphicFramePr>
        <p:xfrm>
          <a:off x="408742" y="1945066"/>
          <a:ext cx="6172200" cy="3803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 name="Picture 2" descr="Übersicht der unterstützten Cloud Anbieter">
            <a:extLst>
              <a:ext uri="{FF2B5EF4-FFF2-40B4-BE49-F238E27FC236}">
                <a16:creationId xmlns:a16="http://schemas.microsoft.com/office/drawing/2014/main" id="{F3908133-448E-45DC-B825-1EBE5C397B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6365" y="1945066"/>
            <a:ext cx="4737100" cy="2368550"/>
          </a:xfrm>
          <a:prstGeom prst="rect">
            <a:avLst/>
          </a:prstGeom>
          <a:noFill/>
          <a:extLst>
            <a:ext uri="{909E8E84-426E-40DD-AFC4-6F175D3DCCD1}">
              <a14:hiddenFill xmlns:a14="http://schemas.microsoft.com/office/drawing/2010/main">
                <a:solidFill>
                  <a:srgbClr val="FFFFFF"/>
                </a:solidFill>
              </a14:hiddenFill>
            </a:ext>
          </a:extLst>
        </p:spPr>
      </p:pic>
      <p:sp>
        <p:nvSpPr>
          <p:cNvPr id="15" name="Rechteck 14">
            <a:extLst>
              <a:ext uri="{FF2B5EF4-FFF2-40B4-BE49-F238E27FC236}">
                <a16:creationId xmlns:a16="http://schemas.microsoft.com/office/drawing/2014/main" id="{FE11FE03-2595-4758-9A9F-8C0C34C490FF}"/>
              </a:ext>
            </a:extLst>
          </p:cNvPr>
          <p:cNvSpPr/>
          <p:nvPr/>
        </p:nvSpPr>
        <p:spPr>
          <a:xfrm>
            <a:off x="7046158" y="4309642"/>
            <a:ext cx="4737100" cy="1754326"/>
          </a:xfrm>
          <a:prstGeom prst="rect">
            <a:avLst/>
          </a:prstGeom>
          <a:solidFill>
            <a:schemeClr val="accent6">
              <a:lumMod val="40000"/>
              <a:lumOff val="60000"/>
            </a:schemeClr>
          </a:solidFill>
        </p:spPr>
        <p:txBody>
          <a:bodyPr wrap="square">
            <a:spAutoFit/>
          </a:bodyPr>
          <a:lstStyle/>
          <a:p>
            <a:r>
              <a:rPr lang="de-DE" dirty="0">
                <a:latin typeface="Arial" panose="020B0604020202020204" pitchFamily="34" charset="0"/>
                <a:cs typeface="Arial" panose="020B0604020202020204" pitchFamily="34" charset="0"/>
              </a:rPr>
              <a:t>Beschreiben Sie Angebot und Anforderungen an Cloud Datenbanken. </a:t>
            </a:r>
          </a:p>
          <a:p>
            <a:endParaRPr lang="de-DE" dirty="0"/>
          </a:p>
          <a:p>
            <a:r>
              <a:rPr lang="de-DE" dirty="0">
                <a:latin typeface="Arial" panose="020B0604020202020204" pitchFamily="34" charset="0"/>
                <a:cs typeface="Arial" panose="020B0604020202020204" pitchFamily="34" charset="0"/>
              </a:rPr>
              <a:t>https://www.computerweekly.com/de/tipp/Vergleich-Cloud-Datenbanken-AWS-Microsoft-Google-Oracle</a:t>
            </a:r>
          </a:p>
        </p:txBody>
      </p:sp>
      <p:pic>
        <p:nvPicPr>
          <p:cNvPr id="7" name="Grafik 6">
            <a:extLst>
              <a:ext uri="{FF2B5EF4-FFF2-40B4-BE49-F238E27FC236}">
                <a16:creationId xmlns:a16="http://schemas.microsoft.com/office/drawing/2014/main" id="{B1618AE5-BE32-442A-8BF0-D53EFA3554C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058767" y="435608"/>
            <a:ext cx="525054" cy="1235797"/>
          </a:xfrm>
          <a:prstGeom prst="rect">
            <a:avLst/>
          </a:prstGeom>
        </p:spPr>
      </p:pic>
    </p:spTree>
    <p:extLst>
      <p:ext uri="{BB962C8B-B14F-4D97-AF65-F5344CB8AC3E}">
        <p14:creationId xmlns:p14="http://schemas.microsoft.com/office/powerpoint/2010/main" val="33888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Sicherheit in Datenbanken</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3" name="Inhaltsplatzhalter 2">
            <a:extLst>
              <a:ext uri="{FF2B5EF4-FFF2-40B4-BE49-F238E27FC236}">
                <a16:creationId xmlns:a16="http://schemas.microsoft.com/office/drawing/2014/main" id="{5D3B3D0A-079A-49C4-853C-D2B3991A5821}"/>
              </a:ext>
            </a:extLst>
          </p:cNvPr>
          <p:cNvSpPr>
            <a:spLocks noGrp="1"/>
          </p:cNvSpPr>
          <p:nvPr>
            <p:ph idx="1"/>
          </p:nvPr>
        </p:nvSpPr>
        <p:spPr>
          <a:xfrm>
            <a:off x="160867" y="1825625"/>
            <a:ext cx="7616346" cy="4351338"/>
          </a:xfrm>
        </p:spPr>
        <p:txBody>
          <a:bodyPr/>
          <a:lstStyle/>
          <a:p>
            <a:r>
              <a:rPr lang="de-DE" dirty="0"/>
              <a:t>Ziel: nur befugte Benutzer dürfen auf die Daten in einer Datenbank zugreifen</a:t>
            </a:r>
          </a:p>
          <a:p>
            <a:r>
              <a:rPr lang="de-DE" dirty="0"/>
              <a:t>Benutzerverwaltung einer Datenbank unterscheidet:</a:t>
            </a:r>
          </a:p>
          <a:p>
            <a:pPr lvl="1"/>
            <a:r>
              <a:rPr lang="de-DE" dirty="0"/>
              <a:t>einzelne Personen</a:t>
            </a:r>
          </a:p>
          <a:p>
            <a:pPr lvl="1"/>
            <a:r>
              <a:rPr lang="de-DE" dirty="0"/>
              <a:t>Anwendungen </a:t>
            </a:r>
          </a:p>
          <a:p>
            <a:pPr lvl="1"/>
            <a:r>
              <a:rPr lang="de-DE" dirty="0"/>
              <a:t>Rollen</a:t>
            </a:r>
          </a:p>
          <a:p>
            <a:r>
              <a:rPr lang="de-DE" dirty="0"/>
              <a:t>SQL bietet hierzu verschieden Befehle</a:t>
            </a:r>
          </a:p>
          <a:p>
            <a:pPr lvl="1"/>
            <a:r>
              <a:rPr lang="de-DE" dirty="0"/>
              <a:t>GRANT (gewähren)</a:t>
            </a:r>
          </a:p>
          <a:p>
            <a:pPr lvl="1"/>
            <a:r>
              <a:rPr lang="de-DE" dirty="0"/>
              <a:t>REVOKE (wiederrufen)</a:t>
            </a:r>
          </a:p>
        </p:txBody>
      </p:sp>
      <p:pic>
        <p:nvPicPr>
          <p:cNvPr id="8" name="Grafik 7">
            <a:extLst>
              <a:ext uri="{FF2B5EF4-FFF2-40B4-BE49-F238E27FC236}">
                <a16:creationId xmlns:a16="http://schemas.microsoft.com/office/drawing/2014/main" id="{2DA297F0-2810-43F5-8233-0D8DC019E293}"/>
              </a:ext>
            </a:extLst>
          </p:cNvPr>
          <p:cNvPicPr>
            <a:picLocks noChangeAspect="1"/>
          </p:cNvPicPr>
          <p:nvPr/>
        </p:nvPicPr>
        <p:blipFill>
          <a:blip r:embed="rId2"/>
          <a:stretch>
            <a:fillRect/>
          </a:stretch>
        </p:blipFill>
        <p:spPr>
          <a:xfrm>
            <a:off x="7076413" y="1825625"/>
            <a:ext cx="5115587" cy="862870"/>
          </a:xfrm>
          <a:prstGeom prst="rect">
            <a:avLst/>
          </a:prstGeom>
        </p:spPr>
      </p:pic>
      <p:pic>
        <p:nvPicPr>
          <p:cNvPr id="9" name="Inhaltsplatzhalter 7">
            <a:extLst>
              <a:ext uri="{FF2B5EF4-FFF2-40B4-BE49-F238E27FC236}">
                <a16:creationId xmlns:a16="http://schemas.microsoft.com/office/drawing/2014/main" id="{B6AE937A-503E-45EB-B74E-6FD75F920DBC}"/>
              </a:ext>
            </a:extLst>
          </p:cNvPr>
          <p:cNvPicPr>
            <a:picLocks noChangeAspect="1"/>
          </p:cNvPicPr>
          <p:nvPr/>
        </p:nvPicPr>
        <p:blipFill>
          <a:blip r:embed="rId3"/>
          <a:stretch>
            <a:fillRect/>
          </a:stretch>
        </p:blipFill>
        <p:spPr>
          <a:xfrm>
            <a:off x="6934763" y="2975729"/>
            <a:ext cx="5096370" cy="3095609"/>
          </a:xfrm>
          <a:prstGeom prst="rect">
            <a:avLst/>
          </a:prstGeom>
        </p:spPr>
      </p:pic>
    </p:spTree>
    <p:extLst>
      <p:ext uri="{BB962C8B-B14F-4D97-AF65-F5344CB8AC3E}">
        <p14:creationId xmlns:p14="http://schemas.microsoft.com/office/powerpoint/2010/main" val="224891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Datenbankmodelle</a:t>
            </a:r>
            <a:endParaRPr lang="de-DE" dirty="0">
              <a:solidFill>
                <a:srgbClr val="F68800"/>
              </a:solidFill>
            </a:endParaRPr>
          </a:p>
        </p:txBody>
      </p:sp>
    </p:spTree>
    <p:extLst>
      <p:ext uri="{BB962C8B-B14F-4D97-AF65-F5344CB8AC3E}">
        <p14:creationId xmlns:p14="http://schemas.microsoft.com/office/powerpoint/2010/main" val="2441636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Datenbankmodelle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787293" cy="4200706"/>
          </a:xfrm>
        </p:spPr>
        <p:txBody>
          <a:bodyPr>
            <a:normAutofit/>
          </a:bodyPr>
          <a:lstStyle/>
          <a:p>
            <a:r>
              <a:rPr lang="de-DE" b="1" dirty="0"/>
              <a:t>Hierarchisches Modell</a:t>
            </a:r>
          </a:p>
          <a:p>
            <a:r>
              <a:rPr lang="de-DE" b="1" dirty="0"/>
              <a:t>Relationales Modell</a:t>
            </a:r>
          </a:p>
          <a:p>
            <a:r>
              <a:rPr lang="de-DE" b="1" dirty="0"/>
              <a:t>Netzwerkmodell</a:t>
            </a:r>
          </a:p>
          <a:p>
            <a:r>
              <a:rPr lang="de-DE" b="1" dirty="0"/>
              <a:t>Objektorientiertes Datenbankmodell</a:t>
            </a:r>
          </a:p>
          <a:p>
            <a:r>
              <a:rPr lang="de-DE" sz="1500" dirty="0"/>
              <a:t>Entity-</a:t>
            </a:r>
            <a:r>
              <a:rPr lang="de-DE" sz="1500" dirty="0" err="1"/>
              <a:t>Relationship</a:t>
            </a:r>
            <a:r>
              <a:rPr lang="de-DE" sz="1500" dirty="0"/>
              <a:t>-Modell</a:t>
            </a:r>
          </a:p>
          <a:p>
            <a:r>
              <a:rPr lang="de-DE" sz="1500" dirty="0"/>
              <a:t>Dokumentenmodell</a:t>
            </a:r>
          </a:p>
          <a:p>
            <a:r>
              <a:rPr lang="de-DE" sz="1500" dirty="0"/>
              <a:t>Entität-Attribut-Wert-Modell</a:t>
            </a:r>
          </a:p>
          <a:p>
            <a:r>
              <a:rPr lang="de-DE" sz="1500" dirty="0"/>
              <a:t>Sternschema</a:t>
            </a:r>
          </a:p>
          <a:p>
            <a:r>
              <a:rPr lang="de-DE" sz="1500" dirty="0"/>
              <a:t>Das objektrelationale Modell, das die beiden namensgebenden Modell kombiniert</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Tree>
    <p:extLst>
      <p:ext uri="{BB962C8B-B14F-4D97-AF65-F5344CB8AC3E}">
        <p14:creationId xmlns:p14="http://schemas.microsoft.com/office/powerpoint/2010/main" val="1500727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Datenbankmodelle</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Modelle</a:t>
            </a:r>
          </a:p>
        </p:txBody>
      </p:sp>
      <p:sp>
        <p:nvSpPr>
          <p:cNvPr id="7" name="Ellipse 6">
            <a:extLst>
              <a:ext uri="{FF2B5EF4-FFF2-40B4-BE49-F238E27FC236}">
                <a16:creationId xmlns:a16="http://schemas.microsoft.com/office/drawing/2014/main" id="{281E2AD1-E5D4-4DA4-ABCE-F13240DE0391}"/>
              </a:ext>
            </a:extLst>
          </p:cNvPr>
          <p:cNvSpPr/>
          <p:nvPr/>
        </p:nvSpPr>
        <p:spPr>
          <a:xfrm>
            <a:off x="1841862" y="1697338"/>
            <a:ext cx="3444148" cy="1908077"/>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Hierarchisches Modell</a:t>
            </a:r>
          </a:p>
        </p:txBody>
      </p:sp>
      <p:sp>
        <p:nvSpPr>
          <p:cNvPr id="19" name="Ellipse 18">
            <a:extLst>
              <a:ext uri="{FF2B5EF4-FFF2-40B4-BE49-F238E27FC236}">
                <a16:creationId xmlns:a16="http://schemas.microsoft.com/office/drawing/2014/main" id="{BBC7FE0A-83B6-4AF4-9179-5E0803760A7C}"/>
              </a:ext>
            </a:extLst>
          </p:cNvPr>
          <p:cNvSpPr/>
          <p:nvPr/>
        </p:nvSpPr>
        <p:spPr>
          <a:xfrm>
            <a:off x="1841862" y="393973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Objektorientiertes Modell</a:t>
            </a:r>
          </a:p>
        </p:txBody>
      </p:sp>
      <p:sp>
        <p:nvSpPr>
          <p:cNvPr id="20" name="Ellipse 19">
            <a:extLst>
              <a:ext uri="{FF2B5EF4-FFF2-40B4-BE49-F238E27FC236}">
                <a16:creationId xmlns:a16="http://schemas.microsoft.com/office/drawing/2014/main" id="{7C213D8A-A2BD-4EB7-8F90-A326A5358002}"/>
              </a:ext>
            </a:extLst>
          </p:cNvPr>
          <p:cNvSpPr/>
          <p:nvPr/>
        </p:nvSpPr>
        <p:spPr>
          <a:xfrm>
            <a:off x="6905990" y="1697338"/>
            <a:ext cx="3444148" cy="1908077"/>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Netzwerkmodell</a:t>
            </a:r>
          </a:p>
        </p:txBody>
      </p:sp>
      <p:sp>
        <p:nvSpPr>
          <p:cNvPr id="21" name="Ellipse 20">
            <a:extLst>
              <a:ext uri="{FF2B5EF4-FFF2-40B4-BE49-F238E27FC236}">
                <a16:creationId xmlns:a16="http://schemas.microsoft.com/office/drawing/2014/main" id="{55D39D15-6B09-4B6F-8291-AE67004D199D}"/>
              </a:ext>
            </a:extLst>
          </p:cNvPr>
          <p:cNvSpPr/>
          <p:nvPr/>
        </p:nvSpPr>
        <p:spPr>
          <a:xfrm>
            <a:off x="6905990" y="387006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Relationales Modell</a:t>
            </a:r>
          </a:p>
        </p:txBody>
      </p:sp>
    </p:spTree>
    <p:extLst>
      <p:ext uri="{BB962C8B-B14F-4D97-AF65-F5344CB8AC3E}">
        <p14:creationId xmlns:p14="http://schemas.microsoft.com/office/powerpoint/2010/main" val="1750894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Hierarchisches 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77500" lnSpcReduction="20000"/>
          </a:bodyPr>
          <a:lstStyle/>
          <a:p>
            <a:r>
              <a:rPr lang="de-DE" dirty="0"/>
              <a:t>Darstellung der Datenbeziehung mittels Baumstruktur</a:t>
            </a:r>
          </a:p>
          <a:p>
            <a:r>
              <a:rPr lang="de-DE" dirty="0"/>
              <a:t>ausgehend von der Wurzel werden zugehörige Daten hierarchisch in Teilbäume gegliedert und strukturiert</a:t>
            </a:r>
          </a:p>
          <a:p>
            <a:r>
              <a:rPr lang="de-DE" dirty="0"/>
              <a:t>für jedes Datenobjekt gilt </a:t>
            </a:r>
            <a:r>
              <a:rPr lang="de-DE" dirty="0">
                <a:sym typeface="Wingdings" panose="05000000000000000000" pitchFamily="2" charset="2"/>
              </a:rPr>
              <a:t> genau einen Vorgänger und mindestens einen Nachfolger</a:t>
            </a:r>
          </a:p>
          <a:p>
            <a:r>
              <a:rPr lang="de-DE" dirty="0">
                <a:sym typeface="Wingdings" panose="05000000000000000000" pitchFamily="2" charset="2"/>
              </a:rPr>
              <a:t>hohe Datenredundanz durch Mehrfachvorkommen, gleicher Datensätze (siehe Abbildung)</a:t>
            </a:r>
          </a:p>
          <a:p>
            <a:r>
              <a:rPr lang="de-DE" dirty="0">
                <a:sym typeface="Wingdings" panose="05000000000000000000" pitchFamily="2" charset="2"/>
              </a:rPr>
              <a:t>Änderungen müssen mehrfach über umständliche Zugriffswege der Baumstruktur vorgenommen werden</a:t>
            </a:r>
          </a:p>
          <a:p>
            <a:r>
              <a:rPr lang="de-DE" b="1" dirty="0">
                <a:sym typeface="Wingdings" panose="05000000000000000000" pitchFamily="2" charset="2"/>
              </a:rPr>
              <a:t>Modell konnte sich aufgrund der Nachteile nicht als Standard durchsetzen!</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5" name="Inhaltsplatzhalter 11">
            <a:extLst>
              <a:ext uri="{FF2B5EF4-FFF2-40B4-BE49-F238E27FC236}">
                <a16:creationId xmlns:a16="http://schemas.microsoft.com/office/drawing/2014/main" id="{A7BED6E2-1420-4EB1-992A-3C789035C267}"/>
              </a:ext>
            </a:extLst>
          </p:cNvPr>
          <p:cNvPicPr>
            <a:picLocks noChangeAspect="1"/>
          </p:cNvPicPr>
          <p:nvPr/>
        </p:nvPicPr>
        <p:blipFill rotWithShape="1">
          <a:blip r:embed="rId2"/>
          <a:srcRect t="4254"/>
          <a:stretch/>
        </p:blipFill>
        <p:spPr>
          <a:xfrm>
            <a:off x="6541221" y="3795274"/>
            <a:ext cx="5489912" cy="1801653"/>
          </a:xfrm>
          <a:prstGeom prst="rect">
            <a:avLst/>
          </a:prstGeom>
        </p:spPr>
      </p:pic>
      <p:pic>
        <p:nvPicPr>
          <p:cNvPr id="6" name="Grafik 5">
            <a:extLst>
              <a:ext uri="{FF2B5EF4-FFF2-40B4-BE49-F238E27FC236}">
                <a16:creationId xmlns:a16="http://schemas.microsoft.com/office/drawing/2014/main" id="{F4D8900C-0BF7-4949-B6EA-BF5717EA74A3}"/>
              </a:ext>
            </a:extLst>
          </p:cNvPr>
          <p:cNvPicPr>
            <a:picLocks noChangeAspect="1"/>
          </p:cNvPicPr>
          <p:nvPr/>
        </p:nvPicPr>
        <p:blipFill rotWithShape="1">
          <a:blip r:embed="rId3"/>
          <a:srcRect t="3891"/>
          <a:stretch/>
        </p:blipFill>
        <p:spPr>
          <a:xfrm>
            <a:off x="7988746" y="1671405"/>
            <a:ext cx="2920779" cy="1801653"/>
          </a:xfrm>
          <a:prstGeom prst="rect">
            <a:avLst/>
          </a:prstGeom>
        </p:spPr>
      </p:pic>
      <p:sp>
        <p:nvSpPr>
          <p:cNvPr id="7" name="Rechteck 6">
            <a:extLst>
              <a:ext uri="{FF2B5EF4-FFF2-40B4-BE49-F238E27FC236}">
                <a16:creationId xmlns:a16="http://schemas.microsoft.com/office/drawing/2014/main" id="{9EF1693A-F0FE-4758-BFDA-57CE037005E4}"/>
              </a:ext>
            </a:extLst>
          </p:cNvPr>
          <p:cNvSpPr/>
          <p:nvPr/>
        </p:nvSpPr>
        <p:spPr>
          <a:xfrm>
            <a:off x="8077200" y="6113417"/>
            <a:ext cx="4114800" cy="246221"/>
          </a:xfrm>
          <a:prstGeom prst="rect">
            <a:avLst/>
          </a:prstGeom>
        </p:spPr>
        <p:txBody>
          <a:bodyPr wrap="square">
            <a:spAutoFit/>
          </a:bodyPr>
          <a:lstStyle/>
          <a:p>
            <a:pPr>
              <a:spcAft>
                <a:spcPts val="0"/>
              </a:spcAft>
            </a:pPr>
            <a:r>
              <a:rPr lang="de-DE" sz="1000" dirty="0">
                <a:latin typeface="Arial" panose="020B0604020202020204" pitchFamily="34" charset="0"/>
                <a:ea typeface="Times New Roman" panose="02020603050405020304" pitchFamily="18" charset="0"/>
              </a:rPr>
              <a:t>(vgl. Kracke, </a:t>
            </a:r>
            <a:r>
              <a:rPr lang="de-DE" sz="1000" dirty="0" err="1">
                <a:latin typeface="Arial" panose="020B0604020202020204" pitchFamily="34" charset="0"/>
                <a:ea typeface="Times New Roman" panose="02020603050405020304" pitchFamily="18" charset="0"/>
              </a:rPr>
              <a:t>Beilschmidt</a:t>
            </a:r>
            <a:r>
              <a:rPr lang="de-DE" sz="1000" dirty="0">
                <a:latin typeface="Arial" panose="020B0604020202020204" pitchFamily="34" charset="0"/>
                <a:ea typeface="Times New Roman" panose="02020603050405020304" pitchFamily="18" charset="0"/>
              </a:rPr>
              <a:t>: IT-</a:t>
            </a:r>
            <a:r>
              <a:rPr lang="de-DE" sz="1000" dirty="0" err="1">
                <a:latin typeface="Arial" panose="020B0604020202020204" pitchFamily="34" charset="0"/>
                <a:ea typeface="Times New Roman" panose="02020603050405020304" pitchFamily="18" charset="0"/>
              </a:rPr>
              <a:t>Basiswissen.Kernqualifikationen</a:t>
            </a:r>
            <a:r>
              <a:rPr lang="de-DE" sz="1000" dirty="0">
                <a:latin typeface="Arial" panose="020B0604020202020204" pitchFamily="34" charset="0"/>
                <a:ea typeface="Times New Roman" panose="02020603050405020304" pitchFamily="18" charset="0"/>
              </a:rPr>
              <a:t>, S. 373)</a:t>
            </a:r>
            <a:endParaRPr lang="de-DE" sz="1000" dirty="0">
              <a:effectLst/>
              <a:latin typeface="Times New Roman" panose="02020603050405020304" pitchFamily="18" charset="0"/>
              <a:ea typeface="Times New Roman" panose="02020603050405020304" pitchFamily="18" charset="0"/>
            </a:endParaRPr>
          </a:p>
        </p:txBody>
      </p:sp>
      <p:pic>
        <p:nvPicPr>
          <p:cNvPr id="8" name="Grafik 7">
            <a:extLst>
              <a:ext uri="{FF2B5EF4-FFF2-40B4-BE49-F238E27FC236}">
                <a16:creationId xmlns:a16="http://schemas.microsoft.com/office/drawing/2014/main" id="{B38C0814-DC08-4FF2-8511-4E2B59133D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3763" y="435608"/>
            <a:ext cx="525054" cy="1235797"/>
          </a:xfrm>
          <a:prstGeom prst="rect">
            <a:avLst/>
          </a:prstGeom>
        </p:spPr>
      </p:pic>
    </p:spTree>
    <p:extLst>
      <p:ext uri="{BB962C8B-B14F-4D97-AF65-F5344CB8AC3E}">
        <p14:creationId xmlns:p14="http://schemas.microsoft.com/office/powerpoint/2010/main" val="3278813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Datenbankmodelle</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7" name="Ellipse 6">
            <a:extLst>
              <a:ext uri="{FF2B5EF4-FFF2-40B4-BE49-F238E27FC236}">
                <a16:creationId xmlns:a16="http://schemas.microsoft.com/office/drawing/2014/main" id="{281E2AD1-E5D4-4DA4-ABCE-F13240DE0391}"/>
              </a:ext>
            </a:extLst>
          </p:cNvPr>
          <p:cNvSpPr/>
          <p:nvPr/>
        </p:nvSpPr>
        <p:spPr>
          <a:xfrm>
            <a:off x="1841862"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Hierarchisches Modell</a:t>
            </a:r>
          </a:p>
        </p:txBody>
      </p:sp>
      <p:sp>
        <p:nvSpPr>
          <p:cNvPr id="19" name="Ellipse 18">
            <a:extLst>
              <a:ext uri="{FF2B5EF4-FFF2-40B4-BE49-F238E27FC236}">
                <a16:creationId xmlns:a16="http://schemas.microsoft.com/office/drawing/2014/main" id="{BBC7FE0A-83B6-4AF4-9179-5E0803760A7C}"/>
              </a:ext>
            </a:extLst>
          </p:cNvPr>
          <p:cNvSpPr/>
          <p:nvPr/>
        </p:nvSpPr>
        <p:spPr>
          <a:xfrm>
            <a:off x="1841862" y="393973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Objektorientiertes Modell</a:t>
            </a:r>
          </a:p>
        </p:txBody>
      </p:sp>
      <p:sp>
        <p:nvSpPr>
          <p:cNvPr id="20" name="Ellipse 19">
            <a:extLst>
              <a:ext uri="{FF2B5EF4-FFF2-40B4-BE49-F238E27FC236}">
                <a16:creationId xmlns:a16="http://schemas.microsoft.com/office/drawing/2014/main" id="{7C213D8A-A2BD-4EB7-8F90-A326A5358002}"/>
              </a:ext>
            </a:extLst>
          </p:cNvPr>
          <p:cNvSpPr/>
          <p:nvPr/>
        </p:nvSpPr>
        <p:spPr>
          <a:xfrm>
            <a:off x="6905990" y="1697338"/>
            <a:ext cx="3444148" cy="1908077"/>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Netzwerkmodell</a:t>
            </a:r>
          </a:p>
        </p:txBody>
      </p:sp>
      <p:sp>
        <p:nvSpPr>
          <p:cNvPr id="21" name="Ellipse 20">
            <a:extLst>
              <a:ext uri="{FF2B5EF4-FFF2-40B4-BE49-F238E27FC236}">
                <a16:creationId xmlns:a16="http://schemas.microsoft.com/office/drawing/2014/main" id="{55D39D15-6B09-4B6F-8291-AE67004D199D}"/>
              </a:ext>
            </a:extLst>
          </p:cNvPr>
          <p:cNvSpPr/>
          <p:nvPr/>
        </p:nvSpPr>
        <p:spPr>
          <a:xfrm>
            <a:off x="6905990" y="387006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Relationales Modell</a:t>
            </a:r>
          </a:p>
        </p:txBody>
      </p:sp>
    </p:spTree>
    <p:extLst>
      <p:ext uri="{BB962C8B-B14F-4D97-AF65-F5344CB8AC3E}">
        <p14:creationId xmlns:p14="http://schemas.microsoft.com/office/powerpoint/2010/main" val="722836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Netzwerkmodell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20000"/>
          </a:bodyPr>
          <a:lstStyle/>
          <a:p>
            <a:r>
              <a:rPr lang="de-DE" dirty="0"/>
              <a:t>Datenobjekt kann nicht nur einen, sondern mehrere Vorgänger haben</a:t>
            </a:r>
          </a:p>
          <a:p>
            <a:r>
              <a:rPr lang="de-DE" dirty="0">
                <a:sym typeface="Wingdings" panose="05000000000000000000" pitchFamily="2" charset="2"/>
              </a:rPr>
              <a:t>sehr einfach  leicht zu entwerfen</a:t>
            </a:r>
          </a:p>
          <a:p>
            <a:r>
              <a:rPr lang="de-DE" b="1" dirty="0">
                <a:sym typeface="Wingdings" panose="05000000000000000000" pitchFamily="2" charset="2"/>
              </a:rPr>
              <a:t>kein Standard</a:t>
            </a:r>
          </a:p>
          <a:p>
            <a:r>
              <a:rPr lang="de-DE" dirty="0"/>
              <a:t>lässt die Existenz eines Mitglieds ohne Eigentümer nicht zu, was zum Konzept der Datenintegrität führt</a:t>
            </a:r>
          </a:p>
          <a:p>
            <a:r>
              <a:rPr lang="de-DE" dirty="0"/>
              <a:t>bietet keine Möglichkeit zur automatischen Abfrageoptimierung</a:t>
            </a:r>
          </a:p>
          <a:p>
            <a:r>
              <a:rPr lang="de-DE" dirty="0"/>
              <a:t>der Aufbau dieses Modells ist nicht benutzerfreundlich</a:t>
            </a:r>
          </a:p>
          <a:p>
            <a:r>
              <a:rPr lang="de-DE" dirty="0">
                <a:sym typeface="Wingdings" panose="05000000000000000000" pitchFamily="2" charset="2"/>
              </a:rPr>
              <a:t>physische Abbildung sehr komplex</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7" name="Rechteck 6">
            <a:extLst>
              <a:ext uri="{FF2B5EF4-FFF2-40B4-BE49-F238E27FC236}">
                <a16:creationId xmlns:a16="http://schemas.microsoft.com/office/drawing/2014/main" id="{9EF1693A-F0FE-4758-BFDA-57CE037005E4}"/>
              </a:ext>
            </a:extLst>
          </p:cNvPr>
          <p:cNvSpPr/>
          <p:nvPr/>
        </p:nvSpPr>
        <p:spPr>
          <a:xfrm>
            <a:off x="7450183" y="4535781"/>
            <a:ext cx="4114800" cy="246221"/>
          </a:xfrm>
          <a:prstGeom prst="rect">
            <a:avLst/>
          </a:prstGeom>
        </p:spPr>
        <p:txBody>
          <a:bodyPr wrap="square">
            <a:spAutoFit/>
          </a:bodyPr>
          <a:lstStyle/>
          <a:p>
            <a:pPr>
              <a:spcAft>
                <a:spcPts val="0"/>
              </a:spcAft>
            </a:pPr>
            <a:r>
              <a:rPr lang="de-DE" sz="1000" dirty="0">
                <a:latin typeface="Arial" panose="020B0604020202020204" pitchFamily="34" charset="0"/>
                <a:ea typeface="Times New Roman" panose="02020603050405020304" pitchFamily="18" charset="0"/>
              </a:rPr>
              <a:t>(vgl. Kracke, </a:t>
            </a:r>
            <a:r>
              <a:rPr lang="de-DE" sz="1000" dirty="0" err="1">
                <a:latin typeface="Arial" panose="020B0604020202020204" pitchFamily="34" charset="0"/>
                <a:ea typeface="Times New Roman" panose="02020603050405020304" pitchFamily="18" charset="0"/>
              </a:rPr>
              <a:t>Beilschmidt</a:t>
            </a:r>
            <a:r>
              <a:rPr lang="de-DE" sz="1000" dirty="0">
                <a:latin typeface="Arial" panose="020B0604020202020204" pitchFamily="34" charset="0"/>
                <a:ea typeface="Times New Roman" panose="02020603050405020304" pitchFamily="18" charset="0"/>
              </a:rPr>
              <a:t>: IT-</a:t>
            </a:r>
            <a:r>
              <a:rPr lang="de-DE" sz="1000" dirty="0" err="1">
                <a:latin typeface="Arial" panose="020B0604020202020204" pitchFamily="34" charset="0"/>
                <a:ea typeface="Times New Roman" panose="02020603050405020304" pitchFamily="18" charset="0"/>
              </a:rPr>
              <a:t>Basiswissen.Kernqualifikationen</a:t>
            </a:r>
            <a:r>
              <a:rPr lang="de-DE" sz="1000" dirty="0">
                <a:latin typeface="Arial" panose="020B0604020202020204" pitchFamily="34" charset="0"/>
                <a:ea typeface="Times New Roman" panose="02020603050405020304" pitchFamily="18" charset="0"/>
              </a:rPr>
              <a:t>, S. 373)</a:t>
            </a:r>
            <a:endParaRPr lang="de-DE" sz="1000" dirty="0">
              <a:effectLst/>
              <a:latin typeface="Times New Roman" panose="02020603050405020304" pitchFamily="18" charset="0"/>
              <a:ea typeface="Times New Roman" panose="02020603050405020304" pitchFamily="18" charset="0"/>
            </a:endParaRPr>
          </a:p>
        </p:txBody>
      </p:sp>
      <p:pic>
        <p:nvPicPr>
          <p:cNvPr id="8" name="Inhaltsplatzhalter 8">
            <a:extLst>
              <a:ext uri="{FF2B5EF4-FFF2-40B4-BE49-F238E27FC236}">
                <a16:creationId xmlns:a16="http://schemas.microsoft.com/office/drawing/2014/main" id="{07FF7CC7-E7EA-4B35-A56D-C8F41F000AFB}"/>
              </a:ext>
            </a:extLst>
          </p:cNvPr>
          <p:cNvPicPr>
            <a:picLocks noChangeAspect="1"/>
          </p:cNvPicPr>
          <p:nvPr/>
        </p:nvPicPr>
        <p:blipFill>
          <a:blip r:embed="rId2"/>
          <a:stretch>
            <a:fillRect/>
          </a:stretch>
        </p:blipFill>
        <p:spPr>
          <a:xfrm>
            <a:off x="6362700" y="2536669"/>
            <a:ext cx="5660027" cy="2026205"/>
          </a:xfrm>
          <a:prstGeom prst="rect">
            <a:avLst/>
          </a:prstGeom>
        </p:spPr>
      </p:pic>
    </p:spTree>
    <p:extLst>
      <p:ext uri="{BB962C8B-B14F-4D97-AF65-F5344CB8AC3E}">
        <p14:creationId xmlns:p14="http://schemas.microsoft.com/office/powerpoint/2010/main" val="3960584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Datenbankmodelle</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7" name="Ellipse 6">
            <a:extLst>
              <a:ext uri="{FF2B5EF4-FFF2-40B4-BE49-F238E27FC236}">
                <a16:creationId xmlns:a16="http://schemas.microsoft.com/office/drawing/2014/main" id="{281E2AD1-E5D4-4DA4-ABCE-F13240DE0391}"/>
              </a:ext>
            </a:extLst>
          </p:cNvPr>
          <p:cNvSpPr/>
          <p:nvPr/>
        </p:nvSpPr>
        <p:spPr>
          <a:xfrm>
            <a:off x="1841862"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Hierarchisches Modell</a:t>
            </a:r>
          </a:p>
        </p:txBody>
      </p:sp>
      <p:sp>
        <p:nvSpPr>
          <p:cNvPr id="19" name="Ellipse 18">
            <a:extLst>
              <a:ext uri="{FF2B5EF4-FFF2-40B4-BE49-F238E27FC236}">
                <a16:creationId xmlns:a16="http://schemas.microsoft.com/office/drawing/2014/main" id="{BBC7FE0A-83B6-4AF4-9179-5E0803760A7C}"/>
              </a:ext>
            </a:extLst>
          </p:cNvPr>
          <p:cNvSpPr/>
          <p:nvPr/>
        </p:nvSpPr>
        <p:spPr>
          <a:xfrm>
            <a:off x="1841862" y="3939730"/>
            <a:ext cx="3444148" cy="1908077"/>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Objektorientiertes Modell</a:t>
            </a:r>
          </a:p>
        </p:txBody>
      </p:sp>
      <p:sp>
        <p:nvSpPr>
          <p:cNvPr id="20" name="Ellipse 19">
            <a:extLst>
              <a:ext uri="{FF2B5EF4-FFF2-40B4-BE49-F238E27FC236}">
                <a16:creationId xmlns:a16="http://schemas.microsoft.com/office/drawing/2014/main" id="{7C213D8A-A2BD-4EB7-8F90-A326A5358002}"/>
              </a:ext>
            </a:extLst>
          </p:cNvPr>
          <p:cNvSpPr/>
          <p:nvPr/>
        </p:nvSpPr>
        <p:spPr>
          <a:xfrm>
            <a:off x="6905990"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Netzwerkmodell</a:t>
            </a:r>
          </a:p>
        </p:txBody>
      </p:sp>
      <p:sp>
        <p:nvSpPr>
          <p:cNvPr id="21" name="Ellipse 20">
            <a:extLst>
              <a:ext uri="{FF2B5EF4-FFF2-40B4-BE49-F238E27FC236}">
                <a16:creationId xmlns:a16="http://schemas.microsoft.com/office/drawing/2014/main" id="{55D39D15-6B09-4B6F-8291-AE67004D199D}"/>
              </a:ext>
            </a:extLst>
          </p:cNvPr>
          <p:cNvSpPr/>
          <p:nvPr/>
        </p:nvSpPr>
        <p:spPr>
          <a:xfrm>
            <a:off x="6905990" y="387006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Relationales Modell</a:t>
            </a:r>
          </a:p>
        </p:txBody>
      </p:sp>
    </p:spTree>
    <p:extLst>
      <p:ext uri="{BB962C8B-B14F-4D97-AF65-F5344CB8AC3E}">
        <p14:creationId xmlns:p14="http://schemas.microsoft.com/office/powerpoint/2010/main" val="2490267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Objektorientiertes 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lnSpcReduction="10000"/>
          </a:bodyPr>
          <a:lstStyle/>
          <a:p>
            <a:r>
              <a:rPr lang="de-DE" dirty="0"/>
              <a:t>Objekte (Tabellen) werden mit Eigenschaften und Funktionen verwaltet</a:t>
            </a:r>
          </a:p>
          <a:p>
            <a:r>
              <a:rPr lang="de-DE" dirty="0">
                <a:sym typeface="Wingdings" panose="05000000000000000000" pitchFamily="2" charset="2"/>
              </a:rPr>
              <a:t>Abfragen werden über die Funktionen der Objekte realisiert</a:t>
            </a:r>
          </a:p>
          <a:p>
            <a:r>
              <a:rPr lang="de-DE" dirty="0">
                <a:sym typeface="Wingdings" panose="05000000000000000000" pitchFamily="2" charset="2"/>
              </a:rPr>
              <a:t>geeignet für:</a:t>
            </a:r>
          </a:p>
          <a:p>
            <a:pPr lvl="1"/>
            <a:r>
              <a:rPr lang="de-DE" dirty="0">
                <a:sym typeface="Wingdings" panose="05000000000000000000" pitchFamily="2" charset="2"/>
              </a:rPr>
              <a:t>objektorientierte Anwendungen, weil</a:t>
            </a:r>
          </a:p>
          <a:p>
            <a:pPr lvl="2"/>
            <a:r>
              <a:rPr lang="de-DE" dirty="0">
                <a:sym typeface="Wingdings" panose="05000000000000000000" pitchFamily="2" charset="2"/>
              </a:rPr>
              <a:t>Abfragen sind einfacher</a:t>
            </a:r>
          </a:p>
          <a:p>
            <a:pPr lvl="2"/>
            <a:r>
              <a:rPr lang="de-DE" dirty="0">
                <a:sym typeface="Wingdings" panose="05000000000000000000" pitchFamily="2" charset="2"/>
              </a:rPr>
              <a:t>realitätsnah</a:t>
            </a:r>
          </a:p>
          <a:p>
            <a:r>
              <a:rPr lang="de-DE" dirty="0">
                <a:sym typeface="Wingdings" panose="05000000000000000000" pitchFamily="2" charset="2"/>
              </a:rPr>
              <a:t>Nachteil:</a:t>
            </a:r>
          </a:p>
          <a:p>
            <a:pPr lvl="1"/>
            <a:r>
              <a:rPr lang="de-DE" dirty="0">
                <a:sym typeface="Wingdings" panose="05000000000000000000" pitchFamily="2" charset="2"/>
              </a:rPr>
              <a:t>nicht performant bei vielen Abfragen</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9" name="Picture 5" descr="Objektorientiertes Datenbankmodell">
            <a:extLst>
              <a:ext uri="{FF2B5EF4-FFF2-40B4-BE49-F238E27FC236}">
                <a16:creationId xmlns:a16="http://schemas.microsoft.com/office/drawing/2014/main" id="{9E81DEEC-EE07-4E49-B46B-5B63D5276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4489" y="1825625"/>
            <a:ext cx="4568854" cy="3320034"/>
          </a:xfrm>
          <a:prstGeom prst="rect">
            <a:avLst/>
          </a:prstGeom>
          <a:noFill/>
          <a:extLst>
            <a:ext uri="{909E8E84-426E-40DD-AFC4-6F175D3DCCD1}">
              <a14:hiddenFill xmlns:a14="http://schemas.microsoft.com/office/drawing/2010/main">
                <a:solidFill>
                  <a:srgbClr val="FFFFFF"/>
                </a:solidFill>
              </a14:hiddenFill>
            </a:ext>
          </a:extLst>
        </p:spPr>
      </p:pic>
      <p:sp>
        <p:nvSpPr>
          <p:cNvPr id="10" name="Rechteck 9">
            <a:extLst>
              <a:ext uri="{FF2B5EF4-FFF2-40B4-BE49-F238E27FC236}">
                <a16:creationId xmlns:a16="http://schemas.microsoft.com/office/drawing/2014/main" id="{EF6F0CB0-C8F3-462A-B115-4032F0896C65}"/>
              </a:ext>
            </a:extLst>
          </p:cNvPr>
          <p:cNvSpPr/>
          <p:nvPr/>
        </p:nvSpPr>
        <p:spPr>
          <a:xfrm>
            <a:off x="7285726" y="5145659"/>
            <a:ext cx="4347617" cy="400110"/>
          </a:xfrm>
          <a:prstGeom prst="rect">
            <a:avLst/>
          </a:prstGeom>
        </p:spPr>
        <p:txBody>
          <a:bodyPr wrap="square">
            <a:spAutoFit/>
          </a:bodyPr>
          <a:lstStyle/>
          <a:p>
            <a:r>
              <a:rPr lang="de-DE" sz="1000" dirty="0">
                <a:latin typeface="Arial" panose="020B0604020202020204" pitchFamily="34" charset="0"/>
                <a:cs typeface="Arial" panose="020B0604020202020204" pitchFamily="34" charset="0"/>
              </a:rPr>
              <a:t>Quelle: </a:t>
            </a:r>
            <a:r>
              <a:rPr lang="de-DE" sz="1000" dirty="0">
                <a:latin typeface="Arial" panose="020B0604020202020204" pitchFamily="34" charset="0"/>
                <a:cs typeface="Arial" panose="020B0604020202020204" pitchFamily="34" charset="0"/>
                <a:hlinkClick r:id="rId3"/>
              </a:rPr>
              <a:t>http://www.fachinformatikerwissen.de/pages/wis_db_obje.shtml</a:t>
            </a:r>
            <a:endParaRPr lang="de-DE" sz="1000" dirty="0">
              <a:latin typeface="Arial" panose="020B0604020202020204" pitchFamily="34" charset="0"/>
              <a:cs typeface="Arial" panose="020B0604020202020204" pitchFamily="34" charset="0"/>
            </a:endParaRPr>
          </a:p>
          <a:p>
            <a:r>
              <a:rPr lang="de-DE" sz="1000" dirty="0">
                <a:latin typeface="Arial" panose="020B0604020202020204" pitchFamily="34" charset="0"/>
                <a:cs typeface="Arial" panose="020B0604020202020204" pitchFamily="34" charset="0"/>
              </a:rPr>
              <a:t>abgerufen am 11.01.2023</a:t>
            </a:r>
          </a:p>
        </p:txBody>
      </p:sp>
    </p:spTree>
    <p:extLst>
      <p:ext uri="{BB962C8B-B14F-4D97-AF65-F5344CB8AC3E}">
        <p14:creationId xmlns:p14="http://schemas.microsoft.com/office/powerpoint/2010/main" val="418038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Datenbankmodelle</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7" name="Ellipse 6">
            <a:extLst>
              <a:ext uri="{FF2B5EF4-FFF2-40B4-BE49-F238E27FC236}">
                <a16:creationId xmlns:a16="http://schemas.microsoft.com/office/drawing/2014/main" id="{281E2AD1-E5D4-4DA4-ABCE-F13240DE0391}"/>
              </a:ext>
            </a:extLst>
          </p:cNvPr>
          <p:cNvSpPr/>
          <p:nvPr/>
        </p:nvSpPr>
        <p:spPr>
          <a:xfrm>
            <a:off x="1841862"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Hierarchisches Modell</a:t>
            </a:r>
          </a:p>
        </p:txBody>
      </p:sp>
      <p:sp>
        <p:nvSpPr>
          <p:cNvPr id="19" name="Ellipse 18">
            <a:extLst>
              <a:ext uri="{FF2B5EF4-FFF2-40B4-BE49-F238E27FC236}">
                <a16:creationId xmlns:a16="http://schemas.microsoft.com/office/drawing/2014/main" id="{BBC7FE0A-83B6-4AF4-9179-5E0803760A7C}"/>
              </a:ext>
            </a:extLst>
          </p:cNvPr>
          <p:cNvSpPr/>
          <p:nvPr/>
        </p:nvSpPr>
        <p:spPr>
          <a:xfrm>
            <a:off x="1841862" y="3939730"/>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Objektorientiertes Modell</a:t>
            </a:r>
          </a:p>
        </p:txBody>
      </p:sp>
      <p:sp>
        <p:nvSpPr>
          <p:cNvPr id="20" name="Ellipse 19">
            <a:extLst>
              <a:ext uri="{FF2B5EF4-FFF2-40B4-BE49-F238E27FC236}">
                <a16:creationId xmlns:a16="http://schemas.microsoft.com/office/drawing/2014/main" id="{7C213D8A-A2BD-4EB7-8F90-A326A5358002}"/>
              </a:ext>
            </a:extLst>
          </p:cNvPr>
          <p:cNvSpPr/>
          <p:nvPr/>
        </p:nvSpPr>
        <p:spPr>
          <a:xfrm>
            <a:off x="6905990"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Netzwerkmodell</a:t>
            </a:r>
          </a:p>
        </p:txBody>
      </p:sp>
      <p:sp>
        <p:nvSpPr>
          <p:cNvPr id="21" name="Ellipse 20">
            <a:extLst>
              <a:ext uri="{FF2B5EF4-FFF2-40B4-BE49-F238E27FC236}">
                <a16:creationId xmlns:a16="http://schemas.microsoft.com/office/drawing/2014/main" id="{55D39D15-6B09-4B6F-8291-AE67004D199D}"/>
              </a:ext>
            </a:extLst>
          </p:cNvPr>
          <p:cNvSpPr/>
          <p:nvPr/>
        </p:nvSpPr>
        <p:spPr>
          <a:xfrm>
            <a:off x="6905990" y="3870060"/>
            <a:ext cx="3444148" cy="1908077"/>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Relationales Modell</a:t>
            </a:r>
          </a:p>
        </p:txBody>
      </p:sp>
    </p:spTree>
    <p:extLst>
      <p:ext uri="{BB962C8B-B14F-4D97-AF65-F5344CB8AC3E}">
        <p14:creationId xmlns:p14="http://schemas.microsoft.com/office/powerpoint/2010/main" val="668330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Relationales 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10000"/>
          </a:bodyPr>
          <a:lstStyle/>
          <a:p>
            <a:r>
              <a:rPr lang="de-DE" dirty="0"/>
              <a:t>gängigste und am meisten verbreitete Datenbankmodell</a:t>
            </a:r>
          </a:p>
          <a:p>
            <a:r>
              <a:rPr lang="de-DE" dirty="0">
                <a:sym typeface="Wingdings" panose="05000000000000000000" pitchFamily="2" charset="2"/>
              </a:rPr>
              <a:t>jede Entität (Tabelle) hat eine oder mehrere Attribute (Eigenschaften)</a:t>
            </a:r>
          </a:p>
          <a:p>
            <a:r>
              <a:rPr lang="de-DE" dirty="0">
                <a:sym typeface="Wingdings" panose="05000000000000000000" pitchFamily="2" charset="2"/>
              </a:rPr>
              <a:t>Entität kennzeichnet sich dadurch, dass es mehrere Vertreter ihrer Art gibt</a:t>
            </a:r>
          </a:p>
          <a:p>
            <a:r>
              <a:rPr lang="de-DE" dirty="0">
                <a:sym typeface="Wingdings" panose="05000000000000000000" pitchFamily="2" charset="2"/>
              </a:rPr>
              <a:t>jeder Datensatz einer Entität wird durch einen eindeutigen Schlüssel identifiziert</a:t>
            </a:r>
          </a:p>
          <a:p>
            <a:r>
              <a:rPr lang="de-DE" dirty="0">
                <a:sym typeface="Wingdings" panose="05000000000000000000" pitchFamily="2" charset="2"/>
              </a:rPr>
              <a:t>mehrere Tabellen können durch eine Beziehung verbunden werden</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7" name="Inhaltsplatzhalter 1">
            <a:extLst>
              <a:ext uri="{FF2B5EF4-FFF2-40B4-BE49-F238E27FC236}">
                <a16:creationId xmlns:a16="http://schemas.microsoft.com/office/drawing/2014/main" id="{A14AA012-F365-4E5B-ACA4-6028D202C454}"/>
              </a:ext>
            </a:extLst>
          </p:cNvPr>
          <p:cNvSpPr txBox="1">
            <a:spLocks/>
          </p:cNvSpPr>
          <p:nvPr/>
        </p:nvSpPr>
        <p:spPr>
          <a:xfrm>
            <a:off x="8403763" y="1760630"/>
            <a:ext cx="2805024" cy="192246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2600" i="1" dirty="0"/>
              <a:t>„</a:t>
            </a:r>
            <a:r>
              <a:rPr lang="de-DE" i="1" dirty="0"/>
              <a:t>Entität hat Attribut.“</a:t>
            </a:r>
            <a:endParaRPr lang="de-DE" sz="2600" i="1" dirty="0"/>
          </a:p>
          <a:p>
            <a:pPr lvl="1"/>
            <a:r>
              <a:rPr lang="de-DE" i="1" dirty="0"/>
              <a:t>Kunde hat Kundennummer.</a:t>
            </a:r>
          </a:p>
          <a:p>
            <a:pPr lvl="1"/>
            <a:r>
              <a:rPr lang="de-DE" i="1" dirty="0"/>
              <a:t>Kunde hat Name.</a:t>
            </a:r>
          </a:p>
          <a:p>
            <a:pPr lvl="1"/>
            <a:r>
              <a:rPr lang="de-DE" i="1" dirty="0"/>
              <a:t>Kunde hat Geburtsdatum.</a:t>
            </a:r>
          </a:p>
          <a:p>
            <a:pPr lvl="1"/>
            <a:r>
              <a:rPr lang="de-DE" i="1" dirty="0"/>
              <a:t>Kunde hat Anschrift…</a:t>
            </a:r>
          </a:p>
        </p:txBody>
      </p:sp>
      <p:pic>
        <p:nvPicPr>
          <p:cNvPr id="8" name="Grafik 7">
            <a:extLst>
              <a:ext uri="{FF2B5EF4-FFF2-40B4-BE49-F238E27FC236}">
                <a16:creationId xmlns:a16="http://schemas.microsoft.com/office/drawing/2014/main" id="{94897512-D25D-4C4A-9848-35316D561A1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640966" y="3748092"/>
            <a:ext cx="4949902" cy="1960357"/>
          </a:xfrm>
          <a:prstGeom prst="rect">
            <a:avLst/>
          </a:prstGeom>
        </p:spPr>
      </p:pic>
      <p:sp>
        <p:nvSpPr>
          <p:cNvPr id="11" name="Textfeld 10">
            <a:extLst>
              <a:ext uri="{FF2B5EF4-FFF2-40B4-BE49-F238E27FC236}">
                <a16:creationId xmlns:a16="http://schemas.microsoft.com/office/drawing/2014/main" id="{A5D6518D-F002-470D-BF56-EFA6AFC79AE8}"/>
              </a:ext>
            </a:extLst>
          </p:cNvPr>
          <p:cNvSpPr txBox="1"/>
          <p:nvPr/>
        </p:nvSpPr>
        <p:spPr>
          <a:xfrm>
            <a:off x="8318182" y="5605586"/>
            <a:ext cx="2976187" cy="507831"/>
          </a:xfrm>
          <a:prstGeom prst="rect">
            <a:avLst/>
          </a:prstGeom>
          <a:noFill/>
        </p:spPr>
        <p:txBody>
          <a:bodyPr wrap="square" rtlCol="0">
            <a:spAutoFit/>
          </a:bodyPr>
          <a:lstStyle/>
          <a:p>
            <a:r>
              <a:rPr lang="de-DE" sz="900" dirty="0">
                <a:latin typeface="Arial" panose="020B0604020202020204" pitchFamily="34" charset="0"/>
                <a:cs typeface="Arial" panose="020B0604020202020204" pitchFamily="34" charset="0"/>
              </a:rPr>
              <a:t>Quelle: </a:t>
            </a:r>
            <a:r>
              <a:rPr lang="de-DE" sz="900" dirty="0">
                <a:latin typeface="Arial" panose="020B0604020202020204" pitchFamily="34" charset="0"/>
                <a:cs typeface="Arial" panose="020B0604020202020204" pitchFamily="34" charset="0"/>
                <a:hlinkClick r:id="rId3"/>
              </a:rPr>
              <a:t>https://www.inf-schule.de/datenbanksysteme/ermodelle/datenmodell</a:t>
            </a:r>
            <a:endParaRPr lang="de-DE" sz="900" dirty="0">
              <a:latin typeface="Arial" panose="020B0604020202020204" pitchFamily="34" charset="0"/>
              <a:cs typeface="Arial" panose="020B0604020202020204" pitchFamily="34" charset="0"/>
            </a:endParaRPr>
          </a:p>
          <a:p>
            <a:r>
              <a:rPr lang="de-DE" sz="900" dirty="0">
                <a:latin typeface="Arial" panose="020B0604020202020204" pitchFamily="34" charset="0"/>
                <a:cs typeface="Arial" panose="020B0604020202020204" pitchFamily="34" charset="0"/>
              </a:rPr>
              <a:t>abgerufen am 17.04.2023</a:t>
            </a:r>
          </a:p>
        </p:txBody>
      </p:sp>
    </p:spTree>
    <p:extLst>
      <p:ext uri="{BB962C8B-B14F-4D97-AF65-F5344CB8AC3E}">
        <p14:creationId xmlns:p14="http://schemas.microsoft.com/office/powerpoint/2010/main" val="3805295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ER – Modell </a:t>
            </a:r>
            <a:r>
              <a:rPr lang="de-DE" dirty="0">
                <a:sym typeface="Wingdings" panose="05000000000000000000" pitchFamily="2" charset="2"/>
              </a:rPr>
              <a:t> Relationsmodell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10000"/>
          </a:bodyPr>
          <a:lstStyle/>
          <a:p>
            <a:r>
              <a:rPr lang="de-DE" dirty="0"/>
              <a:t>ER(Entity </a:t>
            </a:r>
            <a:r>
              <a:rPr lang="de-DE" dirty="0" err="1"/>
              <a:t>Relationship</a:t>
            </a:r>
            <a:r>
              <a:rPr lang="de-DE" dirty="0"/>
              <a:t>) Modell ist eine reduzierte Darstellung des Relationsmodells</a:t>
            </a:r>
          </a:p>
          <a:p>
            <a:r>
              <a:rPr lang="de-DE" dirty="0">
                <a:sym typeface="Wingdings" panose="05000000000000000000" pitchFamily="2" charset="2"/>
              </a:rPr>
              <a:t>im Relationsmodell wird aus jeder Entität eine Tabelle</a:t>
            </a:r>
          </a:p>
          <a:p>
            <a:r>
              <a:rPr lang="de-DE" dirty="0">
                <a:sym typeface="Wingdings" panose="05000000000000000000" pitchFamily="2" charset="2"/>
              </a:rPr>
              <a:t>Attribute bekommen Datentypen</a:t>
            </a:r>
          </a:p>
          <a:p>
            <a:r>
              <a:rPr lang="de-DE" dirty="0"/>
              <a:t>Beziehungen zwischen Primär –und Fremdschlüssel werden abgebildet</a:t>
            </a:r>
          </a:p>
          <a:p>
            <a:r>
              <a:rPr lang="de-DE" dirty="0"/>
              <a:t>für jede m:n Beziehung (mehr hierzu später) wird eine zusätzliche Tabelle angelegt</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9" name="Inhaltsplatzhalter 7">
            <a:extLst>
              <a:ext uri="{FF2B5EF4-FFF2-40B4-BE49-F238E27FC236}">
                <a16:creationId xmlns:a16="http://schemas.microsoft.com/office/drawing/2014/main" id="{8373F326-FA48-4791-B173-6BA2B838188E}"/>
              </a:ext>
            </a:extLst>
          </p:cNvPr>
          <p:cNvPicPr>
            <a:picLocks noChangeAspect="1"/>
          </p:cNvPicPr>
          <p:nvPr/>
        </p:nvPicPr>
        <p:blipFill>
          <a:blip r:embed="rId2"/>
          <a:stretch>
            <a:fillRect/>
          </a:stretch>
        </p:blipFill>
        <p:spPr>
          <a:xfrm>
            <a:off x="6451978" y="1879444"/>
            <a:ext cx="5202890" cy="2183155"/>
          </a:xfrm>
          <a:prstGeom prst="rect">
            <a:avLst/>
          </a:prstGeom>
        </p:spPr>
      </p:pic>
      <p:pic>
        <p:nvPicPr>
          <p:cNvPr id="10" name="Grafik 9">
            <a:extLst>
              <a:ext uri="{FF2B5EF4-FFF2-40B4-BE49-F238E27FC236}">
                <a16:creationId xmlns:a16="http://schemas.microsoft.com/office/drawing/2014/main" id="{A789F213-3B44-427D-A090-13CD4DF97789}"/>
              </a:ext>
            </a:extLst>
          </p:cNvPr>
          <p:cNvPicPr>
            <a:picLocks noChangeAspect="1"/>
          </p:cNvPicPr>
          <p:nvPr/>
        </p:nvPicPr>
        <p:blipFill>
          <a:blip r:embed="rId3"/>
          <a:stretch>
            <a:fillRect/>
          </a:stretch>
        </p:blipFill>
        <p:spPr>
          <a:xfrm>
            <a:off x="6075714" y="4891159"/>
            <a:ext cx="5955419" cy="942551"/>
          </a:xfrm>
          <a:prstGeom prst="rect">
            <a:avLst/>
          </a:prstGeom>
        </p:spPr>
      </p:pic>
      <p:cxnSp>
        <p:nvCxnSpPr>
          <p:cNvPr id="6" name="Gerade Verbindung mit Pfeil 5">
            <a:extLst>
              <a:ext uri="{FF2B5EF4-FFF2-40B4-BE49-F238E27FC236}">
                <a16:creationId xmlns:a16="http://schemas.microsoft.com/office/drawing/2014/main" id="{B2AD11C2-0D17-4575-BD77-0293C3A50835}"/>
              </a:ext>
            </a:extLst>
          </p:cNvPr>
          <p:cNvCxnSpPr>
            <a:cxnSpLocks/>
          </p:cNvCxnSpPr>
          <p:nvPr/>
        </p:nvCxnSpPr>
        <p:spPr>
          <a:xfrm>
            <a:off x="2098766" y="923109"/>
            <a:ext cx="5947954" cy="1236042"/>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14" name="Gerade Verbindung mit Pfeil 13">
            <a:extLst>
              <a:ext uri="{FF2B5EF4-FFF2-40B4-BE49-F238E27FC236}">
                <a16:creationId xmlns:a16="http://schemas.microsoft.com/office/drawing/2014/main" id="{784BBAB1-D288-4CC7-AE50-09603CCA8B2F}"/>
              </a:ext>
            </a:extLst>
          </p:cNvPr>
          <p:cNvCxnSpPr>
            <a:cxnSpLocks/>
          </p:cNvCxnSpPr>
          <p:nvPr/>
        </p:nvCxnSpPr>
        <p:spPr>
          <a:xfrm>
            <a:off x="6043387" y="1053384"/>
            <a:ext cx="655796" cy="3645466"/>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pic>
        <p:nvPicPr>
          <p:cNvPr id="11" name="Grafik 10">
            <a:extLst>
              <a:ext uri="{FF2B5EF4-FFF2-40B4-BE49-F238E27FC236}">
                <a16:creationId xmlns:a16="http://schemas.microsoft.com/office/drawing/2014/main" id="{FA34B1EE-C2DA-4568-9FB3-EA6D961E40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09335" y="923354"/>
            <a:ext cx="525054" cy="1235797"/>
          </a:xfrm>
          <a:prstGeom prst="rect">
            <a:avLst/>
          </a:prstGeom>
        </p:spPr>
      </p:pic>
    </p:spTree>
    <p:extLst>
      <p:ext uri="{BB962C8B-B14F-4D97-AF65-F5344CB8AC3E}">
        <p14:creationId xmlns:p14="http://schemas.microsoft.com/office/powerpoint/2010/main" val="344363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Relationales 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10000"/>
          </a:bodyPr>
          <a:lstStyle/>
          <a:p>
            <a:r>
              <a:rPr lang="de-DE" dirty="0"/>
              <a:t>ein Attributwert ist eine (atomare) Zelle</a:t>
            </a:r>
          </a:p>
          <a:p>
            <a:r>
              <a:rPr lang="de-DE" dirty="0"/>
              <a:t>jede Zeile (</a:t>
            </a:r>
            <a:r>
              <a:rPr lang="de-DE" b="1" dirty="0"/>
              <a:t>Tupel</a:t>
            </a:r>
            <a:r>
              <a:rPr lang="de-DE" dirty="0"/>
              <a:t>) in einer Tabelle ist ein Datensatz</a:t>
            </a:r>
          </a:p>
          <a:p>
            <a:r>
              <a:rPr lang="de-DE" dirty="0"/>
              <a:t>jedes Tupel besteht aus Eigenschaften (</a:t>
            </a:r>
            <a:r>
              <a:rPr lang="de-DE" b="1" dirty="0"/>
              <a:t>Attributen</a:t>
            </a:r>
            <a:r>
              <a:rPr lang="de-DE" dirty="0"/>
              <a:t>), den Spalten der Tabelle</a:t>
            </a:r>
          </a:p>
          <a:p>
            <a:r>
              <a:rPr lang="de-DE" dirty="0"/>
              <a:t>alle Tupel einer Tabelle (</a:t>
            </a:r>
            <a:r>
              <a:rPr lang="de-DE" b="1" dirty="0"/>
              <a:t>Entität</a:t>
            </a:r>
            <a:r>
              <a:rPr lang="de-DE" dirty="0"/>
              <a:t>) werden über einen Schlüssel referenziert</a:t>
            </a:r>
          </a:p>
          <a:p>
            <a:r>
              <a:rPr lang="de-DE" dirty="0"/>
              <a:t>Relationsschema legt dabei die Anzahl und den Typ der Attribute für eine Tabelle fest</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9" name="Grafik 8">
            <a:extLst>
              <a:ext uri="{FF2B5EF4-FFF2-40B4-BE49-F238E27FC236}">
                <a16:creationId xmlns:a16="http://schemas.microsoft.com/office/drawing/2014/main" id="{CF24BCF3-7F99-41BA-A4A2-A9E369662C1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096000" y="1449783"/>
            <a:ext cx="5567613" cy="2227045"/>
          </a:xfrm>
          <a:prstGeom prst="rect">
            <a:avLst/>
          </a:prstGeom>
        </p:spPr>
      </p:pic>
      <p:sp>
        <p:nvSpPr>
          <p:cNvPr id="10" name="Textfeld 9">
            <a:extLst>
              <a:ext uri="{FF2B5EF4-FFF2-40B4-BE49-F238E27FC236}">
                <a16:creationId xmlns:a16="http://schemas.microsoft.com/office/drawing/2014/main" id="{AA95DB30-901A-42EB-9C18-803F237FD347}"/>
              </a:ext>
            </a:extLst>
          </p:cNvPr>
          <p:cNvSpPr txBox="1"/>
          <p:nvPr/>
        </p:nvSpPr>
        <p:spPr>
          <a:xfrm>
            <a:off x="7094637" y="3445996"/>
            <a:ext cx="3398837" cy="230832"/>
          </a:xfrm>
          <a:prstGeom prst="rect">
            <a:avLst/>
          </a:prstGeom>
          <a:noFill/>
        </p:spPr>
        <p:txBody>
          <a:bodyPr wrap="square" rtlCol="0">
            <a:spAutoFit/>
          </a:bodyPr>
          <a:lstStyle/>
          <a:p>
            <a:r>
              <a:rPr lang="de-DE" sz="900" dirty="0"/>
              <a:t>"</a:t>
            </a:r>
            <a:r>
              <a:rPr lang="de-DE" sz="900" dirty="0">
                <a:hlinkClick r:id="rId3" tooltip="https://de.wikipedia.org/wiki/Datei:Grundbegriffe_relationaler_Datenbanken.svg"/>
              </a:rPr>
              <a:t>Dieses Foto</a:t>
            </a:r>
            <a:r>
              <a:rPr lang="de-DE" sz="900" dirty="0"/>
              <a:t>" von Unbekannter Autor ist lizenziert gemäß </a:t>
            </a:r>
            <a:r>
              <a:rPr lang="de-DE" sz="900" dirty="0">
                <a:hlinkClick r:id="rId4" tooltip="https://creativecommons.org/licenses/by-sa/3.0/"/>
              </a:rPr>
              <a:t>CC BY-SA</a:t>
            </a:r>
            <a:endParaRPr lang="de-DE" sz="900" dirty="0"/>
          </a:p>
        </p:txBody>
      </p:sp>
      <p:pic>
        <p:nvPicPr>
          <p:cNvPr id="12" name="Grafik 11">
            <a:extLst>
              <a:ext uri="{FF2B5EF4-FFF2-40B4-BE49-F238E27FC236}">
                <a16:creationId xmlns:a16="http://schemas.microsoft.com/office/drawing/2014/main" id="{F7739C41-66E3-4D37-8F6E-BB8DE53E50B4}"/>
              </a:ext>
            </a:extLst>
          </p:cNvPr>
          <p:cNvPicPr>
            <a:picLocks noChangeAspect="1"/>
          </p:cNvPicPr>
          <p:nvPr/>
        </p:nvPicPr>
        <p:blipFill>
          <a:blip r:embed="rId5"/>
          <a:stretch>
            <a:fillRect/>
          </a:stretch>
        </p:blipFill>
        <p:spPr>
          <a:xfrm>
            <a:off x="6186538" y="3831048"/>
            <a:ext cx="5844595" cy="1108108"/>
          </a:xfrm>
          <a:prstGeom prst="rect">
            <a:avLst/>
          </a:prstGeom>
        </p:spPr>
      </p:pic>
      <p:sp>
        <p:nvSpPr>
          <p:cNvPr id="13" name="Rechteck 12">
            <a:extLst>
              <a:ext uri="{FF2B5EF4-FFF2-40B4-BE49-F238E27FC236}">
                <a16:creationId xmlns:a16="http://schemas.microsoft.com/office/drawing/2014/main" id="{0B35406B-501F-45E3-B14D-09B212DA1E83}"/>
              </a:ext>
            </a:extLst>
          </p:cNvPr>
          <p:cNvSpPr/>
          <p:nvPr/>
        </p:nvSpPr>
        <p:spPr>
          <a:xfrm>
            <a:off x="7335269" y="4939156"/>
            <a:ext cx="4114800" cy="246221"/>
          </a:xfrm>
          <a:prstGeom prst="rect">
            <a:avLst/>
          </a:prstGeom>
        </p:spPr>
        <p:txBody>
          <a:bodyPr wrap="square">
            <a:spAutoFit/>
          </a:bodyPr>
          <a:lstStyle/>
          <a:p>
            <a:pPr>
              <a:spcAft>
                <a:spcPts val="0"/>
              </a:spcAft>
            </a:pPr>
            <a:r>
              <a:rPr lang="de-DE" sz="1000" dirty="0">
                <a:latin typeface="Arial" panose="020B0604020202020204" pitchFamily="34" charset="0"/>
                <a:ea typeface="Times New Roman" panose="02020603050405020304" pitchFamily="18" charset="0"/>
              </a:rPr>
              <a:t>(vgl. Kracke, </a:t>
            </a:r>
            <a:r>
              <a:rPr lang="de-DE" sz="1000" dirty="0" err="1">
                <a:latin typeface="Arial" panose="020B0604020202020204" pitchFamily="34" charset="0"/>
                <a:ea typeface="Times New Roman" panose="02020603050405020304" pitchFamily="18" charset="0"/>
              </a:rPr>
              <a:t>Beilschmidt</a:t>
            </a:r>
            <a:r>
              <a:rPr lang="de-DE" sz="1000" dirty="0">
                <a:latin typeface="Arial" panose="020B0604020202020204" pitchFamily="34" charset="0"/>
                <a:ea typeface="Times New Roman" panose="02020603050405020304" pitchFamily="18" charset="0"/>
              </a:rPr>
              <a:t>: IT-</a:t>
            </a:r>
            <a:r>
              <a:rPr lang="de-DE" sz="1000" dirty="0" err="1">
                <a:latin typeface="Arial" panose="020B0604020202020204" pitchFamily="34" charset="0"/>
                <a:ea typeface="Times New Roman" panose="02020603050405020304" pitchFamily="18" charset="0"/>
              </a:rPr>
              <a:t>Basiswissen.Kernqualifikationen</a:t>
            </a:r>
            <a:r>
              <a:rPr lang="de-DE" sz="1000" dirty="0">
                <a:latin typeface="Arial" panose="020B0604020202020204" pitchFamily="34" charset="0"/>
                <a:ea typeface="Times New Roman" panose="02020603050405020304" pitchFamily="18" charset="0"/>
              </a:rPr>
              <a:t>, S. 373)</a:t>
            </a:r>
            <a:endParaRPr lang="de-DE" sz="1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63865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Entity </a:t>
            </a:r>
            <a:r>
              <a:rPr lang="de-DE" dirty="0" err="1">
                <a:solidFill>
                  <a:srgbClr val="009633"/>
                </a:solidFill>
              </a:rPr>
              <a:t>Relationship</a:t>
            </a:r>
            <a:r>
              <a:rPr lang="de-DE" dirty="0">
                <a:solidFill>
                  <a:srgbClr val="009633"/>
                </a:solidFill>
              </a:rPr>
              <a:t> Modell</a:t>
            </a:r>
          </a:p>
          <a:p>
            <a:r>
              <a:rPr lang="de-DE" dirty="0">
                <a:solidFill>
                  <a:srgbClr val="009633"/>
                </a:solidFill>
              </a:rPr>
              <a:t>Entity </a:t>
            </a:r>
            <a:r>
              <a:rPr lang="de-DE" dirty="0" err="1">
                <a:solidFill>
                  <a:srgbClr val="009633"/>
                </a:solidFill>
              </a:rPr>
              <a:t>Relationship</a:t>
            </a:r>
            <a:r>
              <a:rPr lang="de-DE" dirty="0">
                <a:solidFill>
                  <a:srgbClr val="009633"/>
                </a:solidFill>
              </a:rPr>
              <a:t> Diagramm</a:t>
            </a:r>
          </a:p>
          <a:p>
            <a:r>
              <a:rPr lang="de-DE" dirty="0">
                <a:solidFill>
                  <a:srgbClr val="009633"/>
                </a:solidFill>
              </a:rPr>
              <a:t>ERM | ERD</a:t>
            </a:r>
          </a:p>
          <a:p>
            <a:pPr algn="r"/>
            <a:endParaRPr lang="de-DE" dirty="0">
              <a:solidFill>
                <a:srgbClr val="009633"/>
              </a:solidFill>
            </a:endParaRPr>
          </a:p>
          <a:p>
            <a:pPr algn="r"/>
            <a:endParaRPr lang="de-DE" dirty="0">
              <a:solidFill>
                <a:srgbClr val="F68800"/>
              </a:solidFill>
            </a:endParaRPr>
          </a:p>
        </p:txBody>
      </p:sp>
    </p:spTree>
    <p:extLst>
      <p:ext uri="{BB962C8B-B14F-4D97-AF65-F5344CB8AC3E}">
        <p14:creationId xmlns:p14="http://schemas.microsoft.com/office/powerpoint/2010/main" val="72682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Entity </a:t>
            </a:r>
            <a:r>
              <a:rPr lang="de-DE" dirty="0" err="1"/>
              <a:t>Relationship</a:t>
            </a:r>
            <a:r>
              <a:rPr lang="de-DE" dirty="0"/>
              <a:t> Modell</a:t>
            </a:r>
            <a:br>
              <a:rPr lang="de-DE" dirty="0"/>
            </a:br>
            <a:r>
              <a:rPr lang="de-DE" dirty="0"/>
              <a:t>(ERM, ERD)</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77500" lnSpcReduction="20000"/>
          </a:bodyPr>
          <a:lstStyle/>
          <a:p>
            <a:pPr marL="0" indent="0">
              <a:buNone/>
            </a:pPr>
            <a:r>
              <a:rPr lang="de-DE" i="1" dirty="0"/>
              <a:t>ERM 1976 von Peter Chen vorgestellt</a:t>
            </a:r>
          </a:p>
          <a:p>
            <a:pPr marL="0" indent="0">
              <a:buNone/>
            </a:pPr>
            <a:r>
              <a:rPr lang="de-DE" dirty="0"/>
              <a:t>es besteht aus:</a:t>
            </a:r>
          </a:p>
          <a:p>
            <a:pPr marL="0" indent="0">
              <a:buNone/>
            </a:pPr>
            <a:r>
              <a:rPr lang="de-DE" b="1" dirty="0"/>
              <a:t>Entitätstyp: </a:t>
            </a:r>
            <a:r>
              <a:rPr lang="de-DE" dirty="0"/>
              <a:t>gleichartiger Entitäten z.B. Angestellter, Projekt, Buch, Autor, Verlag</a:t>
            </a:r>
          </a:p>
          <a:p>
            <a:pPr marL="0" indent="0">
              <a:buNone/>
            </a:pPr>
            <a:r>
              <a:rPr lang="de-DE" b="1" dirty="0"/>
              <a:t>Assoziation: </a:t>
            </a:r>
            <a:r>
              <a:rPr lang="de-DE" dirty="0"/>
              <a:t>Beziehung </a:t>
            </a:r>
            <a:r>
              <a:rPr lang="de-DE" dirty="0">
                <a:sym typeface="Wingdings" panose="05000000000000000000" pitchFamily="2" charset="2"/>
              </a:rPr>
              <a:t> dargestellt als Raute, zwischen zwei oder mehreren Entitäten mit Beziehungstyp, hieraus folgt auch die </a:t>
            </a:r>
            <a:r>
              <a:rPr lang="de-DE" b="1" dirty="0">
                <a:sym typeface="Wingdings" panose="05000000000000000000" pitchFamily="2" charset="2"/>
              </a:rPr>
              <a:t>Notation</a:t>
            </a:r>
            <a:r>
              <a:rPr lang="de-DE" dirty="0">
                <a:sym typeface="Wingdings" panose="05000000000000000000" pitchFamily="2" charset="2"/>
              </a:rPr>
              <a:t>  z.B. Autor verfasst Buch</a:t>
            </a:r>
          </a:p>
          <a:p>
            <a:pPr marL="0" indent="0">
              <a:buNone/>
            </a:pPr>
            <a:r>
              <a:rPr lang="de-DE" b="1" dirty="0">
                <a:sym typeface="Wingdings" panose="05000000000000000000" pitchFamily="2" charset="2"/>
              </a:rPr>
              <a:t>Attribut: </a:t>
            </a:r>
            <a:r>
              <a:rPr lang="de-DE" dirty="0">
                <a:sym typeface="Wingdings" panose="05000000000000000000" pitchFamily="2" charset="2"/>
              </a:rPr>
              <a:t>Typisierung gleichartiger Eigenschaften, z. B. Nachname, Vorname und Eintrittsdatum</a:t>
            </a:r>
          </a:p>
          <a:p>
            <a:pPr marL="0" indent="0">
              <a:buNone/>
            </a:pPr>
            <a:r>
              <a:rPr lang="de-DE" b="1" dirty="0">
                <a:sym typeface="Wingdings" panose="05000000000000000000" pitchFamily="2" charset="2"/>
              </a:rPr>
              <a:t>(Chen)-Notation(Kardinalität):</a:t>
            </a:r>
            <a:r>
              <a:rPr lang="de-DE" dirty="0"/>
              <a:t>Jede Relation hat eine Kardinalität (Mengenbeziehung 1:1, 1:n, m:n)</a:t>
            </a:r>
          </a:p>
          <a:p>
            <a:pPr marL="0" indent="0">
              <a:buNone/>
            </a:pPr>
            <a:endParaRPr lang="de-DE" b="1" dirty="0"/>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11" name="Picture 2" descr="In 1976 , Peter Chen presented the entity-relationship (ER) model . His ...">
            <a:extLst>
              <a:ext uri="{FF2B5EF4-FFF2-40B4-BE49-F238E27FC236}">
                <a16:creationId xmlns:a16="http://schemas.microsoft.com/office/drawing/2014/main" id="{CA6F57E3-AF62-4E6B-BB67-1A936BE1C8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9630" y="345842"/>
            <a:ext cx="1674981" cy="222117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https://upload.wikimedia.org/wikipedia/de/thumb/a/ab/Er-diagramm.svg/1280px-Er-diagramm.svg.png">
            <a:extLst>
              <a:ext uri="{FF2B5EF4-FFF2-40B4-BE49-F238E27FC236}">
                <a16:creationId xmlns:a16="http://schemas.microsoft.com/office/drawing/2014/main" id="{8250C2FB-861D-4300-9A7F-15D7947F4A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8817" y="2637321"/>
            <a:ext cx="3839584" cy="3083666"/>
          </a:xfrm>
          <a:prstGeom prst="rect">
            <a:avLst/>
          </a:prstGeom>
          <a:noFill/>
          <a:extLst>
            <a:ext uri="{909E8E84-426E-40DD-AFC4-6F175D3DCCD1}">
              <a14:hiddenFill xmlns:a14="http://schemas.microsoft.com/office/drawing/2010/main">
                <a:solidFill>
                  <a:srgbClr val="FFFFFF"/>
                </a:solidFill>
              </a14:hiddenFill>
            </a:ext>
          </a:extLst>
        </p:spPr>
      </p:pic>
      <p:sp>
        <p:nvSpPr>
          <p:cNvPr id="45" name="Rechteck 44">
            <a:extLst>
              <a:ext uri="{FF2B5EF4-FFF2-40B4-BE49-F238E27FC236}">
                <a16:creationId xmlns:a16="http://schemas.microsoft.com/office/drawing/2014/main" id="{96E9006C-DE82-4EC6-8066-75575FB32A89}"/>
              </a:ext>
            </a:extLst>
          </p:cNvPr>
          <p:cNvSpPr/>
          <p:nvPr/>
        </p:nvSpPr>
        <p:spPr>
          <a:xfrm>
            <a:off x="5794225" y="5768227"/>
            <a:ext cx="6096000" cy="415498"/>
          </a:xfrm>
          <a:prstGeom prst="rect">
            <a:avLst/>
          </a:prstGeom>
        </p:spPr>
        <p:txBody>
          <a:bodyPr>
            <a:spAutoFit/>
          </a:bodyPr>
          <a:lstStyle/>
          <a:p>
            <a:r>
              <a:rPr lang="de-DE" sz="1050" dirty="0"/>
              <a:t>Von Peter Körner - Selbst erstellt, Bild-frei, </a:t>
            </a:r>
            <a:r>
              <a:rPr lang="de-DE" sz="1050" dirty="0">
                <a:hlinkClick r:id="rId4"/>
              </a:rPr>
              <a:t>https://de.wikipedia.org/w/index.php?curid=4399541</a:t>
            </a:r>
            <a:endParaRPr lang="de-DE" sz="1050" dirty="0"/>
          </a:p>
          <a:p>
            <a:r>
              <a:rPr lang="de-DE" sz="1050" dirty="0"/>
              <a:t>abgerufen am 11.01.2023</a:t>
            </a:r>
          </a:p>
        </p:txBody>
      </p:sp>
    </p:spTree>
    <p:extLst>
      <p:ext uri="{BB962C8B-B14F-4D97-AF65-F5344CB8AC3E}">
        <p14:creationId xmlns:p14="http://schemas.microsoft.com/office/powerpoint/2010/main" val="8504801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Entity </a:t>
            </a:r>
            <a:r>
              <a:rPr lang="de-DE" dirty="0" err="1"/>
              <a:t>Relationship</a:t>
            </a:r>
            <a:r>
              <a:rPr lang="de-DE" dirty="0"/>
              <a:t> Modell</a:t>
            </a:r>
            <a:br>
              <a:rPr lang="de-DE" dirty="0"/>
            </a:br>
            <a:r>
              <a:rPr lang="de-DE" dirty="0"/>
              <a:t>(ERM, ERD)</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10" name="Rechteck 9">
            <a:extLst>
              <a:ext uri="{FF2B5EF4-FFF2-40B4-BE49-F238E27FC236}">
                <a16:creationId xmlns:a16="http://schemas.microsoft.com/office/drawing/2014/main" id="{B29E8A3E-F1C5-4D74-A7F0-11253727073B}"/>
              </a:ext>
            </a:extLst>
          </p:cNvPr>
          <p:cNvSpPr/>
          <p:nvPr/>
        </p:nvSpPr>
        <p:spPr>
          <a:xfrm rot="2700000">
            <a:off x="5492778" y="2903220"/>
            <a:ext cx="1234440" cy="12344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 name="Textfeld 11">
            <a:extLst>
              <a:ext uri="{FF2B5EF4-FFF2-40B4-BE49-F238E27FC236}">
                <a16:creationId xmlns:a16="http://schemas.microsoft.com/office/drawing/2014/main" id="{DD3C3326-0301-4FE2-957C-0D2094D62B51}"/>
              </a:ext>
            </a:extLst>
          </p:cNvPr>
          <p:cNvSpPr txBox="1"/>
          <p:nvPr/>
        </p:nvSpPr>
        <p:spPr>
          <a:xfrm>
            <a:off x="5655643" y="3335774"/>
            <a:ext cx="908710" cy="369332"/>
          </a:xfrm>
          <a:prstGeom prst="rect">
            <a:avLst/>
          </a:prstGeom>
          <a:noFill/>
        </p:spPr>
        <p:txBody>
          <a:bodyPr wrap="none" rtlCol="0">
            <a:spAutoFit/>
          </a:bodyPr>
          <a:lstStyle/>
          <a:p>
            <a:r>
              <a:rPr lang="de-DE" dirty="0"/>
              <a:t>bedient</a:t>
            </a:r>
          </a:p>
        </p:txBody>
      </p:sp>
      <p:cxnSp>
        <p:nvCxnSpPr>
          <p:cNvPr id="13" name="Gerader Verbinder 12">
            <a:extLst>
              <a:ext uri="{FF2B5EF4-FFF2-40B4-BE49-F238E27FC236}">
                <a16:creationId xmlns:a16="http://schemas.microsoft.com/office/drawing/2014/main" id="{27BDCB5E-3BAE-4019-AAF2-42022183C3B5}"/>
              </a:ext>
            </a:extLst>
          </p:cNvPr>
          <p:cNvCxnSpPr/>
          <p:nvPr/>
        </p:nvCxnSpPr>
        <p:spPr>
          <a:xfrm>
            <a:off x="3959013" y="3520440"/>
            <a:ext cx="12781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D36FF805-4CC8-478E-B91C-813894259D1F}"/>
              </a:ext>
            </a:extLst>
          </p:cNvPr>
          <p:cNvCxnSpPr/>
          <p:nvPr/>
        </p:nvCxnSpPr>
        <p:spPr>
          <a:xfrm>
            <a:off x="6982879" y="3520440"/>
            <a:ext cx="10646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A7D88F6D-7D7A-411A-8B9F-87D9E53486A3}"/>
              </a:ext>
            </a:extLst>
          </p:cNvPr>
          <p:cNvCxnSpPr/>
          <p:nvPr/>
        </p:nvCxnSpPr>
        <p:spPr>
          <a:xfrm flipH="1" flipV="1">
            <a:off x="3489960" y="3705106"/>
            <a:ext cx="1249680" cy="15831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6270C03D-9FAF-4E30-A0FA-EA0849A67325}"/>
              </a:ext>
            </a:extLst>
          </p:cNvPr>
          <p:cNvCxnSpPr/>
          <p:nvPr/>
        </p:nvCxnSpPr>
        <p:spPr>
          <a:xfrm flipV="1">
            <a:off x="4818591" y="3601734"/>
            <a:ext cx="3869008" cy="16865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504FE3FB-FFA2-42D6-A038-768C5D7690CE}"/>
              </a:ext>
            </a:extLst>
          </p:cNvPr>
          <p:cNvSpPr txBox="1"/>
          <p:nvPr/>
        </p:nvSpPr>
        <p:spPr>
          <a:xfrm>
            <a:off x="1429173" y="5288280"/>
            <a:ext cx="7863499" cy="369332"/>
          </a:xfrm>
          <a:prstGeom prst="rect">
            <a:avLst/>
          </a:prstGeom>
          <a:noFill/>
        </p:spPr>
        <p:txBody>
          <a:bodyPr wrap="none" rtlCol="0">
            <a:spAutoFit/>
          </a:bodyPr>
          <a:lstStyle/>
          <a:p>
            <a:r>
              <a:rPr lang="de-DE" dirty="0"/>
              <a:t>Entität oder auch Objekte genannt (Erinnerung:…zeigt die Tabellen der Datenbank)</a:t>
            </a:r>
          </a:p>
        </p:txBody>
      </p:sp>
      <p:cxnSp>
        <p:nvCxnSpPr>
          <p:cNvPr id="18" name="Gerade Verbindung mit Pfeil 17">
            <a:extLst>
              <a:ext uri="{FF2B5EF4-FFF2-40B4-BE49-F238E27FC236}">
                <a16:creationId xmlns:a16="http://schemas.microsoft.com/office/drawing/2014/main" id="{1AF00FFC-30AA-4FCE-B757-F179D7CEB4A5}"/>
              </a:ext>
            </a:extLst>
          </p:cNvPr>
          <p:cNvCxnSpPr>
            <a:cxnSpLocks/>
            <a:endCxn id="39" idx="0"/>
          </p:cNvCxnSpPr>
          <p:nvPr/>
        </p:nvCxnSpPr>
        <p:spPr>
          <a:xfrm flipH="1">
            <a:off x="4152842" y="2116862"/>
            <a:ext cx="547456" cy="11143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3A222516-EEFB-4022-9BE1-0E3DF70C1F23}"/>
              </a:ext>
            </a:extLst>
          </p:cNvPr>
          <p:cNvCxnSpPr>
            <a:cxnSpLocks/>
            <a:endCxn id="40" idx="0"/>
          </p:cNvCxnSpPr>
          <p:nvPr/>
        </p:nvCxnSpPr>
        <p:spPr>
          <a:xfrm flipH="1">
            <a:off x="7906834" y="2067004"/>
            <a:ext cx="103610" cy="1145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D0EEDD67-F2DC-4B8D-BA56-0FD93898B780}"/>
              </a:ext>
            </a:extLst>
          </p:cNvPr>
          <p:cNvCxnSpPr>
            <a:endCxn id="10" idx="0"/>
          </p:cNvCxnSpPr>
          <p:nvPr/>
        </p:nvCxnSpPr>
        <p:spPr>
          <a:xfrm flipH="1">
            <a:off x="6546438" y="1987723"/>
            <a:ext cx="181232" cy="10962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20BCF45A-387D-4446-9CDE-58E06F4B3A23}"/>
              </a:ext>
            </a:extLst>
          </p:cNvPr>
          <p:cNvCxnSpPr/>
          <p:nvPr/>
        </p:nvCxnSpPr>
        <p:spPr>
          <a:xfrm flipH="1" flipV="1">
            <a:off x="1206784" y="2595132"/>
            <a:ext cx="592875" cy="6074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2B9DF534-FEAC-4A91-BEDF-03DA4689550E}"/>
              </a:ext>
            </a:extLst>
          </p:cNvPr>
          <p:cNvCxnSpPr/>
          <p:nvPr/>
        </p:nvCxnSpPr>
        <p:spPr>
          <a:xfrm flipH="1" flipV="1">
            <a:off x="2445772" y="2128301"/>
            <a:ext cx="82376" cy="9619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Ellipse 22">
            <a:extLst>
              <a:ext uri="{FF2B5EF4-FFF2-40B4-BE49-F238E27FC236}">
                <a16:creationId xmlns:a16="http://schemas.microsoft.com/office/drawing/2014/main" id="{8E90209D-3479-4DF4-A368-3C8FDEED10DC}"/>
              </a:ext>
            </a:extLst>
          </p:cNvPr>
          <p:cNvSpPr/>
          <p:nvPr/>
        </p:nvSpPr>
        <p:spPr>
          <a:xfrm>
            <a:off x="347133" y="2053952"/>
            <a:ext cx="1156088" cy="555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Name</a:t>
            </a:r>
          </a:p>
        </p:txBody>
      </p:sp>
      <p:cxnSp>
        <p:nvCxnSpPr>
          <p:cNvPr id="24" name="Gerader Verbinder 23">
            <a:extLst>
              <a:ext uri="{FF2B5EF4-FFF2-40B4-BE49-F238E27FC236}">
                <a16:creationId xmlns:a16="http://schemas.microsoft.com/office/drawing/2014/main" id="{5023DBC6-A965-48E3-A5D8-1D7D7C0A969B}"/>
              </a:ext>
            </a:extLst>
          </p:cNvPr>
          <p:cNvCxnSpPr/>
          <p:nvPr/>
        </p:nvCxnSpPr>
        <p:spPr>
          <a:xfrm flipV="1">
            <a:off x="10114118" y="2474210"/>
            <a:ext cx="584362" cy="714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AB3DEA-0C80-43F3-9E38-19E5A0BC87A4}"/>
              </a:ext>
            </a:extLst>
          </p:cNvPr>
          <p:cNvCxnSpPr/>
          <p:nvPr/>
        </p:nvCxnSpPr>
        <p:spPr>
          <a:xfrm flipH="1" flipV="1">
            <a:off x="9465734" y="3970020"/>
            <a:ext cx="592875" cy="6074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Ellipse 25">
            <a:extLst>
              <a:ext uri="{FF2B5EF4-FFF2-40B4-BE49-F238E27FC236}">
                <a16:creationId xmlns:a16="http://schemas.microsoft.com/office/drawing/2014/main" id="{E44A1D40-6170-44E2-8B58-E2CB8749F781}"/>
              </a:ext>
            </a:extLst>
          </p:cNvPr>
          <p:cNvSpPr/>
          <p:nvPr/>
        </p:nvSpPr>
        <p:spPr>
          <a:xfrm>
            <a:off x="9385253" y="4587123"/>
            <a:ext cx="1533993" cy="7368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Vorname</a:t>
            </a:r>
          </a:p>
        </p:txBody>
      </p:sp>
      <p:sp>
        <p:nvSpPr>
          <p:cNvPr id="27" name="Ellipse 26">
            <a:extLst>
              <a:ext uri="{FF2B5EF4-FFF2-40B4-BE49-F238E27FC236}">
                <a16:creationId xmlns:a16="http://schemas.microsoft.com/office/drawing/2014/main" id="{74E5743F-4F4C-4EC1-9A04-0A9B7279B3BD}"/>
              </a:ext>
            </a:extLst>
          </p:cNvPr>
          <p:cNvSpPr/>
          <p:nvPr/>
        </p:nvSpPr>
        <p:spPr>
          <a:xfrm>
            <a:off x="10220562" y="1918906"/>
            <a:ext cx="1156088" cy="555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Name</a:t>
            </a:r>
          </a:p>
        </p:txBody>
      </p:sp>
      <p:sp>
        <p:nvSpPr>
          <p:cNvPr id="28" name="Textfeld 27">
            <a:extLst>
              <a:ext uri="{FF2B5EF4-FFF2-40B4-BE49-F238E27FC236}">
                <a16:creationId xmlns:a16="http://schemas.microsoft.com/office/drawing/2014/main" id="{BDAD8E69-3145-425B-8BF9-8960F940D0D8}"/>
              </a:ext>
            </a:extLst>
          </p:cNvPr>
          <p:cNvSpPr txBox="1"/>
          <p:nvPr/>
        </p:nvSpPr>
        <p:spPr>
          <a:xfrm>
            <a:off x="347133" y="4208095"/>
            <a:ext cx="1029064" cy="369332"/>
          </a:xfrm>
          <a:prstGeom prst="rect">
            <a:avLst/>
          </a:prstGeom>
          <a:noFill/>
        </p:spPr>
        <p:txBody>
          <a:bodyPr wrap="none" rtlCol="0">
            <a:spAutoFit/>
          </a:bodyPr>
          <a:lstStyle/>
          <a:p>
            <a:r>
              <a:rPr lang="de-DE" dirty="0"/>
              <a:t>Attribute</a:t>
            </a:r>
          </a:p>
        </p:txBody>
      </p:sp>
      <p:cxnSp>
        <p:nvCxnSpPr>
          <p:cNvPr id="29" name="Gerade Verbindung mit Pfeil 28">
            <a:extLst>
              <a:ext uri="{FF2B5EF4-FFF2-40B4-BE49-F238E27FC236}">
                <a16:creationId xmlns:a16="http://schemas.microsoft.com/office/drawing/2014/main" id="{C9EB73E4-B93E-4511-AC16-D8D9F46434ED}"/>
              </a:ext>
            </a:extLst>
          </p:cNvPr>
          <p:cNvCxnSpPr>
            <a:stCxn id="28" idx="0"/>
            <a:endCxn id="23" idx="4"/>
          </p:cNvCxnSpPr>
          <p:nvPr/>
        </p:nvCxnSpPr>
        <p:spPr>
          <a:xfrm flipV="1">
            <a:off x="861665" y="2609256"/>
            <a:ext cx="63512" cy="15988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hteck 29">
            <a:extLst>
              <a:ext uri="{FF2B5EF4-FFF2-40B4-BE49-F238E27FC236}">
                <a16:creationId xmlns:a16="http://schemas.microsoft.com/office/drawing/2014/main" id="{3CEE6F31-2643-4024-A01A-6A70255EED7A}"/>
              </a:ext>
            </a:extLst>
          </p:cNvPr>
          <p:cNvSpPr/>
          <p:nvPr/>
        </p:nvSpPr>
        <p:spPr>
          <a:xfrm>
            <a:off x="1620309" y="3070073"/>
            <a:ext cx="2455792" cy="7811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Bedienung</a:t>
            </a:r>
          </a:p>
        </p:txBody>
      </p:sp>
      <p:sp>
        <p:nvSpPr>
          <p:cNvPr id="31" name="Rechteck 30">
            <a:extLst>
              <a:ext uri="{FF2B5EF4-FFF2-40B4-BE49-F238E27FC236}">
                <a16:creationId xmlns:a16="http://schemas.microsoft.com/office/drawing/2014/main" id="{5197BBDD-DA65-4C2A-9184-10B9A086CFD1}"/>
              </a:ext>
            </a:extLst>
          </p:cNvPr>
          <p:cNvSpPr/>
          <p:nvPr/>
        </p:nvSpPr>
        <p:spPr>
          <a:xfrm>
            <a:off x="8010444" y="3191990"/>
            <a:ext cx="2455792" cy="7811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Gast</a:t>
            </a:r>
          </a:p>
        </p:txBody>
      </p:sp>
      <p:sp>
        <p:nvSpPr>
          <p:cNvPr id="32" name="Textfeld 31">
            <a:extLst>
              <a:ext uri="{FF2B5EF4-FFF2-40B4-BE49-F238E27FC236}">
                <a16:creationId xmlns:a16="http://schemas.microsoft.com/office/drawing/2014/main" id="{430ACB7C-1043-41F1-87A5-9B5A32B5B382}"/>
              </a:ext>
            </a:extLst>
          </p:cNvPr>
          <p:cNvSpPr txBox="1"/>
          <p:nvPr/>
        </p:nvSpPr>
        <p:spPr>
          <a:xfrm>
            <a:off x="491342" y="5740855"/>
            <a:ext cx="11580991" cy="400110"/>
          </a:xfrm>
          <a:prstGeom prst="rect">
            <a:avLst/>
          </a:prstGeom>
          <a:noFill/>
        </p:spPr>
        <p:txBody>
          <a:bodyPr wrap="none" rtlCol="0">
            <a:spAutoFit/>
          </a:bodyPr>
          <a:lstStyle/>
          <a:p>
            <a:r>
              <a:rPr lang="de-DE" sz="2000" dirty="0">
                <a:solidFill>
                  <a:srgbClr val="FF0000"/>
                </a:solidFill>
              </a:rPr>
              <a:t>Merke: Die Grafischen Objekte sind Pflicht für das ERM (Rechteck = Entität; Linie = Beziehung; Oval = Attribut</a:t>
            </a:r>
            <a:r>
              <a:rPr lang="de-DE" dirty="0">
                <a:solidFill>
                  <a:srgbClr val="FF0000"/>
                </a:solidFill>
              </a:rPr>
              <a:t>)</a:t>
            </a:r>
          </a:p>
        </p:txBody>
      </p:sp>
      <p:sp>
        <p:nvSpPr>
          <p:cNvPr id="33" name="Ellipse 32">
            <a:extLst>
              <a:ext uri="{FF2B5EF4-FFF2-40B4-BE49-F238E27FC236}">
                <a16:creationId xmlns:a16="http://schemas.microsoft.com/office/drawing/2014/main" id="{6C2C1BD8-DB3F-4010-8A81-2F2C438B3C73}"/>
              </a:ext>
            </a:extLst>
          </p:cNvPr>
          <p:cNvSpPr/>
          <p:nvPr/>
        </p:nvSpPr>
        <p:spPr>
          <a:xfrm>
            <a:off x="1697718" y="1399652"/>
            <a:ext cx="1533993" cy="7368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Vorname</a:t>
            </a:r>
          </a:p>
        </p:txBody>
      </p:sp>
      <p:sp>
        <p:nvSpPr>
          <p:cNvPr id="34" name="Textfeld 33">
            <a:extLst>
              <a:ext uri="{FF2B5EF4-FFF2-40B4-BE49-F238E27FC236}">
                <a16:creationId xmlns:a16="http://schemas.microsoft.com/office/drawing/2014/main" id="{CC5AECD6-CC0C-4BF7-811A-E9C2645F6F1D}"/>
              </a:ext>
            </a:extLst>
          </p:cNvPr>
          <p:cNvSpPr txBox="1"/>
          <p:nvPr/>
        </p:nvSpPr>
        <p:spPr>
          <a:xfrm>
            <a:off x="6146079" y="1647238"/>
            <a:ext cx="1157048" cy="369332"/>
          </a:xfrm>
          <a:prstGeom prst="rect">
            <a:avLst/>
          </a:prstGeom>
          <a:noFill/>
          <a:ln>
            <a:noFill/>
          </a:ln>
        </p:spPr>
        <p:txBody>
          <a:bodyPr wrap="none" rtlCol="0">
            <a:spAutoFit/>
          </a:bodyPr>
          <a:lstStyle/>
          <a:p>
            <a:r>
              <a:rPr lang="de-DE" dirty="0"/>
              <a:t>Beziehung</a:t>
            </a:r>
          </a:p>
        </p:txBody>
      </p:sp>
      <p:sp>
        <p:nvSpPr>
          <p:cNvPr id="36" name="Textfeld 35">
            <a:extLst>
              <a:ext uri="{FF2B5EF4-FFF2-40B4-BE49-F238E27FC236}">
                <a16:creationId xmlns:a16="http://schemas.microsoft.com/office/drawing/2014/main" id="{EEAB0F80-5392-4506-B1B1-0F71799D0CB1}"/>
              </a:ext>
            </a:extLst>
          </p:cNvPr>
          <p:cNvSpPr txBox="1"/>
          <p:nvPr/>
        </p:nvSpPr>
        <p:spPr>
          <a:xfrm>
            <a:off x="3650655" y="1752267"/>
            <a:ext cx="2177969" cy="369332"/>
          </a:xfrm>
          <a:prstGeom prst="rect">
            <a:avLst/>
          </a:prstGeom>
          <a:noFill/>
          <a:ln>
            <a:noFill/>
          </a:ln>
        </p:spPr>
        <p:txBody>
          <a:bodyPr wrap="none" rtlCol="0">
            <a:spAutoFit/>
          </a:bodyPr>
          <a:lstStyle/>
          <a:p>
            <a:r>
              <a:rPr lang="de-DE" dirty="0"/>
              <a:t>Notation/Kardinalität</a:t>
            </a:r>
          </a:p>
        </p:txBody>
      </p:sp>
      <p:sp>
        <p:nvSpPr>
          <p:cNvPr id="37" name="Textfeld 36">
            <a:extLst>
              <a:ext uri="{FF2B5EF4-FFF2-40B4-BE49-F238E27FC236}">
                <a16:creationId xmlns:a16="http://schemas.microsoft.com/office/drawing/2014/main" id="{BACF0316-D3E2-4EB5-AC8A-03D818695930}"/>
              </a:ext>
            </a:extLst>
          </p:cNvPr>
          <p:cNvSpPr txBox="1"/>
          <p:nvPr/>
        </p:nvSpPr>
        <p:spPr>
          <a:xfrm>
            <a:off x="7335276" y="1719274"/>
            <a:ext cx="2177969" cy="369332"/>
          </a:xfrm>
          <a:prstGeom prst="rect">
            <a:avLst/>
          </a:prstGeom>
          <a:noFill/>
          <a:ln>
            <a:noFill/>
          </a:ln>
        </p:spPr>
        <p:txBody>
          <a:bodyPr wrap="none" rtlCol="0">
            <a:spAutoFit/>
          </a:bodyPr>
          <a:lstStyle/>
          <a:p>
            <a:r>
              <a:rPr lang="de-DE" dirty="0"/>
              <a:t>Notation/Kardinalität</a:t>
            </a:r>
          </a:p>
        </p:txBody>
      </p:sp>
      <p:sp>
        <p:nvSpPr>
          <p:cNvPr id="39" name="Textfeld 38">
            <a:extLst>
              <a:ext uri="{FF2B5EF4-FFF2-40B4-BE49-F238E27FC236}">
                <a16:creationId xmlns:a16="http://schemas.microsoft.com/office/drawing/2014/main" id="{F43883AA-DF25-4D21-AA6A-D95479DAE51D}"/>
              </a:ext>
            </a:extLst>
          </p:cNvPr>
          <p:cNvSpPr txBox="1"/>
          <p:nvPr/>
        </p:nvSpPr>
        <p:spPr>
          <a:xfrm>
            <a:off x="4001999" y="3231164"/>
            <a:ext cx="301686" cy="369332"/>
          </a:xfrm>
          <a:prstGeom prst="rect">
            <a:avLst/>
          </a:prstGeom>
          <a:noFill/>
          <a:ln>
            <a:noFill/>
          </a:ln>
        </p:spPr>
        <p:txBody>
          <a:bodyPr wrap="none" rtlCol="0">
            <a:spAutoFit/>
          </a:bodyPr>
          <a:lstStyle/>
          <a:p>
            <a:r>
              <a:rPr lang="de-DE" dirty="0"/>
              <a:t>1</a:t>
            </a:r>
          </a:p>
        </p:txBody>
      </p:sp>
      <p:sp>
        <p:nvSpPr>
          <p:cNvPr id="40" name="Textfeld 39">
            <a:extLst>
              <a:ext uri="{FF2B5EF4-FFF2-40B4-BE49-F238E27FC236}">
                <a16:creationId xmlns:a16="http://schemas.microsoft.com/office/drawing/2014/main" id="{4C0384BB-3CB9-413D-8E16-943EB62F941A}"/>
              </a:ext>
            </a:extLst>
          </p:cNvPr>
          <p:cNvSpPr txBox="1"/>
          <p:nvPr/>
        </p:nvSpPr>
        <p:spPr>
          <a:xfrm>
            <a:off x="7753587" y="3212196"/>
            <a:ext cx="306494" cy="369332"/>
          </a:xfrm>
          <a:prstGeom prst="rect">
            <a:avLst/>
          </a:prstGeom>
          <a:noFill/>
          <a:ln>
            <a:noFill/>
          </a:ln>
        </p:spPr>
        <p:txBody>
          <a:bodyPr wrap="none" rtlCol="0">
            <a:spAutoFit/>
          </a:bodyPr>
          <a:lstStyle/>
          <a:p>
            <a:r>
              <a:rPr lang="de-DE" dirty="0"/>
              <a:t>n</a:t>
            </a:r>
          </a:p>
        </p:txBody>
      </p:sp>
    </p:spTree>
    <p:extLst>
      <p:ext uri="{BB962C8B-B14F-4D97-AF65-F5344CB8AC3E}">
        <p14:creationId xmlns:p14="http://schemas.microsoft.com/office/powerpoint/2010/main" val="25981031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Entity </a:t>
            </a:r>
            <a:r>
              <a:rPr lang="de-DE" dirty="0" err="1"/>
              <a:t>Relationship</a:t>
            </a:r>
            <a:r>
              <a:rPr lang="de-DE" dirty="0"/>
              <a:t> Modell</a:t>
            </a:r>
            <a:br>
              <a:rPr lang="de-DE" dirty="0"/>
            </a:br>
            <a:r>
              <a:rPr lang="de-DE" dirty="0"/>
              <a:t>(ERM, ERD)</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6" name="Inhaltsplatzhalter 5">
            <a:extLst>
              <a:ext uri="{FF2B5EF4-FFF2-40B4-BE49-F238E27FC236}">
                <a16:creationId xmlns:a16="http://schemas.microsoft.com/office/drawing/2014/main" id="{27EF514A-AD5F-4274-941A-CAFF8BD9E758}"/>
              </a:ext>
            </a:extLst>
          </p:cNvPr>
          <p:cNvSpPr>
            <a:spLocks noGrp="1"/>
          </p:cNvSpPr>
          <p:nvPr>
            <p:ph idx="1"/>
          </p:nvPr>
        </p:nvSpPr>
        <p:spPr>
          <a:xfrm>
            <a:off x="160867" y="1671405"/>
            <a:ext cx="10515600" cy="4351338"/>
          </a:xfrm>
        </p:spPr>
        <p:txBody>
          <a:bodyPr/>
          <a:lstStyle/>
          <a:p>
            <a:r>
              <a:rPr lang="de-DE" u="sng" dirty="0"/>
              <a:t>Übung:</a:t>
            </a:r>
          </a:p>
          <a:p>
            <a:pPr marL="0" indent="0">
              <a:buNone/>
            </a:pPr>
            <a:r>
              <a:rPr lang="de-DE" dirty="0"/>
              <a:t>Überlegen Sie sich eine Modellierung eines ERD/ERM nach Chen zu folgendem Fallbeispiel:</a:t>
            </a:r>
          </a:p>
          <a:p>
            <a:r>
              <a:rPr lang="de-DE" dirty="0"/>
              <a:t>Ein Autor verfasst mehrere Bücher</a:t>
            </a:r>
          </a:p>
          <a:p>
            <a:r>
              <a:rPr lang="de-DE" dirty="0"/>
              <a:t>Mehrere Bücher, werden von einem Verlag verlegt</a:t>
            </a:r>
          </a:p>
          <a:p>
            <a:r>
              <a:rPr lang="de-DE" dirty="0"/>
              <a:t>Der (Ein) Verlag bringt Bücher in mehrere Buchhandlungen</a:t>
            </a:r>
          </a:p>
          <a:p>
            <a:r>
              <a:rPr lang="de-DE" dirty="0"/>
              <a:t>Ein Kunde kauft in mehreren Buchhandlungen ein</a:t>
            </a:r>
          </a:p>
          <a:p>
            <a:pPr marL="0" indent="0">
              <a:buNone/>
            </a:pPr>
            <a:endParaRPr lang="de-DE" dirty="0"/>
          </a:p>
          <a:p>
            <a:pPr lvl="1"/>
            <a:endParaRPr lang="de-DE" dirty="0"/>
          </a:p>
        </p:txBody>
      </p:sp>
    </p:spTree>
    <p:extLst>
      <p:ext uri="{BB962C8B-B14F-4D97-AF65-F5344CB8AC3E}">
        <p14:creationId xmlns:p14="http://schemas.microsoft.com/office/powerpoint/2010/main" val="2201873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Datenmodellierung</a:t>
            </a:r>
            <a:br>
              <a:rPr lang="de-DE" dirty="0"/>
            </a:br>
            <a:r>
              <a:rPr lang="de-DE" dirty="0"/>
              <a:t>Vorüberlegung</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20000"/>
          </a:bodyPr>
          <a:lstStyle/>
          <a:p>
            <a:r>
              <a:rPr lang="de-DE" dirty="0"/>
              <a:t>Welche Information soll das DB-System liefern? (</a:t>
            </a:r>
            <a:r>
              <a:rPr lang="de-DE" dirty="0" err="1"/>
              <a:t>output</a:t>
            </a:r>
            <a:r>
              <a:rPr lang="de-DE" dirty="0"/>
              <a:t>)</a:t>
            </a:r>
          </a:p>
          <a:p>
            <a:pPr lvl="1"/>
            <a:r>
              <a:rPr lang="de-DE" dirty="0"/>
              <a:t>Berichte, Formulare (Ergebnisse)</a:t>
            </a:r>
          </a:p>
          <a:p>
            <a:r>
              <a:rPr lang="de-DE" dirty="0"/>
              <a:t>Welche Informationen sind dafür bereitzustellen? (</a:t>
            </a:r>
            <a:r>
              <a:rPr lang="de-DE" dirty="0" err="1"/>
              <a:t>input</a:t>
            </a:r>
            <a:r>
              <a:rPr lang="de-DE" dirty="0"/>
              <a:t>)</a:t>
            </a:r>
          </a:p>
          <a:p>
            <a:pPr lvl="1"/>
            <a:r>
              <a:rPr lang="de-DE" dirty="0"/>
              <a:t>Datenbasis der Datenbank</a:t>
            </a:r>
          </a:p>
          <a:p>
            <a:r>
              <a:rPr lang="de-DE" dirty="0"/>
              <a:t>welche Tabellen (Entitäten) benötigen wir?</a:t>
            </a:r>
          </a:p>
          <a:p>
            <a:r>
              <a:rPr lang="de-DE" dirty="0"/>
              <a:t>Eigenschaften der Entität (Attribute)</a:t>
            </a:r>
          </a:p>
          <a:p>
            <a:r>
              <a:rPr lang="de-DE" dirty="0"/>
              <a:t>welche Beziehungen existieren?</a:t>
            </a:r>
          </a:p>
          <a:p>
            <a:r>
              <a:rPr lang="de-DE" dirty="0"/>
              <a:t>Eigenschaften dieser Beziehungen (Kardinalitäten)</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8" name="Inhaltsplatzhalter 7">
            <a:extLst>
              <a:ext uri="{FF2B5EF4-FFF2-40B4-BE49-F238E27FC236}">
                <a16:creationId xmlns:a16="http://schemas.microsoft.com/office/drawing/2014/main" id="{C0788405-C9E5-495B-8742-CDF8DB5420E0}"/>
              </a:ext>
            </a:extLst>
          </p:cNvPr>
          <p:cNvPicPr>
            <a:picLocks/>
          </p:cNvPicPr>
          <p:nvPr/>
        </p:nvPicPr>
        <p:blipFill rotWithShape="1">
          <a:blip r:embed="rId2"/>
          <a:srcRect r="64255" b="7365"/>
          <a:stretch/>
        </p:blipFill>
        <p:spPr>
          <a:xfrm>
            <a:off x="7842292" y="1461706"/>
            <a:ext cx="2591493" cy="4651711"/>
          </a:xfrm>
          <a:prstGeom prst="rect">
            <a:avLst/>
          </a:prstGeom>
        </p:spPr>
      </p:pic>
    </p:spTree>
    <p:extLst>
      <p:ext uri="{BB962C8B-B14F-4D97-AF65-F5344CB8AC3E}">
        <p14:creationId xmlns:p14="http://schemas.microsoft.com/office/powerpoint/2010/main" val="37239022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Datenmodell</a:t>
            </a:r>
            <a:br>
              <a:rPr lang="de-DE" dirty="0"/>
            </a:br>
            <a:r>
              <a:rPr lang="de-DE" dirty="0"/>
              <a:t>Bestandteile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10000"/>
          </a:bodyPr>
          <a:lstStyle/>
          <a:p>
            <a:pPr marL="0" indent="0">
              <a:buNone/>
            </a:pPr>
            <a:r>
              <a:rPr lang="de-DE" i="1" dirty="0"/>
              <a:t>Ein logisches Datenmodell beschreibt die Hauptakteure (</a:t>
            </a:r>
            <a:r>
              <a:rPr lang="de-DE" b="1" i="1" dirty="0"/>
              <a:t>Entitäten</a:t>
            </a:r>
            <a:r>
              <a:rPr lang="de-DE" i="1" dirty="0"/>
              <a:t>), deren Eigenschaften (</a:t>
            </a:r>
            <a:r>
              <a:rPr lang="de-DE" b="1" i="1" dirty="0"/>
              <a:t>Attribute</a:t>
            </a:r>
            <a:r>
              <a:rPr lang="de-DE" i="1" dirty="0"/>
              <a:t>) und die Beziehungen (</a:t>
            </a:r>
            <a:r>
              <a:rPr lang="de-DE" b="1" i="1" dirty="0"/>
              <a:t>Relation</a:t>
            </a:r>
            <a:r>
              <a:rPr lang="de-DE" i="1" dirty="0"/>
              <a:t>) zu weiteren Akteuren (Attribut) einer real existierenden Welt.</a:t>
            </a:r>
          </a:p>
          <a:p>
            <a:r>
              <a:rPr lang="de-DE" dirty="0"/>
              <a:t>Jede Relation hat eine Kardinalität</a:t>
            </a:r>
          </a:p>
          <a:p>
            <a:pPr marL="0" indent="0">
              <a:buNone/>
            </a:pPr>
            <a:r>
              <a:rPr lang="de-DE" dirty="0"/>
              <a:t>(Mengenbeziehung 1:1, 1:n, m:n)</a:t>
            </a:r>
          </a:p>
          <a:p>
            <a:r>
              <a:rPr lang="de-DE" b="1" dirty="0"/>
              <a:t>der Erstellung einer Datenbank sollte stets die Konstruktion eines logischen Modells vorausgehen!</a:t>
            </a:r>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8" name="Inhaltsplatzhalter 7">
            <a:extLst>
              <a:ext uri="{FF2B5EF4-FFF2-40B4-BE49-F238E27FC236}">
                <a16:creationId xmlns:a16="http://schemas.microsoft.com/office/drawing/2014/main" id="{C0788405-C9E5-495B-8742-CDF8DB5420E0}"/>
              </a:ext>
            </a:extLst>
          </p:cNvPr>
          <p:cNvPicPr>
            <a:picLocks/>
          </p:cNvPicPr>
          <p:nvPr/>
        </p:nvPicPr>
        <p:blipFill rotWithShape="1">
          <a:blip r:embed="rId2"/>
          <a:srcRect r="64255" b="7365"/>
          <a:stretch/>
        </p:blipFill>
        <p:spPr>
          <a:xfrm>
            <a:off x="7842292" y="1461706"/>
            <a:ext cx="2591493" cy="4651711"/>
          </a:xfrm>
          <a:prstGeom prst="rect">
            <a:avLst/>
          </a:prstGeom>
        </p:spPr>
      </p:pic>
    </p:spTree>
    <p:extLst>
      <p:ext uri="{BB962C8B-B14F-4D97-AF65-F5344CB8AC3E}">
        <p14:creationId xmlns:p14="http://schemas.microsoft.com/office/powerpoint/2010/main" val="42085534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Normalisierung</a:t>
            </a:r>
          </a:p>
          <a:p>
            <a:pPr algn="r"/>
            <a:endParaRPr lang="de-DE" dirty="0">
              <a:solidFill>
                <a:srgbClr val="009633"/>
              </a:solidFill>
            </a:endParaRPr>
          </a:p>
          <a:p>
            <a:pPr algn="r"/>
            <a:endParaRPr lang="de-DE" dirty="0">
              <a:solidFill>
                <a:srgbClr val="F68800"/>
              </a:solidFill>
            </a:endParaRPr>
          </a:p>
        </p:txBody>
      </p:sp>
    </p:spTree>
    <p:extLst>
      <p:ext uri="{BB962C8B-B14F-4D97-AF65-F5344CB8AC3E}">
        <p14:creationId xmlns:p14="http://schemas.microsoft.com/office/powerpoint/2010/main" val="36345936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Normalisierung in Datenbanken</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4287792"/>
          </a:xfrm>
        </p:spPr>
        <p:txBody>
          <a:bodyPr>
            <a:normAutofit/>
          </a:bodyPr>
          <a:lstStyle/>
          <a:p>
            <a:r>
              <a:rPr lang="de-DE" dirty="0"/>
              <a:t>wichtiger Begriff bei der relationalen Datenmodellierung</a:t>
            </a:r>
          </a:p>
          <a:p>
            <a:r>
              <a:rPr lang="de-DE" dirty="0"/>
              <a:t>Ziel: einzelne Tabellen so modellieren, dass möglichst wenig redundante Daten gespeichert werden</a:t>
            </a:r>
          </a:p>
          <a:p>
            <a:r>
              <a:rPr lang="de-DE" dirty="0"/>
              <a:t>vermeiden von Anomalien </a:t>
            </a:r>
            <a:r>
              <a:rPr lang="de-DE" dirty="0">
                <a:solidFill>
                  <a:srgbClr val="009633"/>
                </a:solidFill>
              </a:rPr>
              <a:t>(semantische Probleme)</a:t>
            </a:r>
          </a:p>
          <a:p>
            <a:r>
              <a:rPr lang="de-DE" dirty="0"/>
              <a:t>vermeiden von Inkonsistenzen</a:t>
            </a:r>
          </a:p>
          <a:p>
            <a:r>
              <a:rPr lang="de-DE" dirty="0"/>
              <a:t>besteht aus mehreren Stufen (höhere Stufen haben eher eine akademische Bedeutung, es genügt üblicherweise die Normalisierung bis zur 3. Normalform</a:t>
            </a:r>
          </a:p>
          <a:p>
            <a:r>
              <a:rPr lang="de-DE" dirty="0"/>
              <a:t>größtenteils entwickelt von Edgar F. </a:t>
            </a:r>
            <a:r>
              <a:rPr lang="de-DE" dirty="0" err="1"/>
              <a:t>Codd</a:t>
            </a:r>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19248989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Normalisierung nach </a:t>
            </a:r>
            <a:r>
              <a:rPr lang="de-DE" dirty="0" err="1"/>
              <a:t>Codd</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562150" cy="4287792"/>
          </a:xfrm>
        </p:spPr>
        <p:txBody>
          <a:bodyPr>
            <a:normAutofit lnSpcReduction="10000"/>
          </a:bodyPr>
          <a:lstStyle/>
          <a:p>
            <a:r>
              <a:rPr lang="de-DE" dirty="0"/>
              <a:t>Edgar F. </a:t>
            </a:r>
            <a:r>
              <a:rPr lang="de-DE" dirty="0" err="1"/>
              <a:t>Codd</a:t>
            </a:r>
            <a:r>
              <a:rPr lang="de-DE" dirty="0"/>
              <a:t> schuf in den 1960/70er Jahren das relationale Datenmodell</a:t>
            </a:r>
          </a:p>
          <a:p>
            <a:r>
              <a:rPr lang="de-DE" dirty="0"/>
              <a:t>dazu gehören Normalisierungsregeln zur Optimierung eines Tabellenverbunds (Datenset)</a:t>
            </a:r>
          </a:p>
          <a:p>
            <a:r>
              <a:rPr lang="de-DE" dirty="0"/>
              <a:t>Entwickelte das System R und verwendete die Abfragesprache Sequel</a:t>
            </a:r>
          </a:p>
          <a:p>
            <a:r>
              <a:rPr lang="de-DE" dirty="0"/>
              <a:t>daraus entstanden </a:t>
            </a:r>
            <a:br>
              <a:rPr lang="de-DE" dirty="0"/>
            </a:br>
            <a:r>
              <a:rPr lang="de-DE" dirty="0"/>
              <a:t>Datenbanken wie IBM DB2, ORACLE, SQL</a:t>
            </a:r>
          </a:p>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5" name="Rechteck 4">
            <a:extLst>
              <a:ext uri="{FF2B5EF4-FFF2-40B4-BE49-F238E27FC236}">
                <a16:creationId xmlns:a16="http://schemas.microsoft.com/office/drawing/2014/main" id="{5EF63A42-9F4B-4911-8EB9-3D7832AE2CDF}"/>
              </a:ext>
            </a:extLst>
          </p:cNvPr>
          <p:cNvSpPr/>
          <p:nvPr/>
        </p:nvSpPr>
        <p:spPr>
          <a:xfrm>
            <a:off x="7182523" y="6121401"/>
            <a:ext cx="3807453" cy="400110"/>
          </a:xfrm>
          <a:prstGeom prst="rect">
            <a:avLst/>
          </a:prstGeom>
        </p:spPr>
        <p:txBody>
          <a:bodyPr wrap="none">
            <a:spAutoFit/>
          </a:bodyPr>
          <a:lstStyle/>
          <a:p>
            <a:r>
              <a:rPr lang="de-DE" sz="1000" dirty="0"/>
              <a:t>Quelle: </a:t>
            </a:r>
            <a:r>
              <a:rPr lang="de-DE" sz="1000" dirty="0">
                <a:hlinkClick r:id="rId2"/>
              </a:rPr>
              <a:t>https://digitalmode.net/2016/03/07/top-10-greatest-people/</a:t>
            </a:r>
            <a:endParaRPr lang="de-DE" sz="1000" dirty="0"/>
          </a:p>
          <a:p>
            <a:r>
              <a:rPr lang="de-DE" sz="1000" dirty="0"/>
              <a:t>abgerufen am 11.01.2023</a:t>
            </a:r>
          </a:p>
        </p:txBody>
      </p:sp>
      <p:pic>
        <p:nvPicPr>
          <p:cNvPr id="6" name="Picture 2" descr="Edgar F. Codd">
            <a:extLst>
              <a:ext uri="{FF2B5EF4-FFF2-40B4-BE49-F238E27FC236}">
                <a16:creationId xmlns:a16="http://schemas.microsoft.com/office/drawing/2014/main" id="{4AB57EA5-CC7F-4103-AF2E-1CDBCF111DE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86495" y="2391234"/>
            <a:ext cx="3372739" cy="2075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5465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in Datenbanken</a:t>
            </a:r>
            <a:br>
              <a:rPr lang="de-DE" dirty="0"/>
            </a:br>
            <a:r>
              <a:rPr lang="de-DE" dirty="0"/>
              <a:t>Anomalien</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3277598"/>
          </a:xfrm>
        </p:spPr>
        <p:txBody>
          <a:bodyPr>
            <a:normAutofit/>
          </a:bodyPr>
          <a:lstStyle/>
          <a:p>
            <a:r>
              <a:rPr lang="de-DE" dirty="0"/>
              <a:t>bezeichnet eine unerwünschte oder unerwartete Situation, die bei der Verarbeitung von Daten auftreten kann</a:t>
            </a:r>
          </a:p>
          <a:p>
            <a:r>
              <a:rPr lang="de-DE" dirty="0"/>
              <a:t>Anomalien können insbesondere bei der Datenmanipulation, wie dem Einfügen, Aktualisieren oder Löschen von Daten, auftreten und können zu Inkonsistenzen führen</a:t>
            </a:r>
          </a:p>
          <a:p>
            <a:r>
              <a:rPr lang="de-DE" dirty="0">
                <a:solidFill>
                  <a:srgbClr val="009633"/>
                </a:solidFill>
              </a:rPr>
              <a:t>Recherchieren Sie, welche Arten von Anomalien existieren, und beschreiben Sie Diese!</a:t>
            </a:r>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18305361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in Datenbanken</a:t>
            </a:r>
            <a:br>
              <a:rPr lang="de-DE" dirty="0"/>
            </a:br>
            <a:r>
              <a:rPr lang="de-DE" dirty="0"/>
              <a:t>Anomalien - </a:t>
            </a:r>
            <a:r>
              <a:rPr lang="de-DE" dirty="0" err="1"/>
              <a:t>Einfügeanomalie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3277598"/>
          </a:xfrm>
        </p:spPr>
        <p:txBody>
          <a:bodyPr>
            <a:normAutofit/>
          </a:bodyPr>
          <a:lstStyle/>
          <a:p>
            <a:r>
              <a:rPr lang="de-DE" dirty="0"/>
              <a:t>tritt auf, wenn bestimmte Daten nicht in eine Tabelle eingefügt werden können, z.B. weil Daten fehlen</a:t>
            </a:r>
          </a:p>
          <a:p>
            <a:r>
              <a:rPr lang="de-DE" u="sng" dirty="0"/>
              <a:t>Beispiel:</a:t>
            </a:r>
            <a:br>
              <a:rPr lang="de-DE" u="sng" dirty="0"/>
            </a:br>
            <a:r>
              <a:rPr lang="de-DE" dirty="0"/>
              <a:t>Gegeben sei eine Tabelle welche Informationen über Kunden und deren Bestellung speichert.</a:t>
            </a:r>
            <a:br>
              <a:rPr lang="de-DE" dirty="0"/>
            </a:br>
            <a:r>
              <a:rPr lang="de-DE" dirty="0"/>
              <a:t>Hier könnten evtl. keine Kunden hinzugefügt werden, wenn diese noch keine Bestellung getätigt haben</a:t>
            </a:r>
            <a:endParaRPr lang="de-DE" u="sng"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24210520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in Datenbanken</a:t>
            </a:r>
            <a:br>
              <a:rPr lang="de-DE" dirty="0"/>
            </a:br>
            <a:r>
              <a:rPr lang="de-DE" dirty="0"/>
              <a:t>Anomalien - Updateanomalie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3277598"/>
          </a:xfrm>
        </p:spPr>
        <p:txBody>
          <a:bodyPr>
            <a:normAutofit fontScale="92500" lnSpcReduction="10000"/>
          </a:bodyPr>
          <a:lstStyle/>
          <a:p>
            <a:r>
              <a:rPr lang="de-DE" dirty="0"/>
              <a:t>tritt auf, wenn eine Änderung an einem Datensatz nicht an allen relevanten Stellen in der Datenbank durchgeführt wird</a:t>
            </a:r>
          </a:p>
          <a:p>
            <a:r>
              <a:rPr lang="de-DE" dirty="0"/>
              <a:t>das kann dazu führen, dass unterschiedliche Versionen derselben Information existieren, was zu Inkonsistenzen führt</a:t>
            </a:r>
          </a:p>
          <a:p>
            <a:r>
              <a:rPr lang="de-DE" u="sng" dirty="0"/>
              <a:t>Beispiel:</a:t>
            </a:r>
            <a:br>
              <a:rPr lang="de-DE" u="sng" dirty="0"/>
            </a:br>
            <a:r>
              <a:rPr lang="de-DE" dirty="0"/>
              <a:t>Gegeben sei eine Tabelle welche Informationen über Kunden und deren Bestellung speichert.</a:t>
            </a:r>
            <a:br>
              <a:rPr lang="de-DE" dirty="0"/>
            </a:br>
            <a:r>
              <a:rPr lang="de-DE" dirty="0"/>
              <a:t>Wenn die Adresse eines Kunden an mehreren Stellen gespeichert ist und nur an einer Stelle aktualisiert wird spricht man von einer Updateanomalie</a:t>
            </a:r>
          </a:p>
          <a:p>
            <a:pPr marL="0" indent="0">
              <a:buNone/>
            </a:pPr>
            <a:endParaRPr lang="de-DE" u="sng"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15151828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in Datenbanken</a:t>
            </a:r>
            <a:br>
              <a:rPr lang="de-DE" dirty="0"/>
            </a:br>
            <a:r>
              <a:rPr lang="de-DE" dirty="0"/>
              <a:t>Anomalien - Löschanomalie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3277598"/>
          </a:xfrm>
        </p:spPr>
        <p:txBody>
          <a:bodyPr>
            <a:normAutofit lnSpcReduction="10000"/>
          </a:bodyPr>
          <a:lstStyle/>
          <a:p>
            <a:r>
              <a:rPr lang="de-DE" dirty="0"/>
              <a:t>tritt auf, wenn das Löschen von Daten dazu führt, dass auch andere wichtige Informationen verloren gehen </a:t>
            </a:r>
          </a:p>
          <a:p>
            <a:r>
              <a:rPr lang="de-DE" u="sng" dirty="0"/>
              <a:t>Beispiel:</a:t>
            </a:r>
            <a:br>
              <a:rPr lang="de-DE" u="sng" dirty="0"/>
            </a:br>
            <a:r>
              <a:rPr lang="de-DE" dirty="0"/>
              <a:t>Gegeben sei eine Tabelle welche Informationen über Kunden und deren Bestellung speichert.</a:t>
            </a:r>
            <a:br>
              <a:rPr lang="de-DE" dirty="0"/>
            </a:br>
            <a:r>
              <a:rPr lang="de-DE" dirty="0"/>
              <a:t>Das Löschen eines Kunden aus der Datenbank könnte auch dazu führen, dass alle Informationen über dessen Bestellungen verloren gehen, selbst wenn diese Informationen weiterhin relevant wären</a:t>
            </a:r>
          </a:p>
          <a:p>
            <a:endParaRPr lang="de-DE" u="sng"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8590514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Normalisierung in Datenbanken</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6"/>
            <a:ext cx="5308117" cy="2694124"/>
          </a:xfrm>
        </p:spPr>
        <p:txBody>
          <a:bodyPr>
            <a:normAutofit fontScale="85000" lnSpcReduction="20000"/>
          </a:bodyPr>
          <a:lstStyle/>
          <a:p>
            <a:pPr marL="0" indent="0">
              <a:buNone/>
            </a:pPr>
            <a:r>
              <a:rPr lang="de-DE" b="1" u="sng" dirty="0"/>
              <a:t>Aufgabe: </a:t>
            </a:r>
          </a:p>
          <a:p>
            <a:pPr marL="0" indent="0">
              <a:buNone/>
            </a:pPr>
            <a:r>
              <a:rPr lang="de-DE" dirty="0"/>
              <a:t>Das Sportartikelversandhaus Berger OHG in Rastatt will seine Kunden- und Auftragsverwaltung mit MS Access organisieren. Ausgangspunkt ist eine chaotische Tabelle.</a:t>
            </a:r>
          </a:p>
          <a:p>
            <a:pPr marL="0" indent="0">
              <a:buNone/>
            </a:pPr>
            <a:r>
              <a:rPr lang="de-DE" dirty="0"/>
              <a:t>Überlegen Sie über die sich ergebenden Probleme der Tabelle um die Aufgabenstellung zu erfüllen!</a:t>
            </a:r>
          </a:p>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pic>
        <p:nvPicPr>
          <p:cNvPr id="7" name="Grafik 6">
            <a:extLst>
              <a:ext uri="{FF2B5EF4-FFF2-40B4-BE49-F238E27FC236}">
                <a16:creationId xmlns:a16="http://schemas.microsoft.com/office/drawing/2014/main" id="{C5E21CA5-6BF1-41B7-AF9B-89BF4E9BFA21}"/>
              </a:ext>
            </a:extLst>
          </p:cNvPr>
          <p:cNvPicPr>
            <a:picLocks noChangeAspect="1"/>
          </p:cNvPicPr>
          <p:nvPr/>
        </p:nvPicPr>
        <p:blipFill>
          <a:blip r:embed="rId2"/>
          <a:stretch>
            <a:fillRect/>
          </a:stretch>
        </p:blipFill>
        <p:spPr>
          <a:xfrm>
            <a:off x="210177" y="4604186"/>
            <a:ext cx="7768701" cy="1195723"/>
          </a:xfrm>
          <a:prstGeom prst="rect">
            <a:avLst/>
          </a:prstGeom>
        </p:spPr>
      </p:pic>
      <p:sp>
        <p:nvSpPr>
          <p:cNvPr id="9" name="Inhaltsplatzhalter 2">
            <a:extLst>
              <a:ext uri="{FF2B5EF4-FFF2-40B4-BE49-F238E27FC236}">
                <a16:creationId xmlns:a16="http://schemas.microsoft.com/office/drawing/2014/main" id="{9524C67A-E74E-43AA-922E-3A3C33C8946B}"/>
              </a:ext>
            </a:extLst>
          </p:cNvPr>
          <p:cNvSpPr txBox="1">
            <a:spLocks/>
          </p:cNvSpPr>
          <p:nvPr/>
        </p:nvSpPr>
        <p:spPr>
          <a:xfrm>
            <a:off x="6096000" y="1825625"/>
            <a:ext cx="5308117" cy="2778562"/>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b="1" u="sng" dirty="0"/>
              <a:t>Probleme:</a:t>
            </a:r>
          </a:p>
          <a:p>
            <a:r>
              <a:rPr lang="de-DE" dirty="0"/>
              <a:t>Datenredundanzen (unnötige </a:t>
            </a:r>
            <a:r>
              <a:rPr lang="de-DE" dirty="0" err="1"/>
              <a:t>Merfachspeicherung</a:t>
            </a:r>
            <a:endParaRPr lang="de-DE" dirty="0"/>
          </a:p>
          <a:p>
            <a:r>
              <a:rPr lang="de-DE" dirty="0"/>
              <a:t>Dateninkonsistenzen (unterschiedliche Angaben)</a:t>
            </a:r>
          </a:p>
          <a:p>
            <a:r>
              <a:rPr lang="de-DE" dirty="0" err="1"/>
              <a:t>Einfügeanomalie</a:t>
            </a:r>
            <a:r>
              <a:rPr lang="de-DE" dirty="0"/>
              <a:t> (Kunde kann </a:t>
            </a:r>
            <a:r>
              <a:rPr lang="de-DE" dirty="0" err="1"/>
              <a:t>kann</a:t>
            </a:r>
            <a:r>
              <a:rPr lang="de-DE" dirty="0"/>
              <a:t> nur hinzugefügt werden, wenn er etwas kauft)</a:t>
            </a:r>
          </a:p>
          <a:p>
            <a:r>
              <a:rPr lang="de-DE" dirty="0"/>
              <a:t>Löschanomalie (wird der Auftrag eines Kunden gelöscht, geht auch die Anschrift verloren</a:t>
            </a:r>
          </a:p>
          <a:p>
            <a:r>
              <a:rPr lang="de-DE" dirty="0"/>
              <a:t>Änderungsanomalie (kann auftreten, wenn ein Kunde seine Adresse ändert</a:t>
            </a:r>
          </a:p>
          <a:p>
            <a:pPr marL="0" indent="0">
              <a:buNone/>
            </a:pPr>
            <a:r>
              <a:rPr lang="de-DE" dirty="0"/>
              <a:t>daraus ergibt sich</a:t>
            </a:r>
            <a:r>
              <a:rPr lang="de-DE" dirty="0">
                <a:sym typeface="Wingdings" panose="05000000000000000000" pitchFamily="2" charset="2"/>
              </a:rPr>
              <a:t> Tabelle muss optimiert werden</a:t>
            </a:r>
          </a:p>
          <a:p>
            <a:pPr marL="0" indent="0">
              <a:buNone/>
            </a:pPr>
            <a:r>
              <a:rPr lang="de-DE" dirty="0">
                <a:sym typeface="Wingdings" panose="05000000000000000000" pitchFamily="2" charset="2"/>
              </a:rPr>
              <a:t>Nutzen von Normalisierung stufenweiser Entwurf der Struktur einer relationalen Datenbank unter Beachtung der Normalisierungsregeln, z. B. Aufteilung von Attributen in mehrere Tabellen </a:t>
            </a:r>
            <a:endParaRPr lang="de-DE" dirty="0"/>
          </a:p>
          <a:p>
            <a:pPr marL="0" indent="0">
              <a:buFont typeface="Arial" panose="020B0604020202020204" pitchFamily="34" charset="0"/>
              <a:buNone/>
            </a:pPr>
            <a:endParaRPr lang="de-DE" dirty="0"/>
          </a:p>
        </p:txBody>
      </p:sp>
    </p:spTree>
    <p:extLst>
      <p:ext uri="{BB962C8B-B14F-4D97-AF65-F5344CB8AC3E}">
        <p14:creationId xmlns:p14="http://schemas.microsoft.com/office/powerpoint/2010/main" val="221456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anim calcmode="lin" valueType="num">
                                      <p:cBhvr additive="base">
                                        <p:cTn id="11"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anim calcmode="lin" valueType="num">
                                      <p:cBhvr additive="base">
                                        <p:cTn id="1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 calcmode="lin" valueType="num">
                                      <p:cBhvr additive="base">
                                        <p:cTn id="19"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anim calcmode="lin" valueType="num">
                                      <p:cBhvr additive="base">
                                        <p:cTn id="23"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Effect transition="in" filter="fade">
                                      <p:cBhvr>
                                        <p:cTn id="29" dur="1000"/>
                                        <p:tgtEl>
                                          <p:spTgt spid="9">
                                            <p:txEl>
                                              <p:pRg st="6" end="6"/>
                                            </p:txEl>
                                          </p:spTgt>
                                        </p:tgtEl>
                                      </p:cBhvr>
                                    </p:animEffect>
                                    <p:anim calcmode="lin" valueType="num">
                                      <p:cBhvr>
                                        <p:cTn id="30"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xEl>
                                              <p:pRg st="7" end="7"/>
                                            </p:txEl>
                                          </p:spTgt>
                                        </p:tgtEl>
                                        <p:attrNameLst>
                                          <p:attrName>style.visibility</p:attrName>
                                        </p:attrNameLst>
                                      </p:cBhvr>
                                      <p:to>
                                        <p:strVal val="visible"/>
                                      </p:to>
                                    </p:set>
                                    <p:animEffect transition="in" filter="fade">
                                      <p:cBhvr>
                                        <p:cTn id="34" dur="1000"/>
                                        <p:tgtEl>
                                          <p:spTgt spid="9">
                                            <p:txEl>
                                              <p:pRg st="7" end="7"/>
                                            </p:txEl>
                                          </p:spTgt>
                                        </p:tgtEl>
                                      </p:cBhvr>
                                    </p:animEffect>
                                    <p:anim calcmode="lin" valueType="num">
                                      <p:cBhvr>
                                        <p:cTn id="35"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nach </a:t>
            </a:r>
            <a:r>
              <a:rPr lang="de-DE" dirty="0" err="1"/>
              <a:t>Codd</a:t>
            </a:r>
            <a:br>
              <a:rPr lang="de-DE" dirty="0"/>
            </a:br>
            <a:r>
              <a:rPr lang="de-DE" dirty="0"/>
              <a:t>1. Normalform</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562150" cy="4287792"/>
          </a:xfrm>
        </p:spPr>
        <p:txBody>
          <a:bodyPr>
            <a:normAutofit/>
          </a:bodyPr>
          <a:lstStyle/>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7" name="Textplatzhalter 2">
            <a:extLst>
              <a:ext uri="{FF2B5EF4-FFF2-40B4-BE49-F238E27FC236}">
                <a16:creationId xmlns:a16="http://schemas.microsoft.com/office/drawing/2014/main" id="{430ECC6D-C939-4D09-8748-EFB53B751DDC}"/>
              </a:ext>
            </a:extLst>
          </p:cNvPr>
          <p:cNvSpPr txBox="1">
            <a:spLocks/>
          </p:cNvSpPr>
          <p:nvPr/>
        </p:nvSpPr>
        <p:spPr>
          <a:xfrm>
            <a:off x="838994" y="1825625"/>
            <a:ext cx="10514012" cy="1371600"/>
          </a:xfrm>
          <a:prstGeom prst="rect">
            <a:avLst/>
          </a:prstGeom>
          <a:solidFill>
            <a:schemeClr val="accent5">
              <a:lumMod val="40000"/>
              <a:lumOff val="60000"/>
            </a:scheme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Symbol" panose="05050102010706020507" pitchFamily="18" charset="2"/>
              <a:buNone/>
              <a:defRPr sz="1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Symbol" panose="05050102010706020507" pitchFamily="18" charset="2"/>
              <a:buNone/>
              <a:defRPr sz="1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indent="0">
              <a:buFont typeface="Symbol" panose="05050102010706020507" pitchFamily="18" charset="2"/>
              <a:buNone/>
            </a:pPr>
            <a:r>
              <a:rPr lang="de-DE" dirty="0"/>
              <a:t>Eine Relation befindet sich in der </a:t>
            </a:r>
            <a:r>
              <a:rPr lang="de-DE" b="1" u="sng" dirty="0"/>
              <a:t>1. Normalform</a:t>
            </a:r>
            <a:r>
              <a:rPr lang="de-DE" dirty="0"/>
              <a:t>, wenn</a:t>
            </a:r>
          </a:p>
          <a:p>
            <a:r>
              <a:rPr lang="de-DE" dirty="0"/>
              <a:t>alle Attribute nur </a:t>
            </a:r>
            <a:r>
              <a:rPr lang="de-DE" b="1" dirty="0"/>
              <a:t>einfache Attributwerte </a:t>
            </a:r>
            <a:r>
              <a:rPr lang="de-DE" dirty="0"/>
              <a:t>aufweisen. (Dateninkonsistenzen beseitigen)</a:t>
            </a:r>
          </a:p>
        </p:txBody>
      </p:sp>
      <p:pic>
        <p:nvPicPr>
          <p:cNvPr id="8" name="Grafik 7">
            <a:extLst>
              <a:ext uri="{FF2B5EF4-FFF2-40B4-BE49-F238E27FC236}">
                <a16:creationId xmlns:a16="http://schemas.microsoft.com/office/drawing/2014/main" id="{BA524225-E5B0-437E-9770-647C3260BF2A}"/>
              </a:ext>
            </a:extLst>
          </p:cNvPr>
          <p:cNvPicPr>
            <a:picLocks noChangeAspect="1"/>
          </p:cNvPicPr>
          <p:nvPr/>
        </p:nvPicPr>
        <p:blipFill>
          <a:blip r:embed="rId2"/>
          <a:stretch>
            <a:fillRect/>
          </a:stretch>
        </p:blipFill>
        <p:spPr>
          <a:xfrm>
            <a:off x="-1" y="3813036"/>
            <a:ext cx="12243335" cy="2131037"/>
          </a:xfrm>
          <a:prstGeom prst="rect">
            <a:avLst/>
          </a:prstGeom>
        </p:spPr>
      </p:pic>
      <p:sp>
        <p:nvSpPr>
          <p:cNvPr id="10" name="Denkblase: wolkenförmig 9">
            <a:extLst>
              <a:ext uri="{FF2B5EF4-FFF2-40B4-BE49-F238E27FC236}">
                <a16:creationId xmlns:a16="http://schemas.microsoft.com/office/drawing/2014/main" id="{74946AF8-3CE9-47ED-8049-8DEFFC8B3BA7}"/>
              </a:ext>
            </a:extLst>
          </p:cNvPr>
          <p:cNvSpPr/>
          <p:nvPr/>
        </p:nvSpPr>
        <p:spPr>
          <a:xfrm>
            <a:off x="742017" y="2697708"/>
            <a:ext cx="2752825" cy="907289"/>
          </a:xfrm>
          <a:prstGeom prst="cloudCallout">
            <a:avLst>
              <a:gd name="adj1" fmla="val -35711"/>
              <a:gd name="adj2" fmla="val 74233"/>
            </a:avLst>
          </a:prstGeom>
          <a:solidFill>
            <a:srgbClr val="0096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Tabelle bekommt Namen</a:t>
            </a:r>
          </a:p>
        </p:txBody>
      </p:sp>
      <p:sp>
        <p:nvSpPr>
          <p:cNvPr id="11" name="Denkblase: wolkenförmig 10">
            <a:extLst>
              <a:ext uri="{FF2B5EF4-FFF2-40B4-BE49-F238E27FC236}">
                <a16:creationId xmlns:a16="http://schemas.microsoft.com/office/drawing/2014/main" id="{ED1F2904-D6F3-4A14-AA77-8E545DD1581B}"/>
              </a:ext>
            </a:extLst>
          </p:cNvPr>
          <p:cNvSpPr/>
          <p:nvPr/>
        </p:nvSpPr>
        <p:spPr>
          <a:xfrm>
            <a:off x="8162935" y="2547031"/>
            <a:ext cx="3868198" cy="1763938"/>
          </a:xfrm>
          <a:prstGeom prst="cloudCallout">
            <a:avLst>
              <a:gd name="adj1" fmla="val -61726"/>
              <a:gd name="adj2" fmla="val 55422"/>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„Kunde“ wird aufgeteilt, vorher standen hier mehrere Werte in einer Zelle</a:t>
            </a:r>
          </a:p>
        </p:txBody>
      </p:sp>
      <p:sp>
        <p:nvSpPr>
          <p:cNvPr id="12" name="Denkblase: wolkenförmig 11">
            <a:extLst>
              <a:ext uri="{FF2B5EF4-FFF2-40B4-BE49-F238E27FC236}">
                <a16:creationId xmlns:a16="http://schemas.microsoft.com/office/drawing/2014/main" id="{C8F5E45A-6761-4D6E-AE4C-A238800406DF}"/>
              </a:ext>
            </a:extLst>
          </p:cNvPr>
          <p:cNvSpPr/>
          <p:nvPr/>
        </p:nvSpPr>
        <p:spPr>
          <a:xfrm>
            <a:off x="3955674" y="2692639"/>
            <a:ext cx="3868198" cy="1763938"/>
          </a:xfrm>
          <a:prstGeom prst="cloudCallout">
            <a:avLst>
              <a:gd name="adj1" fmla="val -83872"/>
              <a:gd name="adj2" fmla="val 43417"/>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„Artikel“ wird aufgeteilt, vorher standen hier mehrere Werte in einer Zelle</a:t>
            </a:r>
          </a:p>
        </p:txBody>
      </p:sp>
    </p:spTree>
    <p:extLst>
      <p:ext uri="{BB962C8B-B14F-4D97-AF65-F5344CB8AC3E}">
        <p14:creationId xmlns:p14="http://schemas.microsoft.com/office/powerpoint/2010/main" val="241068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nach </a:t>
            </a:r>
            <a:r>
              <a:rPr lang="de-DE" dirty="0" err="1"/>
              <a:t>Codd</a:t>
            </a:r>
            <a:br>
              <a:rPr lang="de-DE" dirty="0"/>
            </a:br>
            <a:r>
              <a:rPr lang="de-DE" dirty="0"/>
              <a:t>2. Normalform</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562150" cy="4287792"/>
          </a:xfrm>
        </p:spPr>
        <p:txBody>
          <a:bodyPr>
            <a:normAutofit/>
          </a:bodyPr>
          <a:lstStyle/>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7" name="Textplatzhalter 2">
            <a:extLst>
              <a:ext uri="{FF2B5EF4-FFF2-40B4-BE49-F238E27FC236}">
                <a16:creationId xmlns:a16="http://schemas.microsoft.com/office/drawing/2014/main" id="{2A5E9F43-898A-47FC-8C0C-25E8BB3CED6C}"/>
              </a:ext>
            </a:extLst>
          </p:cNvPr>
          <p:cNvSpPr txBox="1">
            <a:spLocks/>
          </p:cNvSpPr>
          <p:nvPr/>
        </p:nvSpPr>
        <p:spPr>
          <a:xfrm>
            <a:off x="160867" y="1671405"/>
            <a:ext cx="5335158" cy="4442012"/>
          </a:xfrm>
          <a:prstGeom prst="rect">
            <a:avLst/>
          </a:prstGeom>
          <a:solidFill>
            <a:schemeClr val="accent5">
              <a:lumMod val="40000"/>
              <a:lumOff val="60000"/>
            </a:schemeClr>
          </a:solid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sz="2200" dirty="0"/>
              <a:t>Eine Relation befindet sich in der</a:t>
            </a:r>
            <a:r>
              <a:rPr lang="de-DE" sz="2200" b="1" dirty="0"/>
              <a:t> </a:t>
            </a:r>
          </a:p>
          <a:p>
            <a:pPr marL="0" indent="0">
              <a:buFont typeface="Arial" panose="020B0604020202020204" pitchFamily="34" charset="0"/>
              <a:buNone/>
            </a:pPr>
            <a:r>
              <a:rPr lang="de-DE" sz="2200" b="1" u="sng" dirty="0"/>
              <a:t>2. Normalform</a:t>
            </a:r>
            <a:r>
              <a:rPr lang="de-DE" sz="2200" dirty="0"/>
              <a:t>, wenn</a:t>
            </a:r>
          </a:p>
          <a:p>
            <a:r>
              <a:rPr lang="de-DE" sz="2200" dirty="0"/>
              <a:t>Anforderungen der 1. Normalform erfüllt sind</a:t>
            </a:r>
          </a:p>
          <a:p>
            <a:r>
              <a:rPr lang="de-DE" sz="2200" dirty="0"/>
              <a:t>jedes Attribut vom Primärschlüssel </a:t>
            </a:r>
            <a:r>
              <a:rPr lang="de-DE" sz="2200" b="1" dirty="0"/>
              <a:t>voll funktional abhängig</a:t>
            </a:r>
            <a:r>
              <a:rPr lang="de-DE" sz="2200" dirty="0"/>
              <a:t> ist</a:t>
            </a:r>
          </a:p>
          <a:p>
            <a:r>
              <a:rPr lang="de-DE" sz="2200" dirty="0"/>
              <a:t>Primärschlüssel dient der</a:t>
            </a:r>
          </a:p>
          <a:p>
            <a:pPr lvl="1"/>
            <a:r>
              <a:rPr lang="de-DE" sz="2200" dirty="0"/>
              <a:t>eindeutigen Identifikation</a:t>
            </a:r>
          </a:p>
          <a:p>
            <a:pPr lvl="1"/>
            <a:r>
              <a:rPr lang="de-DE" sz="2200" dirty="0"/>
              <a:t>erlaubt direkten Zugriff auf Attribute</a:t>
            </a:r>
          </a:p>
          <a:p>
            <a:pPr lvl="1"/>
            <a:r>
              <a:rPr lang="de-DE" sz="2200" dirty="0"/>
              <a:t>darf sich nicht wiederholen</a:t>
            </a:r>
          </a:p>
          <a:p>
            <a:pPr lvl="1"/>
            <a:r>
              <a:rPr lang="de-DE" sz="2200" dirty="0"/>
              <a:t>alle Attribute einer Tabelle hängen von diesem Primärschlüssel ab</a:t>
            </a:r>
          </a:p>
        </p:txBody>
      </p:sp>
      <p:pic>
        <p:nvPicPr>
          <p:cNvPr id="8" name="Inhaltsplatzhalter 10">
            <a:extLst>
              <a:ext uri="{FF2B5EF4-FFF2-40B4-BE49-F238E27FC236}">
                <a16:creationId xmlns:a16="http://schemas.microsoft.com/office/drawing/2014/main" id="{58E3BF95-7AD2-465D-8104-F7FD428CA554}"/>
              </a:ext>
            </a:extLst>
          </p:cNvPr>
          <p:cNvPicPr>
            <a:picLocks noChangeAspect="1"/>
          </p:cNvPicPr>
          <p:nvPr/>
        </p:nvPicPr>
        <p:blipFill>
          <a:blip r:embed="rId2"/>
          <a:stretch>
            <a:fillRect/>
          </a:stretch>
        </p:blipFill>
        <p:spPr>
          <a:xfrm>
            <a:off x="6057764" y="1671405"/>
            <a:ext cx="6134236" cy="4209482"/>
          </a:xfrm>
          <a:prstGeom prst="rect">
            <a:avLst/>
          </a:prstGeom>
        </p:spPr>
      </p:pic>
      <p:sp>
        <p:nvSpPr>
          <p:cNvPr id="9" name="Denkblase: wolkenförmig 8">
            <a:extLst>
              <a:ext uri="{FF2B5EF4-FFF2-40B4-BE49-F238E27FC236}">
                <a16:creationId xmlns:a16="http://schemas.microsoft.com/office/drawing/2014/main" id="{7DC3F03E-085A-4387-960A-8BD0BD66F938}"/>
              </a:ext>
            </a:extLst>
          </p:cNvPr>
          <p:cNvSpPr/>
          <p:nvPr/>
        </p:nvSpPr>
        <p:spPr>
          <a:xfrm>
            <a:off x="6945114" y="80405"/>
            <a:ext cx="3868198" cy="1835802"/>
          </a:xfrm>
          <a:prstGeom prst="cloudCallout">
            <a:avLst>
              <a:gd name="adj1" fmla="val -42562"/>
              <a:gd name="adj2" fmla="val 56030"/>
            </a:avLst>
          </a:prstGeom>
          <a:solidFill>
            <a:srgbClr val="0096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„Artikel“ wird separiert </a:t>
            </a:r>
            <a:r>
              <a:rPr lang="de-DE" dirty="0">
                <a:sym typeface="Wingdings" panose="05000000000000000000" pitchFamily="2" charset="2"/>
              </a:rPr>
              <a:t> es wird der Primärschlüssel „</a:t>
            </a:r>
            <a:r>
              <a:rPr lang="de-DE" dirty="0" err="1">
                <a:sym typeface="Wingdings" panose="05000000000000000000" pitchFamily="2" charset="2"/>
              </a:rPr>
              <a:t>Artikel_nr</a:t>
            </a:r>
            <a:r>
              <a:rPr lang="de-DE" dirty="0">
                <a:sym typeface="Wingdings" panose="05000000000000000000" pitchFamily="2" charset="2"/>
              </a:rPr>
              <a:t>“ eingefügt</a:t>
            </a:r>
            <a:endParaRPr lang="de-DE" dirty="0"/>
          </a:p>
        </p:txBody>
      </p:sp>
      <p:sp>
        <p:nvSpPr>
          <p:cNvPr id="10" name="Denkblase: wolkenförmig 9">
            <a:extLst>
              <a:ext uri="{FF2B5EF4-FFF2-40B4-BE49-F238E27FC236}">
                <a16:creationId xmlns:a16="http://schemas.microsoft.com/office/drawing/2014/main" id="{B24E37ED-537A-4902-B58B-67BABF45054B}"/>
              </a:ext>
            </a:extLst>
          </p:cNvPr>
          <p:cNvSpPr/>
          <p:nvPr/>
        </p:nvSpPr>
        <p:spPr>
          <a:xfrm>
            <a:off x="8452493" y="4349479"/>
            <a:ext cx="3739507" cy="1668596"/>
          </a:xfrm>
          <a:prstGeom prst="cloudCallout">
            <a:avLst>
              <a:gd name="adj1" fmla="val -75194"/>
              <a:gd name="adj2" fmla="val -4719"/>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„Auftrag“ wird separiert </a:t>
            </a:r>
            <a:r>
              <a:rPr lang="de-DE" dirty="0">
                <a:sym typeface="Wingdings" panose="05000000000000000000" pitchFamily="2" charset="2"/>
              </a:rPr>
              <a:t> übrig geblieben, Primärschlüssel aktuell nötig?</a:t>
            </a:r>
            <a:endParaRPr lang="de-DE" dirty="0"/>
          </a:p>
        </p:txBody>
      </p:sp>
      <p:sp>
        <p:nvSpPr>
          <p:cNvPr id="11" name="Denkblase: wolkenförmig 10">
            <a:extLst>
              <a:ext uri="{FF2B5EF4-FFF2-40B4-BE49-F238E27FC236}">
                <a16:creationId xmlns:a16="http://schemas.microsoft.com/office/drawing/2014/main" id="{6CCCD1E7-7505-40C8-A5AF-A6DEFC35326D}"/>
              </a:ext>
            </a:extLst>
          </p:cNvPr>
          <p:cNvSpPr/>
          <p:nvPr/>
        </p:nvSpPr>
        <p:spPr>
          <a:xfrm>
            <a:off x="9086249" y="1664811"/>
            <a:ext cx="3868198" cy="1763938"/>
          </a:xfrm>
          <a:prstGeom prst="cloudCallout">
            <a:avLst>
              <a:gd name="adj1" fmla="val -89346"/>
              <a:gd name="adj2" fmla="val 46691"/>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„Kunde“ wird separiert </a:t>
            </a:r>
            <a:r>
              <a:rPr lang="de-DE" dirty="0">
                <a:sym typeface="Wingdings" panose="05000000000000000000" pitchFamily="2" charset="2"/>
              </a:rPr>
              <a:t> es wird der Primärschlüssel “</a:t>
            </a:r>
            <a:r>
              <a:rPr lang="de-DE" dirty="0" err="1">
                <a:sym typeface="Wingdings" panose="05000000000000000000" pitchFamily="2" charset="2"/>
              </a:rPr>
              <a:t>K_nummer</a:t>
            </a:r>
            <a:r>
              <a:rPr lang="de-DE" dirty="0">
                <a:sym typeface="Wingdings" panose="05000000000000000000" pitchFamily="2" charset="2"/>
              </a:rPr>
              <a:t>“ eingefügt</a:t>
            </a:r>
            <a:endParaRPr lang="de-DE" dirty="0"/>
          </a:p>
        </p:txBody>
      </p:sp>
    </p:spTree>
    <p:extLst>
      <p:ext uri="{BB962C8B-B14F-4D97-AF65-F5344CB8AC3E}">
        <p14:creationId xmlns:p14="http://schemas.microsoft.com/office/powerpoint/2010/main" val="26168774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Primärschlüssel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416649" y="1673811"/>
            <a:ext cx="11841836" cy="4287792"/>
          </a:xfrm>
        </p:spPr>
        <p:txBody>
          <a:bodyPr>
            <a:normAutofit/>
          </a:bodyPr>
          <a:lstStyle/>
          <a:p>
            <a:pPr lvl="1"/>
            <a:r>
              <a:rPr lang="de-DE" dirty="0"/>
              <a:t>bezeichnet das Attribut einer Tabelle, welches jede Spalte eindeutig identifiziert</a:t>
            </a:r>
          </a:p>
          <a:p>
            <a:pPr lvl="1"/>
            <a:r>
              <a:rPr lang="de-DE" dirty="0"/>
              <a:t>am besten hierfür geeignet …ID, </a:t>
            </a:r>
            <a:r>
              <a:rPr lang="de-DE" dirty="0" err="1"/>
              <a:t>z.B</a:t>
            </a:r>
            <a:r>
              <a:rPr lang="de-DE" dirty="0"/>
              <a:t> Tabelle Kunde – </a:t>
            </a:r>
            <a:r>
              <a:rPr lang="de-DE" dirty="0" err="1"/>
              <a:t>KundenID</a:t>
            </a:r>
            <a:endParaRPr lang="de-DE" dirty="0"/>
          </a:p>
          <a:p>
            <a:pPr lvl="1"/>
            <a:r>
              <a:rPr lang="de-DE" dirty="0"/>
              <a:t>der Primärschlüssel wird im ERM, sowie anderen Datenbankmodellen einmal unterstrichen</a:t>
            </a:r>
          </a:p>
          <a:p>
            <a:pPr lvl="1"/>
            <a:endParaRPr lang="de-DE" dirty="0"/>
          </a:p>
          <a:p>
            <a:pPr lvl="1"/>
            <a:endParaRPr lang="de-DE" dirty="0"/>
          </a:p>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pic>
        <p:nvPicPr>
          <p:cNvPr id="7" name="Grafik 6">
            <a:extLst>
              <a:ext uri="{FF2B5EF4-FFF2-40B4-BE49-F238E27FC236}">
                <a16:creationId xmlns:a16="http://schemas.microsoft.com/office/drawing/2014/main" id="{14D2F22D-1CE7-4DE1-8159-78682555F355}"/>
              </a:ext>
            </a:extLst>
          </p:cNvPr>
          <p:cNvPicPr>
            <a:picLocks noChangeAspect="1"/>
          </p:cNvPicPr>
          <p:nvPr/>
        </p:nvPicPr>
        <p:blipFill rotWithShape="1">
          <a:blip r:embed="rId2"/>
          <a:srcRect t="21512"/>
          <a:stretch/>
        </p:blipFill>
        <p:spPr>
          <a:xfrm>
            <a:off x="3089709" y="2965561"/>
            <a:ext cx="8335478" cy="2996042"/>
          </a:xfrm>
          <a:prstGeom prst="rect">
            <a:avLst/>
          </a:prstGeom>
        </p:spPr>
      </p:pic>
    </p:spTree>
    <p:extLst>
      <p:ext uri="{BB962C8B-B14F-4D97-AF65-F5344CB8AC3E}">
        <p14:creationId xmlns:p14="http://schemas.microsoft.com/office/powerpoint/2010/main" val="2839629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nhaltsplatzhalter 10">
            <a:extLst>
              <a:ext uri="{FF2B5EF4-FFF2-40B4-BE49-F238E27FC236}">
                <a16:creationId xmlns:a16="http://schemas.microsoft.com/office/drawing/2014/main" id="{029579C3-CC7F-47BF-BACB-C1E6DAD18CB7}"/>
              </a:ext>
            </a:extLst>
          </p:cNvPr>
          <p:cNvPicPr>
            <a:picLocks noChangeAspect="1"/>
          </p:cNvPicPr>
          <p:nvPr/>
        </p:nvPicPr>
        <p:blipFill>
          <a:blip r:embed="rId2"/>
          <a:stretch>
            <a:fillRect/>
          </a:stretch>
        </p:blipFill>
        <p:spPr>
          <a:xfrm>
            <a:off x="5496025" y="1561108"/>
            <a:ext cx="6172200" cy="2808961"/>
          </a:xfrm>
          <a:prstGeom prst="rect">
            <a:avLst/>
          </a:prstGeom>
        </p:spPr>
      </p:pic>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nach </a:t>
            </a:r>
            <a:r>
              <a:rPr lang="de-DE" dirty="0" err="1"/>
              <a:t>Codd</a:t>
            </a:r>
            <a:br>
              <a:rPr lang="de-DE" dirty="0"/>
            </a:br>
            <a:r>
              <a:rPr lang="de-DE" dirty="0"/>
              <a:t>3. Normalform</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562150" cy="4287792"/>
          </a:xfrm>
        </p:spPr>
        <p:txBody>
          <a:bodyPr>
            <a:normAutofit/>
          </a:bodyPr>
          <a:lstStyle/>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7" name="Textplatzhalter 2">
            <a:extLst>
              <a:ext uri="{FF2B5EF4-FFF2-40B4-BE49-F238E27FC236}">
                <a16:creationId xmlns:a16="http://schemas.microsoft.com/office/drawing/2014/main" id="{2A5E9F43-898A-47FC-8C0C-25E8BB3CED6C}"/>
              </a:ext>
            </a:extLst>
          </p:cNvPr>
          <p:cNvSpPr txBox="1">
            <a:spLocks/>
          </p:cNvSpPr>
          <p:nvPr/>
        </p:nvSpPr>
        <p:spPr>
          <a:xfrm>
            <a:off x="160867" y="1671405"/>
            <a:ext cx="5335158" cy="4442012"/>
          </a:xfrm>
          <a:prstGeom prst="rect">
            <a:avLst/>
          </a:prstGeom>
          <a:solidFill>
            <a:schemeClr val="accent5">
              <a:lumMod val="40000"/>
              <a:lumOff val="60000"/>
            </a:schemeClr>
          </a:solid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2200" dirty="0"/>
              <a:t>Eine Tabelle befindet sich in der </a:t>
            </a:r>
            <a:r>
              <a:rPr lang="de-DE" sz="2200" b="1" u="sng" dirty="0"/>
              <a:t>dritten Normalform</a:t>
            </a:r>
            <a:r>
              <a:rPr lang="de-DE" sz="2200" dirty="0"/>
              <a:t>, wenn sie schon in der zweiten Normalform ist und</a:t>
            </a:r>
          </a:p>
          <a:p>
            <a:r>
              <a:rPr lang="de-DE" sz="2200" dirty="0"/>
              <a:t>zwischen Spalten, die nicht den Schlüssel bilden, untereinander keine funktionale (transitive) Abhängigkeit besteht.</a:t>
            </a:r>
          </a:p>
          <a:p>
            <a:r>
              <a:rPr lang="de-DE" sz="2200" dirty="0"/>
              <a:t>transitiv bedeutet:</a:t>
            </a:r>
          </a:p>
          <a:p>
            <a:pPr lvl="1"/>
            <a:r>
              <a:rPr lang="de-DE" sz="2200" dirty="0"/>
              <a:t>wenn a </a:t>
            </a:r>
            <a:r>
              <a:rPr lang="de-DE" sz="2200" dirty="0">
                <a:sym typeface="Wingdings" panose="05000000000000000000" pitchFamily="2" charset="2"/>
              </a:rPr>
              <a:t> b und b  c dann auch a  c</a:t>
            </a:r>
          </a:p>
          <a:p>
            <a:pPr lvl="1"/>
            <a:r>
              <a:rPr lang="de-DE" sz="2200" dirty="0">
                <a:sym typeface="Wingdings" panose="05000000000000000000" pitchFamily="2" charset="2"/>
              </a:rPr>
              <a:t>Verletzung im Bsp. durch die PLZ und Ort</a:t>
            </a:r>
            <a:endParaRPr lang="de-DE" sz="2200" dirty="0"/>
          </a:p>
        </p:txBody>
      </p:sp>
      <p:sp>
        <p:nvSpPr>
          <p:cNvPr id="9" name="Denkblase: wolkenförmig 8">
            <a:extLst>
              <a:ext uri="{FF2B5EF4-FFF2-40B4-BE49-F238E27FC236}">
                <a16:creationId xmlns:a16="http://schemas.microsoft.com/office/drawing/2014/main" id="{7DC3F03E-085A-4387-960A-8BD0BD66F938}"/>
              </a:ext>
            </a:extLst>
          </p:cNvPr>
          <p:cNvSpPr/>
          <p:nvPr/>
        </p:nvSpPr>
        <p:spPr>
          <a:xfrm>
            <a:off x="3806681" y="873694"/>
            <a:ext cx="3183629" cy="792218"/>
          </a:xfrm>
          <a:prstGeom prst="cloudCallout">
            <a:avLst>
              <a:gd name="adj1" fmla="val 31813"/>
              <a:gd name="adj2" fmla="val 59675"/>
            </a:avLst>
          </a:prstGeom>
          <a:solidFill>
            <a:srgbClr val="0096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latin typeface="Arial" panose="020B0604020202020204" pitchFamily="34" charset="0"/>
                <a:cs typeface="Arial" panose="020B0604020202020204" pitchFamily="34" charset="0"/>
              </a:rPr>
              <a:t>„</a:t>
            </a:r>
            <a:r>
              <a:rPr lang="de-DE" sz="1000" dirty="0" err="1">
                <a:latin typeface="Arial" panose="020B0604020202020204" pitchFamily="34" charset="0"/>
                <a:cs typeface="Arial" panose="020B0604020202020204" pitchFamily="34" charset="0"/>
              </a:rPr>
              <a:t>auf_id</a:t>
            </a:r>
            <a:r>
              <a:rPr lang="de-DE" sz="1000" dirty="0">
                <a:latin typeface="Arial" panose="020B0604020202020204" pitchFamily="34" charset="0"/>
                <a:cs typeface="Arial" panose="020B0604020202020204" pitchFamily="34" charset="0"/>
              </a:rPr>
              <a:t>“, weil hier klar wird was zu „Auftrag gehört“</a:t>
            </a:r>
          </a:p>
        </p:txBody>
      </p:sp>
      <p:sp>
        <p:nvSpPr>
          <p:cNvPr id="11" name="Denkblase: wolkenförmig 10">
            <a:extLst>
              <a:ext uri="{FF2B5EF4-FFF2-40B4-BE49-F238E27FC236}">
                <a16:creationId xmlns:a16="http://schemas.microsoft.com/office/drawing/2014/main" id="{6CCCD1E7-7505-40C8-A5AF-A6DEFC35326D}"/>
              </a:ext>
            </a:extLst>
          </p:cNvPr>
          <p:cNvSpPr/>
          <p:nvPr/>
        </p:nvSpPr>
        <p:spPr>
          <a:xfrm>
            <a:off x="7784244" y="0"/>
            <a:ext cx="3883981" cy="1363783"/>
          </a:xfrm>
          <a:prstGeom prst="cloudCallout">
            <a:avLst>
              <a:gd name="adj1" fmla="val -33587"/>
              <a:gd name="adj2" fmla="val 71393"/>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latin typeface="Arial" panose="020B0604020202020204" pitchFamily="34" charset="0"/>
                <a:cs typeface="Arial" panose="020B0604020202020204" pitchFamily="34" charset="0"/>
              </a:rPr>
              <a:t>Eine neue Tabelle ist plötzlich entstanden, warum?</a:t>
            </a:r>
          </a:p>
        </p:txBody>
      </p:sp>
      <p:pic>
        <p:nvPicPr>
          <p:cNvPr id="13" name="Inhaltsplatzhalter 10">
            <a:extLst>
              <a:ext uri="{FF2B5EF4-FFF2-40B4-BE49-F238E27FC236}">
                <a16:creationId xmlns:a16="http://schemas.microsoft.com/office/drawing/2014/main" id="{E807AF65-17E3-4B68-8952-5C080EB44202}"/>
              </a:ext>
            </a:extLst>
          </p:cNvPr>
          <p:cNvPicPr>
            <a:picLocks noChangeAspect="1"/>
          </p:cNvPicPr>
          <p:nvPr/>
        </p:nvPicPr>
        <p:blipFill rotWithShape="1">
          <a:blip r:embed="rId3"/>
          <a:srcRect l="3876" t="28794" b="27431"/>
          <a:stretch/>
        </p:blipFill>
        <p:spPr>
          <a:xfrm>
            <a:off x="8915965" y="3003068"/>
            <a:ext cx="3004075" cy="938787"/>
          </a:xfrm>
          <a:prstGeom prst="rect">
            <a:avLst/>
          </a:prstGeom>
        </p:spPr>
      </p:pic>
      <p:pic>
        <p:nvPicPr>
          <p:cNvPr id="14" name="Grafik 13" descr="Schließen">
            <a:extLst>
              <a:ext uri="{FF2B5EF4-FFF2-40B4-BE49-F238E27FC236}">
                <a16:creationId xmlns:a16="http://schemas.microsoft.com/office/drawing/2014/main" id="{72B1A4AC-28B3-4211-AB2E-1ACC79D26EB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88175" y="3370232"/>
            <a:ext cx="726107" cy="726107"/>
          </a:xfrm>
          <a:prstGeom prst="rect">
            <a:avLst/>
          </a:prstGeom>
        </p:spPr>
      </p:pic>
      <p:sp>
        <p:nvSpPr>
          <p:cNvPr id="15" name="Textplatzhalter 2">
            <a:extLst>
              <a:ext uri="{FF2B5EF4-FFF2-40B4-BE49-F238E27FC236}">
                <a16:creationId xmlns:a16="http://schemas.microsoft.com/office/drawing/2014/main" id="{2EDE2B62-EB22-41FF-8770-C21393DEBDF9}"/>
              </a:ext>
            </a:extLst>
          </p:cNvPr>
          <p:cNvSpPr txBox="1">
            <a:spLocks/>
          </p:cNvSpPr>
          <p:nvPr/>
        </p:nvSpPr>
        <p:spPr>
          <a:xfrm>
            <a:off x="5571621" y="5101734"/>
            <a:ext cx="6242661" cy="1011683"/>
          </a:xfrm>
          <a:prstGeom prst="rect">
            <a:avLst/>
          </a:prstGeom>
          <a:solidFill>
            <a:schemeClr val="accent5">
              <a:lumMod val="40000"/>
              <a:lumOff val="60000"/>
            </a:schemeClr>
          </a:solidFill>
        </p:spPr>
        <p:txBody>
          <a:bodyPr vert="horz" lIns="91440" tIns="45720" rIns="91440" bIns="45720" rtlCol="0">
            <a:normAutofit fontScale="92500" lnSpcReduction="20000"/>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Symbol" panose="05050102010706020507" pitchFamily="18" charset="2"/>
              <a:buNone/>
              <a:defRPr sz="1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Symbol" panose="05050102010706020507" pitchFamily="18" charset="2"/>
              <a:buNone/>
              <a:defRPr sz="1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lvl="0" indent="0">
              <a:buNone/>
            </a:pPr>
            <a:r>
              <a:rPr lang="de-DE" b="1" dirty="0"/>
              <a:t>Fremdschlüssel</a:t>
            </a:r>
            <a:r>
              <a:rPr lang="de-DE" dirty="0"/>
              <a:t> ist jeder Schlüssel einer Tabelle, der </a:t>
            </a:r>
            <a:r>
              <a:rPr lang="de-DE" u="sng" dirty="0"/>
              <a:t>nicht </a:t>
            </a:r>
            <a:r>
              <a:rPr lang="de-DE" dirty="0"/>
              <a:t>Primärschlüssel ist und den Zugriff auf benachbarte Tabellen zulässt in denen dieser als Primärschlüssel festgelegt wurde.</a:t>
            </a:r>
          </a:p>
        </p:txBody>
      </p:sp>
      <p:sp>
        <p:nvSpPr>
          <p:cNvPr id="10" name="Denkblase: wolkenförmig 9">
            <a:extLst>
              <a:ext uri="{FF2B5EF4-FFF2-40B4-BE49-F238E27FC236}">
                <a16:creationId xmlns:a16="http://schemas.microsoft.com/office/drawing/2014/main" id="{B24E37ED-537A-4902-B58B-67BABF45054B}"/>
              </a:ext>
            </a:extLst>
          </p:cNvPr>
          <p:cNvSpPr/>
          <p:nvPr/>
        </p:nvSpPr>
        <p:spPr>
          <a:xfrm>
            <a:off x="9078544" y="3941855"/>
            <a:ext cx="2841496" cy="1094719"/>
          </a:xfrm>
          <a:prstGeom prst="cloudCallout">
            <a:avLst>
              <a:gd name="adj1" fmla="val -72860"/>
              <a:gd name="adj2" fmla="val -74786"/>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latin typeface="Arial" panose="020B0604020202020204" pitchFamily="34" charset="0"/>
                <a:cs typeface="Arial" panose="020B0604020202020204" pitchFamily="34" charset="0"/>
              </a:rPr>
              <a:t>Tabelle „Ort“ entsteht, weil sonst Verletzung 3. Normalform</a:t>
            </a:r>
          </a:p>
        </p:txBody>
      </p:sp>
    </p:spTree>
    <p:extLst>
      <p:ext uri="{BB962C8B-B14F-4D97-AF65-F5344CB8AC3E}">
        <p14:creationId xmlns:p14="http://schemas.microsoft.com/office/powerpoint/2010/main" val="405992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Bilden einer „Verknüpfungstabelle“</a:t>
            </a:r>
            <a:br>
              <a:rPr lang="de-DE" dirty="0"/>
            </a:br>
            <a:r>
              <a:rPr lang="de-DE" dirty="0"/>
              <a:t>bzw. „Junction Table“</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lstStyle/>
          <a:p>
            <a:r>
              <a:rPr lang="de-DE" dirty="0"/>
              <a:t>recherchieren Sie, wann genau eine Verknüpfungstabelle in der </a:t>
            </a:r>
            <a:r>
              <a:rPr lang="de-DE" b="1" dirty="0"/>
              <a:t>3. Normalform </a:t>
            </a:r>
            <a:r>
              <a:rPr lang="de-DE" dirty="0"/>
              <a:t>gebildet werden muss!</a:t>
            </a:r>
          </a:p>
          <a:p>
            <a:r>
              <a:rPr lang="de-DE" dirty="0"/>
              <a:t>erläutern Sie außerdem die nötigen Schritte – erarbeiten Sie sich selbst ein Beispiel!</a:t>
            </a:r>
          </a:p>
          <a:p>
            <a:endParaRPr lang="de-DE" dirty="0"/>
          </a:p>
        </p:txBody>
      </p:sp>
    </p:spTree>
    <p:extLst>
      <p:ext uri="{BB962C8B-B14F-4D97-AF65-F5344CB8AC3E}">
        <p14:creationId xmlns:p14="http://schemas.microsoft.com/office/powerpoint/2010/main" val="33342559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Bilden einer „Verknüpfungstabelle“</a:t>
            </a:r>
            <a:br>
              <a:rPr lang="de-DE" dirty="0"/>
            </a:br>
            <a:r>
              <a:rPr lang="de-DE" dirty="0"/>
              <a:t>bzw. „Junction Table“</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fontScale="77500" lnSpcReduction="20000"/>
          </a:bodyPr>
          <a:lstStyle/>
          <a:p>
            <a:r>
              <a:rPr lang="de-DE" dirty="0"/>
              <a:t>wird gebildet, wenn es eine viele-zu-viele-Beziehung(</a:t>
            </a:r>
            <a:r>
              <a:rPr lang="de-DE" dirty="0" err="1"/>
              <a:t>m:n</a:t>
            </a:r>
            <a:r>
              <a:rPr lang="de-DE" dirty="0"/>
              <a:t>) zwischen zwei Entitäten (Tabellen) gibt</a:t>
            </a:r>
          </a:p>
          <a:p>
            <a:r>
              <a:rPr lang="de-DE" u="sng" dirty="0"/>
              <a:t>notwendige Schritte:</a:t>
            </a:r>
          </a:p>
          <a:p>
            <a:pPr marL="914400" lvl="1" indent="-457200">
              <a:buFont typeface="+mj-lt"/>
              <a:buAutoNum type="arabicPeriod"/>
            </a:pPr>
            <a:r>
              <a:rPr lang="de-DE" dirty="0"/>
              <a:t>Identifikation der Entitäten</a:t>
            </a:r>
          </a:p>
          <a:p>
            <a:pPr marL="1428750" lvl="2" indent="-514350">
              <a:buFont typeface="+mj-lt"/>
              <a:buAutoNum type="romanUcPeriod"/>
            </a:pPr>
            <a:r>
              <a:rPr lang="de-DE" dirty="0"/>
              <a:t>Welche zwei Entitäten sind betroffen? In unserem Beispiel war das Auftrag und Artikel (Ein Auftrag kann mehrere Artikel enthalten und mehrere Artikel können einem Auftrag zugeordnet werden)</a:t>
            </a:r>
          </a:p>
          <a:p>
            <a:pPr marL="914400" lvl="1" indent="-457200">
              <a:buFont typeface="+mj-lt"/>
              <a:buAutoNum type="arabicPeriod"/>
            </a:pPr>
            <a:r>
              <a:rPr lang="de-DE" dirty="0"/>
              <a:t>Erstellen der Zwischentabelle</a:t>
            </a:r>
          </a:p>
          <a:p>
            <a:pPr marL="1428750" lvl="2" indent="-514350">
              <a:buFont typeface="+mj-lt"/>
              <a:buAutoNum type="romanUcPeriod"/>
            </a:pPr>
            <a:r>
              <a:rPr lang="de-DE" dirty="0"/>
              <a:t>neue Tabelle, welche die Beziehungen zwischen den beiden Entitäten darstellt wird erstellt </a:t>
            </a:r>
            <a:r>
              <a:rPr lang="de-DE" dirty="0">
                <a:sym typeface="Wingdings" panose="05000000000000000000" pitchFamily="2" charset="2"/>
              </a:rPr>
              <a:t> diese Tabelle enthält mindestens zwei Spalten, die als Fremdschlüssel auf die Primärschlüssel der beiden ursprünglichen Tabellen verweisen  unser Beispiel Auftrag  Auftragsposition  Artikel</a:t>
            </a:r>
          </a:p>
          <a:p>
            <a:pPr marL="914400" lvl="1" indent="-457200">
              <a:buFont typeface="+mj-lt"/>
              <a:buAutoNum type="arabicPeriod"/>
            </a:pPr>
            <a:r>
              <a:rPr lang="de-DE" dirty="0">
                <a:sym typeface="Wingdings" panose="05000000000000000000" pitchFamily="2" charset="2"/>
              </a:rPr>
              <a:t>Definition der Fremdschlüssel</a:t>
            </a:r>
          </a:p>
          <a:p>
            <a:pPr marL="1428750" lvl="2" indent="-514350">
              <a:buFont typeface="+mj-lt"/>
              <a:buAutoNum type="romanUcPeriod"/>
            </a:pPr>
            <a:r>
              <a:rPr lang="de-DE" dirty="0">
                <a:sym typeface="Wingdings" panose="05000000000000000000" pitchFamily="2" charset="2"/>
              </a:rPr>
              <a:t>Einfügen der Fremdschlüssel in die Zwischentabelle  </a:t>
            </a:r>
            <a:r>
              <a:rPr lang="de-DE" dirty="0" err="1">
                <a:sym typeface="Wingdings" panose="05000000000000000000" pitchFamily="2" charset="2"/>
              </a:rPr>
              <a:t>auftrags_id_f</a:t>
            </a:r>
            <a:r>
              <a:rPr lang="de-DE" dirty="0">
                <a:sym typeface="Wingdings" panose="05000000000000000000" pitchFamily="2" charset="2"/>
              </a:rPr>
              <a:t>, </a:t>
            </a:r>
            <a:r>
              <a:rPr lang="de-DE" dirty="0" err="1">
                <a:sym typeface="Wingdings" panose="05000000000000000000" pitchFamily="2" charset="2"/>
              </a:rPr>
              <a:t>artikel_id_f</a:t>
            </a:r>
            <a:endParaRPr lang="de-DE" dirty="0">
              <a:sym typeface="Wingdings" panose="05000000000000000000" pitchFamily="2" charset="2"/>
            </a:endParaRPr>
          </a:p>
          <a:p>
            <a:pPr marL="914400" lvl="1" indent="-457200">
              <a:buFont typeface="+mj-lt"/>
              <a:buAutoNum type="arabicPeriod"/>
            </a:pPr>
            <a:r>
              <a:rPr lang="de-DE" dirty="0">
                <a:sym typeface="Wingdings" panose="05000000000000000000" pitchFamily="2" charset="2"/>
              </a:rPr>
              <a:t>Festlegung der Primärschlüssel</a:t>
            </a:r>
          </a:p>
          <a:p>
            <a:pPr marL="1428750" lvl="2" indent="-514350">
              <a:buFont typeface="+mj-lt"/>
              <a:buAutoNum type="romanUcPeriod"/>
            </a:pPr>
            <a:r>
              <a:rPr lang="de-DE" dirty="0">
                <a:sym typeface="Wingdings" panose="05000000000000000000" pitchFamily="2" charset="2"/>
              </a:rPr>
              <a:t>Definition des Primärschlüssels der Zwischentabelle, hier wird ein sinnvoller Name (ähnlich Name der Entität) genutzt</a:t>
            </a:r>
          </a:p>
          <a:p>
            <a:pPr marL="914400" lvl="1" indent="-457200">
              <a:buFont typeface="+mj-lt"/>
              <a:buAutoNum type="arabicPeriod"/>
            </a:pPr>
            <a:r>
              <a:rPr lang="de-DE" dirty="0">
                <a:sym typeface="Wingdings" panose="05000000000000000000" pitchFamily="2" charset="2"/>
              </a:rPr>
              <a:t>(optional) Zusätzliche Attribute einfügen</a:t>
            </a:r>
          </a:p>
          <a:p>
            <a:pPr marL="1428750" lvl="2" indent="-514350">
              <a:buFont typeface="+mj-lt"/>
              <a:buAutoNum type="romanUcPeriod"/>
            </a:pPr>
            <a:r>
              <a:rPr lang="de-DE" dirty="0">
                <a:sym typeface="Wingdings" panose="05000000000000000000" pitchFamily="2" charset="2"/>
              </a:rPr>
              <a:t>falls notwendig können zusätzliche Spalten (also Attribute) für spezifische Informationen hinzugefügt werden  im Beispiel „menge“</a:t>
            </a:r>
          </a:p>
          <a:p>
            <a:pPr marL="914400" lvl="1" indent="-457200">
              <a:buFont typeface="+mj-lt"/>
              <a:buAutoNum type="arabicPeriod"/>
            </a:pPr>
            <a:endParaRPr lang="de-DE" dirty="0"/>
          </a:p>
          <a:p>
            <a:pPr marL="914400" lvl="1" indent="-457200">
              <a:buFont typeface="+mj-lt"/>
              <a:buAutoNum type="arabicPeriod"/>
            </a:pPr>
            <a:endParaRPr lang="de-DE" dirty="0"/>
          </a:p>
          <a:p>
            <a:endParaRPr lang="de-DE" dirty="0"/>
          </a:p>
        </p:txBody>
      </p:sp>
    </p:spTree>
    <p:extLst>
      <p:ext uri="{BB962C8B-B14F-4D97-AF65-F5344CB8AC3E}">
        <p14:creationId xmlns:p14="http://schemas.microsoft.com/office/powerpoint/2010/main" val="37701375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a:t>
            </a:r>
            <a:r>
              <a:rPr lang="de-DE" dirty="0">
                <a:sym typeface="Wingdings" panose="05000000000000000000" pitchFamily="2" charset="2"/>
              </a:rPr>
              <a:t> Übung</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marL="457200" lvl="1" indent="0">
              <a:buNone/>
            </a:pPr>
            <a:r>
              <a:rPr lang="de-DE" u="sng" dirty="0"/>
              <a:t>Aufgabe: </a:t>
            </a:r>
            <a:r>
              <a:rPr lang="de-DE" dirty="0"/>
              <a:t>Überführen Sie die Tabelle in die 1.-, 2.-, und 3. Normalform</a:t>
            </a:r>
          </a:p>
          <a:p>
            <a:pPr marL="914400" lvl="1" indent="-457200">
              <a:buFont typeface="+mj-lt"/>
              <a:buAutoNum type="arabicPeriod"/>
            </a:pPr>
            <a:endParaRPr lang="de-DE" dirty="0"/>
          </a:p>
          <a:p>
            <a:endParaRPr lang="de-DE" dirty="0"/>
          </a:p>
        </p:txBody>
      </p:sp>
      <p:pic>
        <p:nvPicPr>
          <p:cNvPr id="3" name="Grafik 2">
            <a:extLst>
              <a:ext uri="{FF2B5EF4-FFF2-40B4-BE49-F238E27FC236}">
                <a16:creationId xmlns:a16="http://schemas.microsoft.com/office/drawing/2014/main" id="{1853E17A-2183-48A6-8A04-77F43E586596}"/>
              </a:ext>
            </a:extLst>
          </p:cNvPr>
          <p:cNvPicPr>
            <a:picLocks noChangeAspect="1"/>
          </p:cNvPicPr>
          <p:nvPr/>
        </p:nvPicPr>
        <p:blipFill>
          <a:blip r:embed="rId2"/>
          <a:stretch>
            <a:fillRect/>
          </a:stretch>
        </p:blipFill>
        <p:spPr>
          <a:xfrm>
            <a:off x="392613" y="2580980"/>
            <a:ext cx="11386137" cy="2618037"/>
          </a:xfrm>
          <a:prstGeom prst="rect">
            <a:avLst/>
          </a:prstGeom>
        </p:spPr>
      </p:pic>
    </p:spTree>
    <p:extLst>
      <p:ext uri="{BB962C8B-B14F-4D97-AF65-F5344CB8AC3E}">
        <p14:creationId xmlns:p14="http://schemas.microsoft.com/office/powerpoint/2010/main" val="17595896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a:t>
            </a:r>
            <a:r>
              <a:rPr lang="de-DE" dirty="0">
                <a:sym typeface="Wingdings" panose="05000000000000000000" pitchFamily="2" charset="2"/>
              </a:rPr>
              <a:t> Übung</a:t>
            </a:r>
            <a:br>
              <a:rPr lang="de-DE" dirty="0">
                <a:sym typeface="Wingdings" panose="05000000000000000000" pitchFamily="2" charset="2"/>
              </a:rPr>
            </a:br>
            <a:r>
              <a:rPr lang="de-DE" dirty="0">
                <a:sym typeface="Wingdings" panose="05000000000000000000" pitchFamily="2" charset="2"/>
              </a:rPr>
              <a:t>1. Normalform</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lvl="1"/>
            <a:r>
              <a:rPr lang="de-DE" dirty="0"/>
              <a:t>alle Attributwerte atomar (keine Mehrfachwerte)</a:t>
            </a:r>
          </a:p>
          <a:p>
            <a:endParaRPr lang="de-DE" dirty="0"/>
          </a:p>
        </p:txBody>
      </p:sp>
      <p:pic>
        <p:nvPicPr>
          <p:cNvPr id="5" name="Grafik 4">
            <a:extLst>
              <a:ext uri="{FF2B5EF4-FFF2-40B4-BE49-F238E27FC236}">
                <a16:creationId xmlns:a16="http://schemas.microsoft.com/office/drawing/2014/main" id="{E52F16C2-D622-4DAB-A7AC-58CF5646530E}"/>
              </a:ext>
            </a:extLst>
          </p:cNvPr>
          <p:cNvPicPr>
            <a:picLocks noChangeAspect="1"/>
          </p:cNvPicPr>
          <p:nvPr/>
        </p:nvPicPr>
        <p:blipFill rotWithShape="1">
          <a:blip r:embed="rId2"/>
          <a:srcRect t="39949" r="9365"/>
          <a:stretch/>
        </p:blipFill>
        <p:spPr>
          <a:xfrm>
            <a:off x="975954" y="2830286"/>
            <a:ext cx="9700513" cy="2307771"/>
          </a:xfrm>
          <a:prstGeom prst="rect">
            <a:avLst/>
          </a:prstGeom>
        </p:spPr>
      </p:pic>
    </p:spTree>
    <p:extLst>
      <p:ext uri="{BB962C8B-B14F-4D97-AF65-F5344CB8AC3E}">
        <p14:creationId xmlns:p14="http://schemas.microsoft.com/office/powerpoint/2010/main" val="8704683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a:t>
            </a:r>
            <a:r>
              <a:rPr lang="de-DE" dirty="0">
                <a:sym typeface="Wingdings" panose="05000000000000000000" pitchFamily="2" charset="2"/>
              </a:rPr>
              <a:t> Übung</a:t>
            </a:r>
            <a:br>
              <a:rPr lang="de-DE" dirty="0">
                <a:sym typeface="Wingdings" panose="05000000000000000000" pitchFamily="2" charset="2"/>
              </a:rPr>
            </a:br>
            <a:r>
              <a:rPr lang="de-DE" dirty="0">
                <a:sym typeface="Wingdings" panose="05000000000000000000" pitchFamily="2" charset="2"/>
              </a:rPr>
              <a:t>2. Normalform</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lvl="1"/>
            <a:r>
              <a:rPr lang="de-DE" dirty="0"/>
              <a:t>alle Nicht-Schlüsselattribute voll funktional abhängig vom Primärschlüssel</a:t>
            </a:r>
          </a:p>
        </p:txBody>
      </p:sp>
      <p:pic>
        <p:nvPicPr>
          <p:cNvPr id="3" name="Grafik 2">
            <a:extLst>
              <a:ext uri="{FF2B5EF4-FFF2-40B4-BE49-F238E27FC236}">
                <a16:creationId xmlns:a16="http://schemas.microsoft.com/office/drawing/2014/main" id="{91201A75-53A3-421D-A537-517018C9659F}"/>
              </a:ext>
            </a:extLst>
          </p:cNvPr>
          <p:cNvPicPr>
            <a:picLocks noChangeAspect="1"/>
          </p:cNvPicPr>
          <p:nvPr/>
        </p:nvPicPr>
        <p:blipFill>
          <a:blip r:embed="rId2"/>
          <a:stretch>
            <a:fillRect/>
          </a:stretch>
        </p:blipFill>
        <p:spPr>
          <a:xfrm>
            <a:off x="232682" y="2628784"/>
            <a:ext cx="5514975" cy="1304925"/>
          </a:xfrm>
          <a:prstGeom prst="rect">
            <a:avLst/>
          </a:prstGeom>
        </p:spPr>
      </p:pic>
      <p:pic>
        <p:nvPicPr>
          <p:cNvPr id="7" name="Grafik 6">
            <a:extLst>
              <a:ext uri="{FF2B5EF4-FFF2-40B4-BE49-F238E27FC236}">
                <a16:creationId xmlns:a16="http://schemas.microsoft.com/office/drawing/2014/main" id="{77E19AE3-B0BB-4E27-9F5E-BA6E5F644AD6}"/>
              </a:ext>
            </a:extLst>
          </p:cNvPr>
          <p:cNvPicPr>
            <a:picLocks noChangeAspect="1"/>
          </p:cNvPicPr>
          <p:nvPr/>
        </p:nvPicPr>
        <p:blipFill>
          <a:blip r:embed="rId3"/>
          <a:stretch>
            <a:fillRect/>
          </a:stretch>
        </p:blipFill>
        <p:spPr>
          <a:xfrm>
            <a:off x="232682" y="4320397"/>
            <a:ext cx="6324600" cy="1285875"/>
          </a:xfrm>
          <a:prstGeom prst="rect">
            <a:avLst/>
          </a:prstGeom>
        </p:spPr>
      </p:pic>
      <p:pic>
        <p:nvPicPr>
          <p:cNvPr id="8" name="Grafik 7">
            <a:extLst>
              <a:ext uri="{FF2B5EF4-FFF2-40B4-BE49-F238E27FC236}">
                <a16:creationId xmlns:a16="http://schemas.microsoft.com/office/drawing/2014/main" id="{841726A6-6012-4E7E-8A42-616E0B7D9B53}"/>
              </a:ext>
            </a:extLst>
          </p:cNvPr>
          <p:cNvPicPr>
            <a:picLocks noChangeAspect="1"/>
          </p:cNvPicPr>
          <p:nvPr/>
        </p:nvPicPr>
        <p:blipFill>
          <a:blip r:embed="rId4"/>
          <a:stretch>
            <a:fillRect/>
          </a:stretch>
        </p:blipFill>
        <p:spPr>
          <a:xfrm>
            <a:off x="5870090" y="2963039"/>
            <a:ext cx="6161043" cy="931922"/>
          </a:xfrm>
          <a:prstGeom prst="rect">
            <a:avLst/>
          </a:prstGeom>
        </p:spPr>
      </p:pic>
    </p:spTree>
    <p:extLst>
      <p:ext uri="{BB962C8B-B14F-4D97-AF65-F5344CB8AC3E}">
        <p14:creationId xmlns:p14="http://schemas.microsoft.com/office/powerpoint/2010/main" val="3102198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a:t>
            </a:r>
            <a:r>
              <a:rPr lang="de-DE" dirty="0">
                <a:sym typeface="Wingdings" panose="05000000000000000000" pitchFamily="2" charset="2"/>
              </a:rPr>
              <a:t> Übung</a:t>
            </a:r>
            <a:br>
              <a:rPr lang="de-DE" dirty="0">
                <a:sym typeface="Wingdings" panose="05000000000000000000" pitchFamily="2" charset="2"/>
              </a:rPr>
            </a:br>
            <a:r>
              <a:rPr lang="de-DE" dirty="0">
                <a:sym typeface="Wingdings" panose="05000000000000000000" pitchFamily="2" charset="2"/>
              </a:rPr>
              <a:t>3. Normalform</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lvl="1"/>
            <a:r>
              <a:rPr lang="de-DE" dirty="0"/>
              <a:t>keine transitiven Abhängigkeiten zwischen Nicht-Schlüsselattributen</a:t>
            </a:r>
          </a:p>
        </p:txBody>
      </p:sp>
      <p:pic>
        <p:nvPicPr>
          <p:cNvPr id="5" name="Grafik 4">
            <a:extLst>
              <a:ext uri="{FF2B5EF4-FFF2-40B4-BE49-F238E27FC236}">
                <a16:creationId xmlns:a16="http://schemas.microsoft.com/office/drawing/2014/main" id="{C1184A76-B4A1-439B-A027-79875135A456}"/>
              </a:ext>
            </a:extLst>
          </p:cNvPr>
          <p:cNvPicPr>
            <a:picLocks noChangeAspect="1"/>
          </p:cNvPicPr>
          <p:nvPr/>
        </p:nvPicPr>
        <p:blipFill>
          <a:blip r:embed="rId2"/>
          <a:stretch>
            <a:fillRect/>
          </a:stretch>
        </p:blipFill>
        <p:spPr>
          <a:xfrm>
            <a:off x="103717" y="2432957"/>
            <a:ext cx="5314950" cy="1295400"/>
          </a:xfrm>
          <a:prstGeom prst="rect">
            <a:avLst/>
          </a:prstGeom>
        </p:spPr>
      </p:pic>
      <p:pic>
        <p:nvPicPr>
          <p:cNvPr id="9" name="Grafik 8">
            <a:extLst>
              <a:ext uri="{FF2B5EF4-FFF2-40B4-BE49-F238E27FC236}">
                <a16:creationId xmlns:a16="http://schemas.microsoft.com/office/drawing/2014/main" id="{24846CC7-A77A-492A-AE87-D05D2A6E3967}"/>
              </a:ext>
            </a:extLst>
          </p:cNvPr>
          <p:cNvPicPr>
            <a:picLocks noChangeAspect="1"/>
          </p:cNvPicPr>
          <p:nvPr/>
        </p:nvPicPr>
        <p:blipFill>
          <a:blip r:embed="rId3"/>
          <a:stretch>
            <a:fillRect/>
          </a:stretch>
        </p:blipFill>
        <p:spPr>
          <a:xfrm>
            <a:off x="5551306" y="2432957"/>
            <a:ext cx="6105525" cy="1304925"/>
          </a:xfrm>
          <a:prstGeom prst="rect">
            <a:avLst/>
          </a:prstGeom>
        </p:spPr>
      </p:pic>
      <p:pic>
        <p:nvPicPr>
          <p:cNvPr id="10" name="Grafik 9">
            <a:extLst>
              <a:ext uri="{FF2B5EF4-FFF2-40B4-BE49-F238E27FC236}">
                <a16:creationId xmlns:a16="http://schemas.microsoft.com/office/drawing/2014/main" id="{70921E28-6957-412D-8E36-901DC655DD04}"/>
              </a:ext>
            </a:extLst>
          </p:cNvPr>
          <p:cNvPicPr>
            <a:picLocks noChangeAspect="1"/>
          </p:cNvPicPr>
          <p:nvPr/>
        </p:nvPicPr>
        <p:blipFill>
          <a:blip r:embed="rId4"/>
          <a:stretch>
            <a:fillRect/>
          </a:stretch>
        </p:blipFill>
        <p:spPr>
          <a:xfrm>
            <a:off x="2628900" y="4001294"/>
            <a:ext cx="6934200" cy="1647825"/>
          </a:xfrm>
          <a:prstGeom prst="rect">
            <a:avLst/>
          </a:prstGeom>
        </p:spPr>
      </p:pic>
    </p:spTree>
    <p:extLst>
      <p:ext uri="{BB962C8B-B14F-4D97-AF65-F5344CB8AC3E}">
        <p14:creationId xmlns:p14="http://schemas.microsoft.com/office/powerpoint/2010/main" val="29470343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Microsoft ACCESS - Formulare</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lvl="1"/>
            <a:r>
              <a:rPr lang="de-DE" dirty="0"/>
              <a:t>benötigtes Wissen: Grundlagen in Access (aus der vorherigen Stunde)</a:t>
            </a:r>
          </a:p>
          <a:p>
            <a:pPr lvl="1"/>
            <a:r>
              <a:rPr lang="de-DE" u="sng" dirty="0"/>
              <a:t>Selbststudium:</a:t>
            </a:r>
          </a:p>
          <a:p>
            <a:pPr lvl="2"/>
            <a:r>
              <a:rPr lang="de-DE" dirty="0"/>
              <a:t>Unter „Erstellen“ finden Sie die Unterpunkte Formularentwurf –und Assistent, sowie Berichtsformular –und Assistent</a:t>
            </a:r>
          </a:p>
          <a:p>
            <a:pPr lvl="2"/>
            <a:r>
              <a:rPr lang="de-DE" u="sng" dirty="0"/>
              <a:t>Aufgabe:</a:t>
            </a:r>
          </a:p>
          <a:p>
            <a:pPr lvl="3"/>
            <a:r>
              <a:rPr lang="de-DE" dirty="0"/>
              <a:t>Nutzen Sie Ihre Tabelle um diese 2 Punkte zu erkunden, gehen Sie dabei auf folgende Fragen ein:</a:t>
            </a:r>
          </a:p>
          <a:p>
            <a:pPr lvl="4"/>
            <a:r>
              <a:rPr lang="de-DE" dirty="0"/>
              <a:t>Wie funktionieren Formulare und Berichte?</a:t>
            </a:r>
          </a:p>
          <a:p>
            <a:pPr lvl="4"/>
            <a:r>
              <a:rPr lang="de-DE" dirty="0"/>
              <a:t>Welche Daten kann ich anzeigen lassen</a:t>
            </a:r>
          </a:p>
          <a:p>
            <a:pPr lvl="4"/>
            <a:r>
              <a:rPr lang="de-DE" dirty="0"/>
              <a:t>Wie funktionieren die Beziehungen untereinander</a:t>
            </a:r>
          </a:p>
          <a:p>
            <a:pPr lvl="4"/>
            <a:r>
              <a:rPr lang="de-DE" dirty="0"/>
              <a:t>Welche Gestaltungsmöglichkeiten habe ich?</a:t>
            </a:r>
          </a:p>
          <a:p>
            <a:pPr lvl="2"/>
            <a:endParaRPr lang="de-DE" dirty="0"/>
          </a:p>
        </p:txBody>
      </p:sp>
      <p:pic>
        <p:nvPicPr>
          <p:cNvPr id="5" name="Grafik 4">
            <a:extLst>
              <a:ext uri="{FF2B5EF4-FFF2-40B4-BE49-F238E27FC236}">
                <a16:creationId xmlns:a16="http://schemas.microsoft.com/office/drawing/2014/main" id="{BF7447BD-2454-46A5-963F-D442F08FA5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6467" y="1681132"/>
            <a:ext cx="1076780" cy="1443263"/>
          </a:xfrm>
          <a:prstGeom prst="rect">
            <a:avLst/>
          </a:prstGeom>
        </p:spPr>
      </p:pic>
    </p:spTree>
    <p:extLst>
      <p:ext uri="{BB962C8B-B14F-4D97-AF65-F5344CB8AC3E}">
        <p14:creationId xmlns:p14="http://schemas.microsoft.com/office/powerpoint/2010/main" val="36293821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Elektronische Krankenakte </a:t>
            </a:r>
            <a:br>
              <a:rPr lang="de-DE" dirty="0"/>
            </a:br>
            <a:r>
              <a:rPr lang="de-DE" dirty="0"/>
              <a:t>Übung</a:t>
            </a:r>
          </a:p>
        </p:txBody>
      </p:sp>
      <p:pic>
        <p:nvPicPr>
          <p:cNvPr id="4" name="Grafik 3">
            <a:extLst>
              <a:ext uri="{FF2B5EF4-FFF2-40B4-BE49-F238E27FC236}">
                <a16:creationId xmlns:a16="http://schemas.microsoft.com/office/drawing/2014/main" id="{0AEB2726-CD26-4AE3-B21B-1B6580EA90DE}"/>
              </a:ext>
            </a:extLst>
          </p:cNvPr>
          <p:cNvPicPr>
            <a:picLocks noChangeAspect="1"/>
          </p:cNvPicPr>
          <p:nvPr/>
        </p:nvPicPr>
        <p:blipFill>
          <a:blip r:embed="rId2"/>
          <a:stretch>
            <a:fillRect/>
          </a:stretch>
        </p:blipFill>
        <p:spPr>
          <a:xfrm>
            <a:off x="7896251" y="1646238"/>
            <a:ext cx="3690354" cy="2111884"/>
          </a:xfrm>
          <a:prstGeom prst="rect">
            <a:avLst/>
          </a:prstGeom>
        </p:spPr>
      </p:pic>
      <p:pic>
        <p:nvPicPr>
          <p:cNvPr id="5" name="Grafik 4">
            <a:extLst>
              <a:ext uri="{FF2B5EF4-FFF2-40B4-BE49-F238E27FC236}">
                <a16:creationId xmlns:a16="http://schemas.microsoft.com/office/drawing/2014/main" id="{0DF7590B-132E-408E-8948-123849834DF8}"/>
              </a:ext>
            </a:extLst>
          </p:cNvPr>
          <p:cNvPicPr>
            <a:picLocks noChangeAspect="1"/>
          </p:cNvPicPr>
          <p:nvPr/>
        </p:nvPicPr>
        <p:blipFill>
          <a:blip r:embed="rId3"/>
          <a:stretch>
            <a:fillRect/>
          </a:stretch>
        </p:blipFill>
        <p:spPr>
          <a:xfrm>
            <a:off x="5062009" y="1649432"/>
            <a:ext cx="2514666" cy="620502"/>
          </a:xfrm>
          <a:prstGeom prst="rect">
            <a:avLst/>
          </a:prstGeom>
        </p:spPr>
      </p:pic>
      <p:pic>
        <p:nvPicPr>
          <p:cNvPr id="6" name="Grafik 5">
            <a:extLst>
              <a:ext uri="{FF2B5EF4-FFF2-40B4-BE49-F238E27FC236}">
                <a16:creationId xmlns:a16="http://schemas.microsoft.com/office/drawing/2014/main" id="{35588E5B-B2BA-4EA6-A37F-A23C532CD9F2}"/>
              </a:ext>
            </a:extLst>
          </p:cNvPr>
          <p:cNvPicPr>
            <a:picLocks noChangeAspect="1"/>
          </p:cNvPicPr>
          <p:nvPr/>
        </p:nvPicPr>
        <p:blipFill>
          <a:blip r:embed="rId4"/>
          <a:stretch>
            <a:fillRect/>
          </a:stretch>
        </p:blipFill>
        <p:spPr>
          <a:xfrm>
            <a:off x="5046768" y="2380962"/>
            <a:ext cx="2509223" cy="783792"/>
          </a:xfrm>
          <a:prstGeom prst="rect">
            <a:avLst/>
          </a:prstGeom>
        </p:spPr>
      </p:pic>
      <p:pic>
        <p:nvPicPr>
          <p:cNvPr id="7" name="Grafik 6">
            <a:extLst>
              <a:ext uri="{FF2B5EF4-FFF2-40B4-BE49-F238E27FC236}">
                <a16:creationId xmlns:a16="http://schemas.microsoft.com/office/drawing/2014/main" id="{FCB61124-6366-4C34-97D8-A50EC8661C1B}"/>
              </a:ext>
            </a:extLst>
          </p:cNvPr>
          <p:cNvPicPr>
            <a:picLocks noChangeAspect="1"/>
          </p:cNvPicPr>
          <p:nvPr/>
        </p:nvPicPr>
        <p:blipFill>
          <a:blip r:embed="rId5"/>
          <a:stretch>
            <a:fillRect/>
          </a:stretch>
        </p:blipFill>
        <p:spPr>
          <a:xfrm>
            <a:off x="5062009" y="3273378"/>
            <a:ext cx="2530995" cy="767463"/>
          </a:xfrm>
          <a:prstGeom prst="rect">
            <a:avLst/>
          </a:prstGeom>
        </p:spPr>
      </p:pic>
      <p:pic>
        <p:nvPicPr>
          <p:cNvPr id="8" name="Grafik 7">
            <a:extLst>
              <a:ext uri="{FF2B5EF4-FFF2-40B4-BE49-F238E27FC236}">
                <a16:creationId xmlns:a16="http://schemas.microsoft.com/office/drawing/2014/main" id="{CB37A155-42E5-42F0-BE6A-B205488F7A0C}"/>
              </a:ext>
            </a:extLst>
          </p:cNvPr>
          <p:cNvPicPr>
            <a:picLocks noChangeAspect="1"/>
          </p:cNvPicPr>
          <p:nvPr/>
        </p:nvPicPr>
        <p:blipFill>
          <a:blip r:embed="rId6"/>
          <a:stretch>
            <a:fillRect/>
          </a:stretch>
        </p:blipFill>
        <p:spPr>
          <a:xfrm>
            <a:off x="5062009" y="4149465"/>
            <a:ext cx="2520109" cy="767463"/>
          </a:xfrm>
          <a:prstGeom prst="rect">
            <a:avLst/>
          </a:prstGeom>
        </p:spPr>
      </p:pic>
      <p:pic>
        <p:nvPicPr>
          <p:cNvPr id="9" name="Grafik 8">
            <a:extLst>
              <a:ext uri="{FF2B5EF4-FFF2-40B4-BE49-F238E27FC236}">
                <a16:creationId xmlns:a16="http://schemas.microsoft.com/office/drawing/2014/main" id="{F07A5737-0D64-4705-8B9C-A01F2F1F9B91}"/>
              </a:ext>
            </a:extLst>
          </p:cNvPr>
          <p:cNvPicPr>
            <a:picLocks noChangeAspect="1"/>
          </p:cNvPicPr>
          <p:nvPr/>
        </p:nvPicPr>
        <p:blipFill>
          <a:blip r:embed="rId7"/>
          <a:stretch>
            <a:fillRect/>
          </a:stretch>
        </p:blipFill>
        <p:spPr>
          <a:xfrm>
            <a:off x="7896251" y="4149465"/>
            <a:ext cx="2558210" cy="1496825"/>
          </a:xfrm>
          <a:prstGeom prst="rect">
            <a:avLst/>
          </a:prstGeom>
        </p:spPr>
      </p:pic>
      <p:sp>
        <p:nvSpPr>
          <p:cNvPr id="10" name="Inhaltsplatzhalter 5">
            <a:extLst>
              <a:ext uri="{FF2B5EF4-FFF2-40B4-BE49-F238E27FC236}">
                <a16:creationId xmlns:a16="http://schemas.microsoft.com/office/drawing/2014/main" id="{CABC17C7-994C-4FD5-A004-E8FDAEC4FA39}"/>
              </a:ext>
            </a:extLst>
          </p:cNvPr>
          <p:cNvSpPr>
            <a:spLocks noGrp="1"/>
          </p:cNvSpPr>
          <p:nvPr>
            <p:ph idx="1"/>
          </p:nvPr>
        </p:nvSpPr>
        <p:spPr>
          <a:xfrm>
            <a:off x="160867" y="1825625"/>
            <a:ext cx="4681099" cy="4351338"/>
          </a:xfrm>
        </p:spPr>
        <p:txBody>
          <a:bodyPr>
            <a:normAutofit fontScale="55000" lnSpcReduction="20000"/>
          </a:bodyPr>
          <a:lstStyle/>
          <a:p>
            <a:r>
              <a:rPr lang="de-DE" dirty="0"/>
              <a:t>Gegeben sind die Tabellen</a:t>
            </a:r>
            <a:r>
              <a:rPr lang="de-DE" dirty="0">
                <a:sym typeface="Wingdings" panose="05000000000000000000" pitchFamily="2" charset="2"/>
              </a:rPr>
              <a:t></a:t>
            </a:r>
          </a:p>
          <a:p>
            <a:r>
              <a:rPr lang="de-DE" dirty="0">
                <a:sym typeface="Wingdings" panose="05000000000000000000" pitchFamily="2" charset="2"/>
              </a:rPr>
              <a:t>Zeichnen Sie zum Sachverhalt ein ERD und das Relationale Datenbankmodell vorerst in DIA</a:t>
            </a:r>
          </a:p>
          <a:p>
            <a:r>
              <a:rPr lang="de-DE" dirty="0">
                <a:sym typeface="Wingdings" panose="05000000000000000000" pitchFamily="2" charset="2"/>
              </a:rPr>
              <a:t>Übernehmen Sie anschließend die Tabellen in ACCESS</a:t>
            </a:r>
          </a:p>
          <a:p>
            <a:r>
              <a:rPr lang="de-DE" dirty="0">
                <a:sym typeface="Wingdings" panose="05000000000000000000" pitchFamily="2" charset="2"/>
              </a:rPr>
              <a:t>Erstellen Sie die Beziehungen in ACCESS</a:t>
            </a:r>
          </a:p>
          <a:p>
            <a:r>
              <a:rPr lang="de-DE" dirty="0">
                <a:sym typeface="Wingdings" panose="05000000000000000000" pitchFamily="2" charset="2"/>
              </a:rPr>
              <a:t>Erstellen Sie 3 sinnvolle Formulare  mit folgenden Anforderungen:</a:t>
            </a:r>
          </a:p>
          <a:p>
            <a:pPr lvl="1"/>
            <a:r>
              <a:rPr lang="de-DE" dirty="0">
                <a:sym typeface="Wingdings" panose="05000000000000000000" pitchFamily="2" charset="2"/>
              </a:rPr>
              <a:t>Benutzerfreundlichkeit gewährleistet mithilfe von Buttons wie:</a:t>
            </a:r>
          </a:p>
          <a:p>
            <a:pPr lvl="2"/>
            <a:r>
              <a:rPr lang="de-DE" dirty="0">
                <a:sym typeface="Wingdings" panose="05000000000000000000" pitchFamily="2" charset="2"/>
              </a:rPr>
              <a:t>Vor und Zurück</a:t>
            </a:r>
          </a:p>
          <a:p>
            <a:pPr lvl="2"/>
            <a:r>
              <a:rPr lang="de-DE" dirty="0">
                <a:sym typeface="Wingdings" panose="05000000000000000000" pitchFamily="2" charset="2"/>
              </a:rPr>
              <a:t>Drucken</a:t>
            </a:r>
          </a:p>
          <a:p>
            <a:pPr lvl="2"/>
            <a:r>
              <a:rPr lang="de-DE" dirty="0">
                <a:sym typeface="Wingdings" panose="05000000000000000000" pitchFamily="2" charset="2"/>
              </a:rPr>
              <a:t>Suchen</a:t>
            </a:r>
          </a:p>
          <a:p>
            <a:pPr lvl="1"/>
            <a:r>
              <a:rPr lang="de-DE" dirty="0">
                <a:sym typeface="Wingdings" panose="05000000000000000000" pitchFamily="2" charset="2"/>
              </a:rPr>
              <a:t>Verknüpfte Tabellen</a:t>
            </a:r>
          </a:p>
          <a:p>
            <a:r>
              <a:rPr lang="de-DE" dirty="0">
                <a:sym typeface="Wingdings" panose="05000000000000000000" pitchFamily="2" charset="2"/>
              </a:rPr>
              <a:t>Erstellen Sie einen Beleg, der zum Beispiel über ein Formular gedruckt werden kann</a:t>
            </a:r>
            <a:endParaRPr lang="de-DE" dirty="0"/>
          </a:p>
        </p:txBody>
      </p:sp>
      <p:sp>
        <p:nvSpPr>
          <p:cNvPr id="12" name="Textfeld 11">
            <a:extLst>
              <a:ext uri="{FF2B5EF4-FFF2-40B4-BE49-F238E27FC236}">
                <a16:creationId xmlns:a16="http://schemas.microsoft.com/office/drawing/2014/main" id="{28328EE3-7F84-47F9-87A0-089FFC06D98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11" name="Grafik 10">
            <a:extLst>
              <a:ext uri="{FF2B5EF4-FFF2-40B4-BE49-F238E27FC236}">
                <a16:creationId xmlns:a16="http://schemas.microsoft.com/office/drawing/2014/main" id="{F70E3571-362B-425A-B27F-9550F03AB84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681894" y="141288"/>
            <a:ext cx="1076780" cy="1443263"/>
          </a:xfrm>
          <a:prstGeom prst="rect">
            <a:avLst/>
          </a:prstGeom>
        </p:spPr>
      </p:pic>
    </p:spTree>
    <p:extLst>
      <p:ext uri="{BB962C8B-B14F-4D97-AF65-F5344CB8AC3E}">
        <p14:creationId xmlns:p14="http://schemas.microsoft.com/office/powerpoint/2010/main" val="35258255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Import über CSV-Übung</a:t>
            </a:r>
            <a:br>
              <a:rPr lang="de-DE" dirty="0"/>
            </a:br>
            <a:r>
              <a:rPr lang="de-DE" dirty="0"/>
              <a:t>Übung</a:t>
            </a:r>
          </a:p>
        </p:txBody>
      </p:sp>
      <p:pic>
        <p:nvPicPr>
          <p:cNvPr id="12" name="Inhaltsplatzhalter 7">
            <a:extLst>
              <a:ext uri="{FF2B5EF4-FFF2-40B4-BE49-F238E27FC236}">
                <a16:creationId xmlns:a16="http://schemas.microsoft.com/office/drawing/2014/main" id="{C50E62FB-007D-4004-8F12-044E3E185A50}"/>
              </a:ext>
            </a:extLst>
          </p:cNvPr>
          <p:cNvPicPr>
            <a:picLocks noGrp="1" noChangeAspect="1"/>
          </p:cNvPicPr>
          <p:nvPr>
            <p:ph idx="1"/>
          </p:nvPr>
        </p:nvPicPr>
        <p:blipFill>
          <a:blip r:embed="rId2"/>
          <a:stretch>
            <a:fillRect/>
          </a:stretch>
        </p:blipFill>
        <p:spPr>
          <a:xfrm>
            <a:off x="5723785" y="1891962"/>
            <a:ext cx="5276535" cy="3803650"/>
          </a:xfrm>
          <a:prstGeom prst="rect">
            <a:avLst/>
          </a:prstGeom>
        </p:spPr>
      </p:pic>
      <p:sp>
        <p:nvSpPr>
          <p:cNvPr id="13" name="Textplatzhalter 2">
            <a:extLst>
              <a:ext uri="{FF2B5EF4-FFF2-40B4-BE49-F238E27FC236}">
                <a16:creationId xmlns:a16="http://schemas.microsoft.com/office/drawing/2014/main" id="{1A81A16F-783F-4D91-8C4A-B514031F1C81}"/>
              </a:ext>
            </a:extLst>
          </p:cNvPr>
          <p:cNvSpPr txBox="1">
            <a:spLocks/>
          </p:cNvSpPr>
          <p:nvPr/>
        </p:nvSpPr>
        <p:spPr>
          <a:xfrm>
            <a:off x="839788" y="2057400"/>
            <a:ext cx="3932237" cy="3811588"/>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Finden Sie die 100 häufigsten Krankheiten in Form der ICD-Codes</a:t>
            </a:r>
          </a:p>
          <a:p>
            <a:r>
              <a:rPr lang="de-DE"/>
              <a:t>Speichern Sie die Daten in einem csv (Excel) Dokument ab</a:t>
            </a:r>
          </a:p>
          <a:p>
            <a:r>
              <a:rPr lang="de-DE"/>
              <a:t>Import der Daten ins Access</a:t>
            </a:r>
          </a:p>
          <a:p>
            <a:pPr lvl="1"/>
            <a:r>
              <a:rPr lang="de-DE"/>
              <a:t>Externe Daten </a:t>
            </a:r>
            <a:r>
              <a:rPr lang="de-DE">
                <a:sym typeface="Wingdings" panose="05000000000000000000" pitchFamily="2" charset="2"/>
              </a:rPr>
              <a:t> Neue Datenquelle (csv)</a:t>
            </a:r>
          </a:p>
          <a:p>
            <a:pPr lvl="1"/>
            <a:r>
              <a:rPr lang="de-DE">
                <a:sym typeface="Wingdings" panose="05000000000000000000" pitchFamily="2" charset="2"/>
              </a:rPr>
              <a:t>Zieltabelle auswählen</a:t>
            </a:r>
          </a:p>
          <a:p>
            <a:pPr lvl="1"/>
            <a:r>
              <a:rPr lang="de-DE">
                <a:sym typeface="Wingdings" panose="05000000000000000000" pitchFamily="2" charset="2"/>
              </a:rPr>
              <a:t>Datentypen beachten bzw. korrigieren</a:t>
            </a:r>
          </a:p>
          <a:p>
            <a:pPr lvl="1"/>
            <a:r>
              <a:rPr lang="de-DE">
                <a:sym typeface="Wingdings" panose="05000000000000000000" pitchFamily="2" charset="2"/>
              </a:rPr>
              <a:t>Primärschlüssel von Access vergeben</a:t>
            </a:r>
          </a:p>
          <a:p>
            <a:pPr lvl="1"/>
            <a:r>
              <a:rPr lang="de-DE">
                <a:sym typeface="Wingdings" panose="05000000000000000000" pitchFamily="2" charset="2"/>
              </a:rPr>
              <a:t>Daten nachbereiten</a:t>
            </a:r>
            <a:endParaRPr lang="de-DE" dirty="0"/>
          </a:p>
        </p:txBody>
      </p:sp>
      <p:sp>
        <p:nvSpPr>
          <p:cNvPr id="14" name="Rechteck 13">
            <a:extLst>
              <a:ext uri="{FF2B5EF4-FFF2-40B4-BE49-F238E27FC236}">
                <a16:creationId xmlns:a16="http://schemas.microsoft.com/office/drawing/2014/main" id="{2307FAB7-B1BB-4901-AB5F-783B291A5F05}"/>
              </a:ext>
            </a:extLst>
          </p:cNvPr>
          <p:cNvSpPr/>
          <p:nvPr/>
        </p:nvSpPr>
        <p:spPr>
          <a:xfrm>
            <a:off x="5723785" y="5741281"/>
            <a:ext cx="6096000" cy="400110"/>
          </a:xfrm>
          <a:prstGeom prst="rect">
            <a:avLst/>
          </a:prstGeom>
        </p:spPr>
        <p:txBody>
          <a:bodyPr>
            <a:spAutoFit/>
          </a:bodyPr>
          <a:lstStyle/>
          <a:p>
            <a:r>
              <a:rPr lang="de-DE" sz="1000" dirty="0"/>
              <a:t>Quelle: </a:t>
            </a:r>
            <a:r>
              <a:rPr lang="de-DE" sz="1000" dirty="0">
                <a:hlinkClick r:id="rId3"/>
              </a:rPr>
              <a:t>https://www.kvno.de/fileadmin/shared/pdf/online/verordnungen/morbiditaetsstatistik/100icd_20-3.pdf?v=1636545602</a:t>
            </a:r>
            <a:r>
              <a:rPr lang="de-DE" sz="1000" dirty="0"/>
              <a:t> abgerufen am 23.01.2024</a:t>
            </a:r>
          </a:p>
        </p:txBody>
      </p:sp>
      <p:sp>
        <p:nvSpPr>
          <p:cNvPr id="7" name="Textfeld 6">
            <a:extLst>
              <a:ext uri="{FF2B5EF4-FFF2-40B4-BE49-F238E27FC236}">
                <a16:creationId xmlns:a16="http://schemas.microsoft.com/office/drawing/2014/main" id="{93A529EF-798E-44E8-8AFB-1B4DB8B7665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8" name="Grafik 7">
            <a:extLst>
              <a:ext uri="{FF2B5EF4-FFF2-40B4-BE49-F238E27FC236}">
                <a16:creationId xmlns:a16="http://schemas.microsoft.com/office/drawing/2014/main" id="{63D7987C-E6F0-4427-A972-2FCF7E6138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36435" y="261824"/>
            <a:ext cx="1076780" cy="1443263"/>
          </a:xfrm>
          <a:prstGeom prst="rect">
            <a:avLst/>
          </a:prstGeom>
        </p:spPr>
      </p:pic>
    </p:spTree>
    <p:extLst>
      <p:ext uri="{BB962C8B-B14F-4D97-AF65-F5344CB8AC3E}">
        <p14:creationId xmlns:p14="http://schemas.microsoft.com/office/powerpoint/2010/main" val="11374112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Navigationsformular</a:t>
            </a:r>
            <a:br>
              <a:rPr lang="de-DE" dirty="0"/>
            </a:br>
            <a:r>
              <a:rPr lang="de-DE" dirty="0"/>
              <a:t>Übung</a:t>
            </a:r>
          </a:p>
        </p:txBody>
      </p:sp>
      <p:pic>
        <p:nvPicPr>
          <p:cNvPr id="7" name="Inhaltsplatzhalter 8">
            <a:extLst>
              <a:ext uri="{FF2B5EF4-FFF2-40B4-BE49-F238E27FC236}">
                <a16:creationId xmlns:a16="http://schemas.microsoft.com/office/drawing/2014/main" id="{5F532131-7982-4297-8723-B537FF69211E}"/>
              </a:ext>
            </a:extLst>
          </p:cNvPr>
          <p:cNvPicPr>
            <a:picLocks noGrp="1" noChangeAspect="1"/>
          </p:cNvPicPr>
          <p:nvPr>
            <p:ph idx="1"/>
          </p:nvPr>
        </p:nvPicPr>
        <p:blipFill>
          <a:blip r:embed="rId2"/>
          <a:stretch>
            <a:fillRect/>
          </a:stretch>
        </p:blipFill>
        <p:spPr>
          <a:xfrm>
            <a:off x="6096000" y="2042637"/>
            <a:ext cx="5857033" cy="3803650"/>
          </a:xfrm>
          <a:prstGeom prst="rect">
            <a:avLst/>
          </a:prstGeom>
        </p:spPr>
      </p:pic>
      <p:sp>
        <p:nvSpPr>
          <p:cNvPr id="10" name="Textplatzhalter 3">
            <a:extLst>
              <a:ext uri="{FF2B5EF4-FFF2-40B4-BE49-F238E27FC236}">
                <a16:creationId xmlns:a16="http://schemas.microsoft.com/office/drawing/2014/main" id="{5BDBAE5A-4BE3-4657-AA02-12B53D192CFD}"/>
              </a:ext>
            </a:extLst>
          </p:cNvPr>
          <p:cNvSpPr txBox="1">
            <a:spLocks/>
          </p:cNvSpPr>
          <p:nvPr/>
        </p:nvSpPr>
        <p:spPr>
          <a:xfrm>
            <a:off x="269945" y="1820939"/>
            <a:ext cx="4156281" cy="4025348"/>
          </a:xfrm>
          <a:prstGeom prst="rect">
            <a:avLst/>
          </a:prstGeom>
          <a:solidFill>
            <a:schemeClr val="accent6">
              <a:lumMod val="40000"/>
              <a:lumOff val="6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de-DE" sz="2400" dirty="0"/>
              <a:t>Formular erstellen für Navigation mit horizontalen Registerkarten</a:t>
            </a:r>
          </a:p>
          <a:p>
            <a:pPr marL="342900" indent="-342900">
              <a:buFont typeface="+mj-lt"/>
              <a:buAutoNum type="arabicPeriod"/>
            </a:pPr>
            <a:r>
              <a:rPr lang="de-DE" sz="2400" dirty="0"/>
              <a:t>existierende Formulare per </a:t>
            </a:r>
            <a:r>
              <a:rPr lang="de-DE" sz="2400" dirty="0" err="1"/>
              <a:t>drag</a:t>
            </a:r>
            <a:r>
              <a:rPr lang="de-DE" sz="2400" dirty="0"/>
              <a:t> &amp; </a:t>
            </a:r>
            <a:r>
              <a:rPr lang="de-DE" sz="2400" dirty="0" err="1"/>
              <a:t>drop</a:t>
            </a:r>
            <a:r>
              <a:rPr lang="de-DE" sz="2400" dirty="0"/>
              <a:t> in das Register ziehen</a:t>
            </a:r>
          </a:p>
          <a:p>
            <a:pPr marL="342900" indent="-342900">
              <a:buFont typeface="+mj-lt"/>
              <a:buAutoNum type="arabicPeriod"/>
            </a:pPr>
            <a:r>
              <a:rPr lang="de-DE" sz="2400" dirty="0"/>
              <a:t>Datei </a:t>
            </a:r>
            <a:r>
              <a:rPr lang="de-DE" sz="2400" dirty="0">
                <a:sym typeface="Wingdings" panose="05000000000000000000" pitchFamily="2" charset="2"/>
              </a:rPr>
              <a:t> Optionen  unter Formular-Anzeigen das Navigationsformular wählen</a:t>
            </a:r>
            <a:endParaRPr lang="de-DE" sz="2400" dirty="0"/>
          </a:p>
        </p:txBody>
      </p:sp>
      <p:pic>
        <p:nvPicPr>
          <p:cNvPr id="11" name="Grafik 10">
            <a:extLst>
              <a:ext uri="{FF2B5EF4-FFF2-40B4-BE49-F238E27FC236}">
                <a16:creationId xmlns:a16="http://schemas.microsoft.com/office/drawing/2014/main" id="{400515C7-BDE0-4EA6-AD15-CD541A567A90}"/>
              </a:ext>
            </a:extLst>
          </p:cNvPr>
          <p:cNvPicPr>
            <a:picLocks noChangeAspect="1"/>
          </p:cNvPicPr>
          <p:nvPr/>
        </p:nvPicPr>
        <p:blipFill>
          <a:blip r:embed="rId3"/>
          <a:stretch>
            <a:fillRect/>
          </a:stretch>
        </p:blipFill>
        <p:spPr>
          <a:xfrm>
            <a:off x="4150703" y="1056884"/>
            <a:ext cx="4914590" cy="1014858"/>
          </a:xfrm>
          <a:prstGeom prst="rect">
            <a:avLst/>
          </a:prstGeom>
        </p:spPr>
      </p:pic>
      <p:pic>
        <p:nvPicPr>
          <p:cNvPr id="12" name="Grafik 11">
            <a:extLst>
              <a:ext uri="{FF2B5EF4-FFF2-40B4-BE49-F238E27FC236}">
                <a16:creationId xmlns:a16="http://schemas.microsoft.com/office/drawing/2014/main" id="{77E033EB-A2FF-4A84-95C6-1592AF95AB9D}"/>
              </a:ext>
            </a:extLst>
          </p:cNvPr>
          <p:cNvPicPr>
            <a:picLocks noChangeAspect="1"/>
          </p:cNvPicPr>
          <p:nvPr/>
        </p:nvPicPr>
        <p:blipFill>
          <a:blip r:embed="rId4"/>
          <a:stretch>
            <a:fillRect/>
          </a:stretch>
        </p:blipFill>
        <p:spPr>
          <a:xfrm>
            <a:off x="4426226" y="3334432"/>
            <a:ext cx="3987035" cy="1647929"/>
          </a:xfrm>
          <a:prstGeom prst="rect">
            <a:avLst/>
          </a:prstGeom>
        </p:spPr>
      </p:pic>
      <p:sp>
        <p:nvSpPr>
          <p:cNvPr id="9" name="Textfeld 8">
            <a:extLst>
              <a:ext uri="{FF2B5EF4-FFF2-40B4-BE49-F238E27FC236}">
                <a16:creationId xmlns:a16="http://schemas.microsoft.com/office/drawing/2014/main" id="{8EF65934-84D5-47F7-BC61-E3A502CB7DED}"/>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8" name="Grafik 7">
            <a:extLst>
              <a:ext uri="{FF2B5EF4-FFF2-40B4-BE49-F238E27FC236}">
                <a16:creationId xmlns:a16="http://schemas.microsoft.com/office/drawing/2014/main" id="{4DB4EF19-A294-4D02-BDB1-388E59CFC3F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84826" y="2058372"/>
            <a:ext cx="962009" cy="1289430"/>
          </a:xfrm>
          <a:prstGeom prst="rect">
            <a:avLst/>
          </a:prstGeom>
        </p:spPr>
      </p:pic>
    </p:spTree>
    <p:extLst>
      <p:ext uri="{BB962C8B-B14F-4D97-AF65-F5344CB8AC3E}">
        <p14:creationId xmlns:p14="http://schemas.microsoft.com/office/powerpoint/2010/main" val="8576739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Zusammenfassung</a:t>
            </a:r>
          </a:p>
        </p:txBody>
      </p:sp>
      <p:pic>
        <p:nvPicPr>
          <p:cNvPr id="8" name="Inhaltsplatzhalter 7">
            <a:extLst>
              <a:ext uri="{FF2B5EF4-FFF2-40B4-BE49-F238E27FC236}">
                <a16:creationId xmlns:a16="http://schemas.microsoft.com/office/drawing/2014/main" id="{9DB4A80E-C1B1-4696-BF00-1437F116E479}"/>
              </a:ext>
            </a:extLst>
          </p:cNvPr>
          <p:cNvPicPr>
            <a:picLocks noGrp="1"/>
          </p:cNvPicPr>
          <p:nvPr>
            <p:ph idx="1"/>
          </p:nvPr>
        </p:nvPicPr>
        <p:blipFill rotWithShape="1">
          <a:blip r:embed="rId2"/>
          <a:stretch/>
        </p:blipFill>
        <p:spPr>
          <a:xfrm>
            <a:off x="5183188" y="2107565"/>
            <a:ext cx="6172200" cy="3703319"/>
          </a:xfrm>
          <a:prstGeom prst="rect">
            <a:avLst/>
          </a:prstGeom>
        </p:spPr>
      </p:pic>
      <p:sp>
        <p:nvSpPr>
          <p:cNvPr id="9" name="Textplatzhalter 2">
            <a:extLst>
              <a:ext uri="{FF2B5EF4-FFF2-40B4-BE49-F238E27FC236}">
                <a16:creationId xmlns:a16="http://schemas.microsoft.com/office/drawing/2014/main" id="{26C83483-3E5E-4902-A6A6-59030786C032}"/>
              </a:ext>
            </a:extLst>
          </p:cNvPr>
          <p:cNvSpPr txBox="1">
            <a:spLocks/>
          </p:cNvSpPr>
          <p:nvPr/>
        </p:nvSpPr>
        <p:spPr>
          <a:xfrm>
            <a:off x="839788" y="2057400"/>
            <a:ext cx="3932237" cy="3811588"/>
          </a:xfrm>
          <a:prstGeom prst="rect">
            <a:avLst/>
          </a:prstGeom>
          <a:solidFill>
            <a:schemeClr val="accent5">
              <a:lumMod val="40000"/>
              <a:lumOff val="60000"/>
            </a:schemeClr>
          </a:solidFill>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de-DE"/>
              <a:t>Tabelle hat einen eindeutigen Namen</a:t>
            </a:r>
          </a:p>
          <a:p>
            <a:pPr>
              <a:buFont typeface="Wingdings" panose="05000000000000000000" pitchFamily="2" charset="2"/>
              <a:buChar char="ü"/>
            </a:pPr>
            <a:r>
              <a:rPr lang="de-DE"/>
              <a:t>= Menge von Informationen zu </a:t>
            </a:r>
            <a:r>
              <a:rPr lang="de-DE" u="sng"/>
              <a:t>einer</a:t>
            </a:r>
            <a:r>
              <a:rPr lang="de-DE"/>
              <a:t> bestimmten Gruppe</a:t>
            </a:r>
          </a:p>
          <a:p>
            <a:pPr>
              <a:buFont typeface="Wingdings" panose="05000000000000000000" pitchFamily="2" charset="2"/>
              <a:buChar char="ü"/>
            </a:pPr>
            <a:r>
              <a:rPr lang="de-DE"/>
              <a:t>Entität </a:t>
            </a:r>
            <a:r>
              <a:rPr lang="de-DE" u="sng"/>
              <a:t>hat</a:t>
            </a:r>
            <a:r>
              <a:rPr lang="de-DE"/>
              <a:t> notwendige Eigenschaften (</a:t>
            </a:r>
            <a:r>
              <a:rPr lang="de-DE" b="1"/>
              <a:t>Attribut</a:t>
            </a:r>
            <a:r>
              <a:rPr lang="de-DE"/>
              <a:t>)</a:t>
            </a:r>
          </a:p>
          <a:p>
            <a:pPr>
              <a:buFont typeface="Wingdings" panose="05000000000000000000" pitchFamily="2" charset="2"/>
              <a:buChar char="ü"/>
            </a:pPr>
            <a:r>
              <a:rPr lang="de-DE"/>
              <a:t>Ein Attribut ist der </a:t>
            </a:r>
            <a:r>
              <a:rPr lang="de-DE" b="1"/>
              <a:t>Primärschlüssel</a:t>
            </a:r>
            <a:endParaRPr lang="de-DE"/>
          </a:p>
          <a:p>
            <a:pPr>
              <a:buFont typeface="Wingdings" panose="05000000000000000000" pitchFamily="2" charset="2"/>
              <a:buChar char="ü"/>
            </a:pPr>
            <a:r>
              <a:rPr lang="de-DE"/>
              <a:t>Jedes Attribut hat einen </a:t>
            </a:r>
            <a:r>
              <a:rPr lang="de-DE" b="1"/>
              <a:t>Datentyp</a:t>
            </a:r>
            <a:endParaRPr lang="de-DE"/>
          </a:p>
          <a:p>
            <a:pPr>
              <a:buFont typeface="Wingdings" panose="05000000000000000000" pitchFamily="2" charset="2"/>
              <a:buChar char="ü"/>
            </a:pPr>
            <a:r>
              <a:rPr lang="de-DE"/>
              <a:t>Bestimmte Attribute haben eine </a:t>
            </a:r>
            <a:r>
              <a:rPr lang="de-DE" b="1"/>
              <a:t>muss</a:t>
            </a:r>
            <a:r>
              <a:rPr lang="de-DE"/>
              <a:t> Eigenschaft, d.h. sie müssen erfasst werden, um den Datensatz speichern zu können</a:t>
            </a:r>
            <a:endParaRPr lang="de-DE" dirty="0"/>
          </a:p>
        </p:txBody>
      </p:sp>
      <p:sp>
        <p:nvSpPr>
          <p:cNvPr id="6" name="Textfeld 5">
            <a:extLst>
              <a:ext uri="{FF2B5EF4-FFF2-40B4-BE49-F238E27FC236}">
                <a16:creationId xmlns:a16="http://schemas.microsoft.com/office/drawing/2014/main" id="{CDFA565B-535A-49D2-A3BB-07F5478DAA1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Tree>
    <p:extLst>
      <p:ext uri="{BB962C8B-B14F-4D97-AF65-F5344CB8AC3E}">
        <p14:creationId xmlns:p14="http://schemas.microsoft.com/office/powerpoint/2010/main" val="8152453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Übung Datenbank KFZ</a:t>
            </a:r>
          </a:p>
        </p:txBody>
      </p:sp>
      <p:sp>
        <p:nvSpPr>
          <p:cNvPr id="9" name="Textplatzhalter 2">
            <a:extLst>
              <a:ext uri="{FF2B5EF4-FFF2-40B4-BE49-F238E27FC236}">
                <a16:creationId xmlns:a16="http://schemas.microsoft.com/office/drawing/2014/main" id="{D8611396-604E-4031-BA8B-8D0C94335ADE}"/>
              </a:ext>
            </a:extLst>
          </p:cNvPr>
          <p:cNvSpPr txBox="1">
            <a:spLocks/>
          </p:cNvSpPr>
          <p:nvPr/>
        </p:nvSpPr>
        <p:spPr>
          <a:xfrm>
            <a:off x="160867" y="1646238"/>
            <a:ext cx="4325461" cy="3811588"/>
          </a:xfrm>
          <a:prstGeom prst="rect">
            <a:avLst/>
          </a:prstGeom>
          <a:solidFill>
            <a:schemeClr val="accent6">
              <a:lumMod val="40000"/>
              <a:lumOff val="60000"/>
            </a:schemeClr>
          </a:solidFill>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a:t>Ein Großhandel liefert </a:t>
            </a:r>
            <a:r>
              <a:rPr lang="de-DE" b="1"/>
              <a:t>AUFTRÄGE </a:t>
            </a:r>
            <a:r>
              <a:rPr lang="de-DE"/>
              <a:t>(Bestelldatum), verschiedener </a:t>
            </a:r>
            <a:r>
              <a:rPr lang="de-DE" b="1"/>
              <a:t>KUNDEN</a:t>
            </a:r>
            <a:r>
              <a:rPr lang="de-DE"/>
              <a:t> (Name, Straße, PLZ, Telefon, E-Mail, Website) mit bestimmten </a:t>
            </a:r>
            <a:r>
              <a:rPr lang="de-DE" b="1"/>
              <a:t>ARTIKELn </a:t>
            </a:r>
            <a:r>
              <a:rPr lang="de-DE"/>
              <a:t>(Artikel, Meldebestand, Lagerbestand, Stückpreis)</a:t>
            </a:r>
            <a:r>
              <a:rPr lang="de-DE" b="1"/>
              <a:t> </a:t>
            </a:r>
            <a:r>
              <a:rPr lang="de-DE"/>
              <a:t>in bestellter</a:t>
            </a:r>
            <a:r>
              <a:rPr lang="de-DE" b="1"/>
              <a:t> </a:t>
            </a:r>
            <a:r>
              <a:rPr lang="de-DE"/>
              <a:t>Menge</a:t>
            </a:r>
            <a:r>
              <a:rPr lang="de-DE" b="1"/>
              <a:t> </a:t>
            </a:r>
            <a:r>
              <a:rPr lang="de-DE"/>
              <a:t>aus.</a:t>
            </a:r>
          </a:p>
          <a:p>
            <a:pPr marL="0" indent="0">
              <a:buFont typeface="Arial" panose="020B0604020202020204" pitchFamily="34" charset="0"/>
              <a:buNone/>
            </a:pPr>
            <a:r>
              <a:rPr lang="de-DE"/>
              <a:t>Außerdem läuft im Großhandel derzeit eine Rabattaktion, so werden für einzelne Artikel Rabatte von 5 oder auch 10 Prozent gewährt.</a:t>
            </a:r>
          </a:p>
          <a:p>
            <a:pPr marL="0" indent="0">
              <a:buFont typeface="Arial" panose="020B0604020202020204" pitchFamily="34" charset="0"/>
              <a:buNone/>
            </a:pPr>
            <a:r>
              <a:rPr lang="de-DE"/>
              <a:t>Da Kunden auch in gleichen Orten wohnen können, wird eine Tabelle </a:t>
            </a:r>
            <a:r>
              <a:rPr lang="de-DE" b="1"/>
              <a:t>ORT </a:t>
            </a:r>
            <a:r>
              <a:rPr lang="de-DE"/>
              <a:t>(PLZ, Ort)</a:t>
            </a:r>
            <a:r>
              <a:rPr lang="de-DE" b="1"/>
              <a:t> </a:t>
            </a:r>
            <a:r>
              <a:rPr lang="de-DE"/>
              <a:t>empfohlen.</a:t>
            </a:r>
          </a:p>
          <a:p>
            <a:pPr marL="0" indent="0">
              <a:buFont typeface="Arial" panose="020B0604020202020204" pitchFamily="34" charset="0"/>
              <a:buNone/>
            </a:pPr>
            <a:r>
              <a:rPr lang="de-DE" b="1"/>
              <a:t>Erstellen Sie für diesen Sachverhalt das ERD.</a:t>
            </a:r>
            <a:endParaRPr lang="de-DE" b="1" dirty="0"/>
          </a:p>
        </p:txBody>
      </p:sp>
      <p:graphicFrame>
        <p:nvGraphicFramePr>
          <p:cNvPr id="13" name="Inhaltsplatzhalter 7">
            <a:extLst>
              <a:ext uri="{FF2B5EF4-FFF2-40B4-BE49-F238E27FC236}">
                <a16:creationId xmlns:a16="http://schemas.microsoft.com/office/drawing/2014/main" id="{C0AAB9BF-BED1-40B0-B9D4-DB52E156F861}"/>
              </a:ext>
            </a:extLst>
          </p:cNvPr>
          <p:cNvGraphicFramePr>
            <a:graphicFrameLocks/>
          </p:cNvGraphicFramePr>
          <p:nvPr>
            <p:extLst>
              <p:ext uri="{D42A27DB-BD31-4B8C-83A1-F6EECF244321}">
                <p14:modId xmlns:p14="http://schemas.microsoft.com/office/powerpoint/2010/main" val="2171746206"/>
              </p:ext>
            </p:extLst>
          </p:nvPr>
        </p:nvGraphicFramePr>
        <p:xfrm>
          <a:off x="5653485" y="1493590"/>
          <a:ext cx="4921750" cy="4456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feld 4">
            <a:extLst>
              <a:ext uri="{FF2B5EF4-FFF2-40B4-BE49-F238E27FC236}">
                <a16:creationId xmlns:a16="http://schemas.microsoft.com/office/drawing/2014/main" id="{CD452E8C-72C5-49A6-9B9C-B3BEB298CFE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6" name="Grafik 5">
            <a:extLst>
              <a:ext uri="{FF2B5EF4-FFF2-40B4-BE49-F238E27FC236}">
                <a16:creationId xmlns:a16="http://schemas.microsoft.com/office/drawing/2014/main" id="{6C60F3CF-EED2-4FD7-96E7-0867F540A33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954353" y="1646238"/>
            <a:ext cx="1076780" cy="1443263"/>
          </a:xfrm>
          <a:prstGeom prst="rect">
            <a:avLst/>
          </a:prstGeom>
        </p:spPr>
      </p:pic>
    </p:spTree>
    <p:extLst>
      <p:ext uri="{BB962C8B-B14F-4D97-AF65-F5344CB8AC3E}">
        <p14:creationId xmlns:p14="http://schemas.microsoft.com/office/powerpoint/2010/main" val="2388110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a:xfrm>
            <a:off x="160867" y="320675"/>
            <a:ext cx="10515600" cy="1325563"/>
          </a:xfrm>
        </p:spPr>
        <p:txBody>
          <a:bodyPr>
            <a:normAutofit/>
          </a:bodyPr>
          <a:lstStyle/>
          <a:p>
            <a:r>
              <a:rPr lang="de-DE" dirty="0"/>
              <a:t>Übung Datenbank KFZ</a:t>
            </a:r>
            <a:br>
              <a:rPr lang="de-DE" dirty="0"/>
            </a:br>
            <a:r>
              <a:rPr lang="de-DE" sz="3100" dirty="0"/>
              <a:t>Definition von Primär- und Sekundärschlüssel</a:t>
            </a:r>
          </a:p>
        </p:txBody>
      </p:sp>
      <p:graphicFrame>
        <p:nvGraphicFramePr>
          <p:cNvPr id="5" name="Inhaltsplatzhalter 7">
            <a:extLst>
              <a:ext uri="{FF2B5EF4-FFF2-40B4-BE49-F238E27FC236}">
                <a16:creationId xmlns:a16="http://schemas.microsoft.com/office/drawing/2014/main" id="{9B99E709-E508-4050-91CF-AD2D4963145D}"/>
              </a:ext>
            </a:extLst>
          </p:cNvPr>
          <p:cNvGraphicFramePr>
            <a:graphicFrameLocks/>
          </p:cNvGraphicFramePr>
          <p:nvPr>
            <p:extLst>
              <p:ext uri="{D42A27DB-BD31-4B8C-83A1-F6EECF244321}">
                <p14:modId xmlns:p14="http://schemas.microsoft.com/office/powerpoint/2010/main" val="3038209519"/>
              </p:ext>
            </p:extLst>
          </p:nvPr>
        </p:nvGraphicFramePr>
        <p:xfrm>
          <a:off x="255106" y="1303684"/>
          <a:ext cx="4409660" cy="48585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nhaltsplatzhalter 7">
            <a:extLst>
              <a:ext uri="{FF2B5EF4-FFF2-40B4-BE49-F238E27FC236}">
                <a16:creationId xmlns:a16="http://schemas.microsoft.com/office/drawing/2014/main" id="{AA0999E7-0398-4D68-8F88-63235930777D}"/>
              </a:ext>
            </a:extLst>
          </p:cNvPr>
          <p:cNvPicPr>
            <a:picLocks noGrp="1" noChangeAspect="1"/>
          </p:cNvPicPr>
          <p:nvPr>
            <p:ph idx="1"/>
          </p:nvPr>
        </p:nvPicPr>
        <p:blipFill>
          <a:blip r:embed="rId7"/>
          <a:stretch>
            <a:fillRect/>
          </a:stretch>
        </p:blipFill>
        <p:spPr>
          <a:xfrm>
            <a:off x="5244479" y="2027289"/>
            <a:ext cx="6172200" cy="2803421"/>
          </a:xfrm>
          <a:prstGeom prst="rect">
            <a:avLst/>
          </a:prstGeom>
        </p:spPr>
      </p:pic>
      <p:sp>
        <p:nvSpPr>
          <p:cNvPr id="7" name="Textfeld 6">
            <a:extLst>
              <a:ext uri="{FF2B5EF4-FFF2-40B4-BE49-F238E27FC236}">
                <a16:creationId xmlns:a16="http://schemas.microsoft.com/office/drawing/2014/main" id="{E40316D0-F380-4833-A300-C9A8F418C47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8" name="Grafik 7">
            <a:extLst>
              <a:ext uri="{FF2B5EF4-FFF2-40B4-BE49-F238E27FC236}">
                <a16:creationId xmlns:a16="http://schemas.microsoft.com/office/drawing/2014/main" id="{0F94A000-2058-4A7C-A1C9-D092E84D20B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919612" y="3387447"/>
            <a:ext cx="1076780" cy="1443263"/>
          </a:xfrm>
          <a:prstGeom prst="rect">
            <a:avLst/>
          </a:prstGeom>
        </p:spPr>
      </p:pic>
    </p:spTree>
    <p:extLst>
      <p:ext uri="{BB962C8B-B14F-4D97-AF65-F5344CB8AC3E}">
        <p14:creationId xmlns:p14="http://schemas.microsoft.com/office/powerpoint/2010/main" val="3401029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a:xfrm>
            <a:off x="160867" y="320675"/>
            <a:ext cx="10515600" cy="1325563"/>
          </a:xfrm>
        </p:spPr>
        <p:txBody>
          <a:bodyPr>
            <a:normAutofit/>
          </a:bodyPr>
          <a:lstStyle/>
          <a:p>
            <a:r>
              <a:rPr lang="de-DE" dirty="0"/>
              <a:t>Übung Datenbank KFZ</a:t>
            </a:r>
            <a:br>
              <a:rPr lang="de-DE" dirty="0"/>
            </a:br>
            <a:r>
              <a:rPr lang="de-DE" sz="3100" dirty="0"/>
              <a:t>ERM</a:t>
            </a:r>
            <a:r>
              <a:rPr lang="de-DE" sz="3100" dirty="0">
                <a:sym typeface="Wingdings" panose="05000000000000000000" pitchFamily="2" charset="2"/>
              </a:rPr>
              <a:t>RDBM</a:t>
            </a:r>
            <a:endParaRPr lang="de-DE" sz="3100" dirty="0"/>
          </a:p>
        </p:txBody>
      </p:sp>
      <p:pic>
        <p:nvPicPr>
          <p:cNvPr id="7" name="Inhaltsplatzhalter 17">
            <a:extLst>
              <a:ext uri="{FF2B5EF4-FFF2-40B4-BE49-F238E27FC236}">
                <a16:creationId xmlns:a16="http://schemas.microsoft.com/office/drawing/2014/main" id="{79455833-0FC7-4DBF-A029-945D8FA57B71}"/>
              </a:ext>
            </a:extLst>
          </p:cNvPr>
          <p:cNvPicPr>
            <a:picLocks noGrp="1" noChangeAspect="1"/>
          </p:cNvPicPr>
          <p:nvPr>
            <p:ph idx="1"/>
          </p:nvPr>
        </p:nvPicPr>
        <p:blipFill>
          <a:blip r:embed="rId2"/>
          <a:stretch>
            <a:fillRect/>
          </a:stretch>
        </p:blipFill>
        <p:spPr>
          <a:xfrm>
            <a:off x="336287" y="1646238"/>
            <a:ext cx="4376027" cy="4454298"/>
          </a:xfrm>
          <a:prstGeom prst="rect">
            <a:avLst/>
          </a:prstGeom>
        </p:spPr>
      </p:pic>
      <p:pic>
        <p:nvPicPr>
          <p:cNvPr id="8" name="Grafik 7">
            <a:extLst>
              <a:ext uri="{FF2B5EF4-FFF2-40B4-BE49-F238E27FC236}">
                <a16:creationId xmlns:a16="http://schemas.microsoft.com/office/drawing/2014/main" id="{B6C65C4C-705F-4C9E-AE47-7B4721EEA0AF}"/>
              </a:ext>
            </a:extLst>
          </p:cNvPr>
          <p:cNvPicPr>
            <a:picLocks noChangeAspect="1"/>
          </p:cNvPicPr>
          <p:nvPr/>
        </p:nvPicPr>
        <p:blipFill>
          <a:blip r:embed="rId3"/>
          <a:stretch>
            <a:fillRect/>
          </a:stretch>
        </p:blipFill>
        <p:spPr>
          <a:xfrm>
            <a:off x="4887734" y="2191203"/>
            <a:ext cx="6259449" cy="2977321"/>
          </a:xfrm>
          <a:prstGeom prst="rect">
            <a:avLst/>
          </a:prstGeom>
        </p:spPr>
      </p:pic>
      <p:sp>
        <p:nvSpPr>
          <p:cNvPr id="5" name="Textfeld 4">
            <a:extLst>
              <a:ext uri="{FF2B5EF4-FFF2-40B4-BE49-F238E27FC236}">
                <a16:creationId xmlns:a16="http://schemas.microsoft.com/office/drawing/2014/main" id="{D3008162-3D13-49AE-A569-D6253522E8E0}"/>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6" name="Grafik 5">
            <a:extLst>
              <a:ext uri="{FF2B5EF4-FFF2-40B4-BE49-F238E27FC236}">
                <a16:creationId xmlns:a16="http://schemas.microsoft.com/office/drawing/2014/main" id="{F09FC689-286C-4C82-B117-2643FE8563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17753" y="316639"/>
            <a:ext cx="1076780" cy="1443263"/>
          </a:xfrm>
          <a:prstGeom prst="rect">
            <a:avLst/>
          </a:prstGeom>
        </p:spPr>
      </p:pic>
    </p:spTree>
    <p:extLst>
      <p:ext uri="{BB962C8B-B14F-4D97-AF65-F5344CB8AC3E}">
        <p14:creationId xmlns:p14="http://schemas.microsoft.com/office/powerpoint/2010/main" val="111064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a:xfrm>
            <a:off x="160867" y="320675"/>
            <a:ext cx="10515600" cy="1325563"/>
          </a:xfrm>
        </p:spPr>
        <p:txBody>
          <a:bodyPr>
            <a:normAutofit/>
          </a:bodyPr>
          <a:lstStyle/>
          <a:p>
            <a:r>
              <a:rPr lang="de-DE" dirty="0"/>
              <a:t>Übung Datenbank KFZ</a:t>
            </a:r>
            <a:br>
              <a:rPr lang="de-DE" dirty="0"/>
            </a:br>
            <a:r>
              <a:rPr lang="de-DE" sz="3100" dirty="0"/>
              <a:t>ERM</a:t>
            </a:r>
            <a:r>
              <a:rPr lang="de-DE" sz="3100" dirty="0">
                <a:sym typeface="Wingdings" panose="05000000000000000000" pitchFamily="2" charset="2"/>
              </a:rPr>
              <a:t>RDBM - Umwandlung</a:t>
            </a:r>
            <a:endParaRPr lang="de-DE" sz="3100" dirty="0"/>
          </a:p>
        </p:txBody>
      </p:sp>
      <p:pic>
        <p:nvPicPr>
          <p:cNvPr id="7" name="Inhaltsplatzhalter 17">
            <a:extLst>
              <a:ext uri="{FF2B5EF4-FFF2-40B4-BE49-F238E27FC236}">
                <a16:creationId xmlns:a16="http://schemas.microsoft.com/office/drawing/2014/main" id="{79455833-0FC7-4DBF-A029-945D8FA57B71}"/>
              </a:ext>
            </a:extLst>
          </p:cNvPr>
          <p:cNvPicPr>
            <a:picLocks noGrp="1" noChangeAspect="1"/>
          </p:cNvPicPr>
          <p:nvPr>
            <p:ph idx="1"/>
          </p:nvPr>
        </p:nvPicPr>
        <p:blipFill>
          <a:blip r:embed="rId2"/>
          <a:stretch>
            <a:fillRect/>
          </a:stretch>
        </p:blipFill>
        <p:spPr>
          <a:xfrm>
            <a:off x="336287" y="1646238"/>
            <a:ext cx="4376027" cy="4454298"/>
          </a:xfrm>
          <a:prstGeom prst="rect">
            <a:avLst/>
          </a:prstGeom>
        </p:spPr>
      </p:pic>
      <p:pic>
        <p:nvPicPr>
          <p:cNvPr id="5" name="Grafik 4">
            <a:extLst>
              <a:ext uri="{FF2B5EF4-FFF2-40B4-BE49-F238E27FC236}">
                <a16:creationId xmlns:a16="http://schemas.microsoft.com/office/drawing/2014/main" id="{793E0DF3-6A1B-40D8-AEAC-38908E6C5F4A}"/>
              </a:ext>
            </a:extLst>
          </p:cNvPr>
          <p:cNvPicPr>
            <a:picLocks noChangeAspect="1"/>
          </p:cNvPicPr>
          <p:nvPr/>
        </p:nvPicPr>
        <p:blipFill>
          <a:blip r:embed="rId3"/>
          <a:stretch>
            <a:fillRect/>
          </a:stretch>
        </p:blipFill>
        <p:spPr>
          <a:xfrm>
            <a:off x="4002552" y="1646238"/>
            <a:ext cx="8028581" cy="1941441"/>
          </a:xfrm>
          <a:prstGeom prst="rect">
            <a:avLst/>
          </a:prstGeom>
        </p:spPr>
      </p:pic>
      <p:sp>
        <p:nvSpPr>
          <p:cNvPr id="6" name="Textfeld 5">
            <a:extLst>
              <a:ext uri="{FF2B5EF4-FFF2-40B4-BE49-F238E27FC236}">
                <a16:creationId xmlns:a16="http://schemas.microsoft.com/office/drawing/2014/main" id="{7EB76970-49CE-4675-957F-D8704E36D695}"/>
              </a:ext>
            </a:extLst>
          </p:cNvPr>
          <p:cNvSpPr txBox="1"/>
          <p:nvPr/>
        </p:nvSpPr>
        <p:spPr>
          <a:xfrm>
            <a:off x="6096000" y="3703199"/>
            <a:ext cx="4141518" cy="2308324"/>
          </a:xfrm>
          <a:prstGeom prst="rect">
            <a:avLst/>
          </a:prstGeom>
          <a:noFill/>
        </p:spPr>
        <p:txBody>
          <a:bodyPr wrap="none" rtlCol="0">
            <a:spAutoFit/>
          </a:bodyPr>
          <a:lstStyle/>
          <a:p>
            <a:r>
              <a:rPr lang="de-DE" u="sng" dirty="0"/>
              <a:t>Datentypen im Access:</a:t>
            </a:r>
          </a:p>
          <a:p>
            <a:r>
              <a:rPr lang="de-DE" dirty="0"/>
              <a:t>Primärschlüssel 		= Autowert</a:t>
            </a:r>
          </a:p>
          <a:p>
            <a:r>
              <a:rPr lang="de-DE" dirty="0"/>
              <a:t>Fremdschlüssel (_</a:t>
            </a:r>
            <a:r>
              <a:rPr lang="de-DE" dirty="0" err="1"/>
              <a:t>id_f</a:t>
            </a:r>
            <a:r>
              <a:rPr lang="de-DE" dirty="0"/>
              <a:t>) 	= Zahl</a:t>
            </a:r>
          </a:p>
          <a:p>
            <a:r>
              <a:rPr lang="de-DE" dirty="0"/>
              <a:t>Bestelldatum 		= Datum</a:t>
            </a:r>
          </a:p>
          <a:p>
            <a:r>
              <a:rPr lang="de-DE" dirty="0"/>
              <a:t>Melde-/Lagerbestand	= Zahl</a:t>
            </a:r>
          </a:p>
          <a:p>
            <a:r>
              <a:rPr lang="de-DE" dirty="0"/>
              <a:t>Menge/Rabatt		= Zahl</a:t>
            </a:r>
          </a:p>
          <a:p>
            <a:r>
              <a:rPr lang="de-DE" dirty="0"/>
              <a:t>Stückpreis		= Währung</a:t>
            </a:r>
          </a:p>
          <a:p>
            <a:r>
              <a:rPr lang="de-DE" dirty="0"/>
              <a:t>Alle anderen		= kurzer Text</a:t>
            </a:r>
          </a:p>
        </p:txBody>
      </p:sp>
      <p:sp>
        <p:nvSpPr>
          <p:cNvPr id="8" name="Textfeld 7">
            <a:extLst>
              <a:ext uri="{FF2B5EF4-FFF2-40B4-BE49-F238E27FC236}">
                <a16:creationId xmlns:a16="http://schemas.microsoft.com/office/drawing/2014/main" id="{E2529E44-CCA6-47E3-A214-17A14FC5676F}"/>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9" name="Grafik 8">
            <a:extLst>
              <a:ext uri="{FF2B5EF4-FFF2-40B4-BE49-F238E27FC236}">
                <a16:creationId xmlns:a16="http://schemas.microsoft.com/office/drawing/2014/main" id="{34F045FF-BAD5-456E-B60F-21A4E1C0FE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78933" y="3768499"/>
            <a:ext cx="1076780" cy="1443263"/>
          </a:xfrm>
          <a:prstGeom prst="rect">
            <a:avLst/>
          </a:prstGeom>
        </p:spPr>
      </p:pic>
    </p:spTree>
    <p:extLst>
      <p:ext uri="{BB962C8B-B14F-4D97-AF65-F5344CB8AC3E}">
        <p14:creationId xmlns:p14="http://schemas.microsoft.com/office/powerpoint/2010/main" val="262280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a:xfrm>
            <a:off x="160867" y="320675"/>
            <a:ext cx="10515600" cy="1325563"/>
          </a:xfrm>
        </p:spPr>
        <p:txBody>
          <a:bodyPr>
            <a:normAutofit/>
          </a:bodyPr>
          <a:lstStyle/>
          <a:p>
            <a:r>
              <a:rPr lang="de-DE" dirty="0"/>
              <a:t>Übung Datenbank KFZ</a:t>
            </a:r>
            <a:br>
              <a:rPr lang="de-DE" dirty="0"/>
            </a:br>
            <a:r>
              <a:rPr lang="de-DE" sz="3100" dirty="0"/>
              <a:t>Daten füllen</a:t>
            </a:r>
          </a:p>
        </p:txBody>
      </p:sp>
      <p:pic>
        <p:nvPicPr>
          <p:cNvPr id="8" name="Grafik 7">
            <a:extLst>
              <a:ext uri="{FF2B5EF4-FFF2-40B4-BE49-F238E27FC236}">
                <a16:creationId xmlns:a16="http://schemas.microsoft.com/office/drawing/2014/main" id="{6E0920F4-D75F-4B34-8BAA-1C089E7DC0B2}"/>
              </a:ext>
            </a:extLst>
          </p:cNvPr>
          <p:cNvPicPr>
            <a:picLocks noChangeAspect="1"/>
          </p:cNvPicPr>
          <p:nvPr/>
        </p:nvPicPr>
        <p:blipFill>
          <a:blip r:embed="rId2"/>
          <a:stretch>
            <a:fillRect/>
          </a:stretch>
        </p:blipFill>
        <p:spPr>
          <a:xfrm>
            <a:off x="160867" y="3076319"/>
            <a:ext cx="6134621" cy="1408337"/>
          </a:xfrm>
          <a:prstGeom prst="rect">
            <a:avLst/>
          </a:prstGeom>
        </p:spPr>
      </p:pic>
      <p:pic>
        <p:nvPicPr>
          <p:cNvPr id="9" name="Grafik 8">
            <a:extLst>
              <a:ext uri="{FF2B5EF4-FFF2-40B4-BE49-F238E27FC236}">
                <a16:creationId xmlns:a16="http://schemas.microsoft.com/office/drawing/2014/main" id="{C91A9396-5EC2-4780-A3A3-ABF4743371DD}"/>
              </a:ext>
            </a:extLst>
          </p:cNvPr>
          <p:cNvPicPr>
            <a:picLocks noChangeAspect="1"/>
          </p:cNvPicPr>
          <p:nvPr/>
        </p:nvPicPr>
        <p:blipFill>
          <a:blip r:embed="rId3"/>
          <a:stretch>
            <a:fillRect/>
          </a:stretch>
        </p:blipFill>
        <p:spPr>
          <a:xfrm>
            <a:off x="160867" y="1449885"/>
            <a:ext cx="11202541" cy="1404498"/>
          </a:xfrm>
          <a:prstGeom prst="rect">
            <a:avLst/>
          </a:prstGeom>
        </p:spPr>
      </p:pic>
      <p:pic>
        <p:nvPicPr>
          <p:cNvPr id="10" name="Grafik 9">
            <a:extLst>
              <a:ext uri="{FF2B5EF4-FFF2-40B4-BE49-F238E27FC236}">
                <a16:creationId xmlns:a16="http://schemas.microsoft.com/office/drawing/2014/main" id="{3FF6A151-5006-4C8E-A908-0D52FC2F801E}"/>
              </a:ext>
            </a:extLst>
          </p:cNvPr>
          <p:cNvPicPr>
            <a:picLocks noChangeAspect="1"/>
          </p:cNvPicPr>
          <p:nvPr/>
        </p:nvPicPr>
        <p:blipFill>
          <a:blip r:embed="rId4"/>
          <a:stretch>
            <a:fillRect/>
          </a:stretch>
        </p:blipFill>
        <p:spPr>
          <a:xfrm>
            <a:off x="6852539" y="3076318"/>
            <a:ext cx="2776206" cy="1408338"/>
          </a:xfrm>
          <a:prstGeom prst="rect">
            <a:avLst/>
          </a:prstGeom>
        </p:spPr>
      </p:pic>
      <p:pic>
        <p:nvPicPr>
          <p:cNvPr id="11" name="Grafik 10">
            <a:extLst>
              <a:ext uri="{FF2B5EF4-FFF2-40B4-BE49-F238E27FC236}">
                <a16:creationId xmlns:a16="http://schemas.microsoft.com/office/drawing/2014/main" id="{645FA425-9ABC-449C-AF14-D41FE7FF038E}"/>
              </a:ext>
            </a:extLst>
          </p:cNvPr>
          <p:cNvPicPr>
            <a:picLocks noChangeAspect="1"/>
          </p:cNvPicPr>
          <p:nvPr/>
        </p:nvPicPr>
        <p:blipFill>
          <a:blip r:embed="rId5"/>
          <a:stretch>
            <a:fillRect/>
          </a:stretch>
        </p:blipFill>
        <p:spPr>
          <a:xfrm>
            <a:off x="3464939" y="4706591"/>
            <a:ext cx="4230782" cy="1830734"/>
          </a:xfrm>
          <a:prstGeom prst="rect">
            <a:avLst/>
          </a:prstGeom>
        </p:spPr>
      </p:pic>
      <p:pic>
        <p:nvPicPr>
          <p:cNvPr id="12" name="Grafik 11">
            <a:extLst>
              <a:ext uri="{FF2B5EF4-FFF2-40B4-BE49-F238E27FC236}">
                <a16:creationId xmlns:a16="http://schemas.microsoft.com/office/drawing/2014/main" id="{13ACED3C-94BA-44CC-A7C3-EF05BFBF1DA9}"/>
              </a:ext>
            </a:extLst>
          </p:cNvPr>
          <p:cNvPicPr>
            <a:picLocks noChangeAspect="1"/>
          </p:cNvPicPr>
          <p:nvPr/>
        </p:nvPicPr>
        <p:blipFill>
          <a:blip r:embed="rId6"/>
          <a:stretch>
            <a:fillRect/>
          </a:stretch>
        </p:blipFill>
        <p:spPr>
          <a:xfrm>
            <a:off x="160867" y="4706591"/>
            <a:ext cx="2829320" cy="1381318"/>
          </a:xfrm>
          <a:prstGeom prst="rect">
            <a:avLst/>
          </a:prstGeom>
        </p:spPr>
      </p:pic>
      <p:sp>
        <p:nvSpPr>
          <p:cNvPr id="13" name="Textfeld 12">
            <a:extLst>
              <a:ext uri="{FF2B5EF4-FFF2-40B4-BE49-F238E27FC236}">
                <a16:creationId xmlns:a16="http://schemas.microsoft.com/office/drawing/2014/main" id="{F8D903BB-48FF-4C1F-98EC-C8C64F833EAE}"/>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14" name="Grafik 13">
            <a:extLst>
              <a:ext uri="{FF2B5EF4-FFF2-40B4-BE49-F238E27FC236}">
                <a16:creationId xmlns:a16="http://schemas.microsoft.com/office/drawing/2014/main" id="{0F234A77-2750-4BF0-BFCD-16309E997E6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76467" y="2854383"/>
            <a:ext cx="1076780" cy="1443263"/>
          </a:xfrm>
          <a:prstGeom prst="rect">
            <a:avLst/>
          </a:prstGeom>
        </p:spPr>
      </p:pic>
    </p:spTree>
    <p:extLst>
      <p:ext uri="{BB962C8B-B14F-4D97-AF65-F5344CB8AC3E}">
        <p14:creationId xmlns:p14="http://schemas.microsoft.com/office/powerpoint/2010/main" val="37011506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Übung Datenbank KFZ</a:t>
            </a:r>
            <a:br>
              <a:rPr lang="de-DE" dirty="0"/>
            </a:br>
            <a:r>
              <a:rPr lang="de-DE" sz="3100" dirty="0"/>
              <a:t>Abschluss &amp; Zusammenfassung</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dirty="0"/>
              <a:t>Situation und Entitäten erkennen</a:t>
            </a:r>
          </a:p>
          <a:p>
            <a:r>
              <a:rPr lang="de-DE" dirty="0"/>
              <a:t>Primär- und Fremdschlüssel festlegen</a:t>
            </a:r>
          </a:p>
          <a:p>
            <a:r>
              <a:rPr lang="de-DE" dirty="0"/>
              <a:t>ERM erstellen</a:t>
            </a:r>
          </a:p>
          <a:p>
            <a:r>
              <a:rPr lang="de-DE" dirty="0"/>
              <a:t>Tabellen anlegen, Datentypendefinieren, ERM</a:t>
            </a:r>
            <a:r>
              <a:rPr lang="de-DE" dirty="0">
                <a:sym typeface="Wingdings" panose="05000000000000000000" pitchFamily="2" charset="2"/>
              </a:rPr>
              <a:t>RDBM</a:t>
            </a:r>
          </a:p>
          <a:p>
            <a:r>
              <a:rPr lang="de-DE" dirty="0">
                <a:sym typeface="Wingdings" panose="05000000000000000000" pitchFamily="2" charset="2"/>
              </a:rPr>
              <a:t>Daten einpflegen</a:t>
            </a:r>
          </a:p>
          <a:p>
            <a:r>
              <a:rPr lang="de-DE" dirty="0">
                <a:sym typeface="Wingdings" panose="05000000000000000000" pitchFamily="2" charset="2"/>
              </a:rPr>
              <a:t>Navigationsformular erstellen</a:t>
            </a:r>
          </a:p>
          <a:p>
            <a:r>
              <a:rPr lang="de-DE" dirty="0">
                <a:sym typeface="Wingdings" panose="05000000000000000000" pitchFamily="2" charset="2"/>
              </a:rPr>
              <a:t>Formulare der vorhandenen Tabellen erstellen</a:t>
            </a:r>
          </a:p>
          <a:p>
            <a:r>
              <a:rPr lang="de-DE" dirty="0">
                <a:sym typeface="Wingdings" panose="05000000000000000000" pitchFamily="2" charset="2"/>
              </a:rPr>
              <a:t>Abgabe (Benotung)</a:t>
            </a:r>
          </a:p>
          <a:p>
            <a:endParaRPr lang="de-DE" dirty="0"/>
          </a:p>
          <a:p>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5" name="Grafik 4">
            <a:extLst>
              <a:ext uri="{FF2B5EF4-FFF2-40B4-BE49-F238E27FC236}">
                <a16:creationId xmlns:a16="http://schemas.microsoft.com/office/drawing/2014/main" id="{6175E871-5C6C-4059-9C41-B092B4E710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73330" y="1646238"/>
            <a:ext cx="1076780" cy="1443263"/>
          </a:xfrm>
          <a:prstGeom prst="rect">
            <a:avLst/>
          </a:prstGeom>
        </p:spPr>
      </p:pic>
    </p:spTree>
    <p:extLst>
      <p:ext uri="{BB962C8B-B14F-4D97-AF65-F5344CB8AC3E}">
        <p14:creationId xmlns:p14="http://schemas.microsoft.com/office/powerpoint/2010/main" val="3385607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Komplexe DB Aufgabe (Abgabe)</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a:xfrm>
            <a:off x="160866" y="1825625"/>
            <a:ext cx="4837261" cy="4351338"/>
          </a:xfrm>
        </p:spPr>
        <p:txBody>
          <a:bodyPr>
            <a:normAutofit fontScale="85000" lnSpcReduction="20000"/>
          </a:bodyPr>
          <a:lstStyle/>
          <a:p>
            <a:pPr marL="0" indent="0">
              <a:buNone/>
            </a:pPr>
            <a:r>
              <a:rPr lang="de-DE" i="1" dirty="0"/>
              <a:t>Ein Netzwerk von Wetterstationen in Deutschland sammelt täglich Wetterdaten. Jede Station ist einem Ort zugeordnet und misst verschiedene Werte wie Temperatur, Luftfeuchtigkeit, Windgeschwindigkeit und Niederschlagsmenge. Die Daten werden täglich gespeichert und sollen in einer Datenbank verwaltet werden. Zusätzlich gibt es Wetterwarnungen, die für bestimmte Regionen ausgegeben werden und mit den Messdaten verknüpft sind.</a:t>
            </a:r>
          </a:p>
          <a:p>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5" name="Grafik 4">
            <a:extLst>
              <a:ext uri="{FF2B5EF4-FFF2-40B4-BE49-F238E27FC236}">
                <a16:creationId xmlns:a16="http://schemas.microsoft.com/office/drawing/2014/main" id="{6175E871-5C6C-4059-9C41-B092B4E710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73330" y="1646238"/>
            <a:ext cx="1076780" cy="1443263"/>
          </a:xfrm>
          <a:prstGeom prst="rect">
            <a:avLst/>
          </a:prstGeom>
        </p:spPr>
      </p:pic>
      <p:sp>
        <p:nvSpPr>
          <p:cNvPr id="6" name="Inhaltsplatzhalter 2">
            <a:extLst>
              <a:ext uri="{FF2B5EF4-FFF2-40B4-BE49-F238E27FC236}">
                <a16:creationId xmlns:a16="http://schemas.microsoft.com/office/drawing/2014/main" id="{70CBA904-9B22-4DD8-BD4A-B1507A32E131}"/>
              </a:ext>
            </a:extLst>
          </p:cNvPr>
          <p:cNvSpPr txBox="1">
            <a:spLocks/>
          </p:cNvSpPr>
          <p:nvPr/>
        </p:nvSpPr>
        <p:spPr>
          <a:xfrm>
            <a:off x="5639869" y="1825625"/>
            <a:ext cx="483726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de-DE" dirty="0"/>
          </a:p>
        </p:txBody>
      </p:sp>
      <p:sp>
        <p:nvSpPr>
          <p:cNvPr id="15" name="Textfeld 14">
            <a:extLst>
              <a:ext uri="{FF2B5EF4-FFF2-40B4-BE49-F238E27FC236}">
                <a16:creationId xmlns:a16="http://schemas.microsoft.com/office/drawing/2014/main" id="{5182E2F9-D8F1-482A-9959-404D0A12173D}"/>
              </a:ext>
            </a:extLst>
          </p:cNvPr>
          <p:cNvSpPr txBox="1"/>
          <p:nvPr/>
        </p:nvSpPr>
        <p:spPr>
          <a:xfrm>
            <a:off x="6025605" y="1563935"/>
            <a:ext cx="4749293" cy="4185761"/>
          </a:xfrm>
          <a:prstGeom prst="rect">
            <a:avLst/>
          </a:prstGeom>
          <a:noFill/>
        </p:spPr>
        <p:txBody>
          <a:bodyPr wrap="square" rtlCol="0">
            <a:spAutoFit/>
          </a:bodyPr>
          <a:lstStyle/>
          <a:p>
            <a:pPr marL="342900" indent="-342900">
              <a:buFont typeface="+mj-lt"/>
              <a:buAutoNum type="arabicPeriod"/>
            </a:pPr>
            <a:r>
              <a:rPr lang="de-DE" sz="1400" dirty="0">
                <a:latin typeface="Arial" panose="020B0604020202020204" pitchFamily="34" charset="0"/>
                <a:cs typeface="Arial" panose="020B0604020202020204" pitchFamily="34" charset="0"/>
              </a:rPr>
              <a:t>Entitäten und Beziehungen aus dem Text erkennen→ Welche Objekte (Entitäten) gibt es? </a:t>
            </a:r>
          </a:p>
          <a:p>
            <a:pPr marL="342900" indent="-342900">
              <a:buFont typeface="+mj-lt"/>
              <a:buAutoNum type="arabicPeriod"/>
            </a:pPr>
            <a:r>
              <a:rPr lang="de-DE" sz="1400" dirty="0">
                <a:latin typeface="Arial" panose="020B0604020202020204" pitchFamily="34" charset="0"/>
                <a:cs typeface="Arial" panose="020B0604020202020204" pitchFamily="34" charset="0"/>
              </a:rPr>
              <a:t>Welche Beziehungen bestehen zwischen ihnen?</a:t>
            </a:r>
          </a:p>
          <a:p>
            <a:pPr marL="342900" indent="-342900">
              <a:buFont typeface="+mj-lt"/>
              <a:buAutoNum type="arabicPeriod"/>
            </a:pPr>
            <a:r>
              <a:rPr lang="de-DE" sz="1400" dirty="0">
                <a:latin typeface="Arial" panose="020B0604020202020204" pitchFamily="34" charset="0"/>
                <a:cs typeface="Arial" panose="020B0604020202020204" pitchFamily="34" charset="0"/>
              </a:rPr>
              <a:t>Primär- und Fremdschlüssel festlegen→ Welche Felder identifizieren eindeutig? Welche Felder verknüpfen Tabellen?</a:t>
            </a:r>
          </a:p>
          <a:p>
            <a:pPr marL="342900" indent="-342900">
              <a:buFont typeface="+mj-lt"/>
              <a:buAutoNum type="arabicPeriod"/>
            </a:pPr>
            <a:r>
              <a:rPr lang="de-DE" sz="1400" dirty="0">
                <a:latin typeface="Arial" panose="020B0604020202020204" pitchFamily="34" charset="0"/>
                <a:cs typeface="Arial" panose="020B0604020202020204" pitchFamily="34" charset="0"/>
              </a:rPr>
              <a:t>ERM (Entity-</a:t>
            </a:r>
            <a:r>
              <a:rPr lang="de-DE" sz="1400" dirty="0" err="1">
                <a:latin typeface="Arial" panose="020B0604020202020204" pitchFamily="34" charset="0"/>
                <a:cs typeface="Arial" panose="020B0604020202020204" pitchFamily="34" charset="0"/>
              </a:rPr>
              <a:t>Relationship</a:t>
            </a:r>
            <a:r>
              <a:rPr lang="de-DE" sz="1400" dirty="0">
                <a:latin typeface="Arial" panose="020B0604020202020204" pitchFamily="34" charset="0"/>
                <a:cs typeface="Arial" panose="020B0604020202020204" pitchFamily="34" charset="0"/>
              </a:rPr>
              <a:t>-Modell) erstellen→ Diagramm mit Kardinalitäten und Schlüsselkennzeichnung</a:t>
            </a:r>
          </a:p>
          <a:p>
            <a:pPr marL="342900" indent="-342900">
              <a:buFont typeface="+mj-lt"/>
              <a:buAutoNum type="arabicPeriod"/>
            </a:pPr>
            <a:r>
              <a:rPr lang="de-DE" sz="1400" dirty="0">
                <a:latin typeface="Arial" panose="020B0604020202020204" pitchFamily="34" charset="0"/>
                <a:cs typeface="Arial" panose="020B0604020202020204" pitchFamily="34" charset="0"/>
              </a:rPr>
              <a:t>Tabellen in Access anlegen→ Struktur mit Datentypen und Beziehungen</a:t>
            </a:r>
          </a:p>
          <a:p>
            <a:pPr marL="342900" indent="-342900">
              <a:buFont typeface="+mj-lt"/>
              <a:buAutoNum type="arabicPeriod"/>
            </a:pPr>
            <a:r>
              <a:rPr lang="de-DE" sz="1400" dirty="0">
                <a:latin typeface="Arial" panose="020B0604020202020204" pitchFamily="34" charset="0"/>
                <a:cs typeface="Arial" panose="020B0604020202020204" pitchFamily="34" charset="0"/>
              </a:rPr>
              <a:t>Daten in Access einpflegen→ Beispielhafte Datensätze für jede Tabelle</a:t>
            </a:r>
          </a:p>
          <a:p>
            <a:pPr marL="342900" indent="-342900">
              <a:buFont typeface="+mj-lt"/>
              <a:buAutoNum type="arabicPeriod"/>
            </a:pPr>
            <a:r>
              <a:rPr lang="de-DE" sz="1400" dirty="0">
                <a:latin typeface="Arial" panose="020B0604020202020204" pitchFamily="34" charset="0"/>
                <a:cs typeface="Arial" panose="020B0604020202020204" pitchFamily="34" charset="0"/>
              </a:rPr>
              <a:t>Navigationsformular mit 4 Unterformularen erstellen→ Vorschlag für Funktionen:</a:t>
            </a:r>
          </a:p>
          <a:p>
            <a:pPr marL="800100" lvl="1" indent="-342900">
              <a:buFont typeface="Arial" panose="020B0604020202020204" pitchFamily="34" charset="0"/>
              <a:buChar char="•"/>
            </a:pPr>
            <a:r>
              <a:rPr lang="de-DE" sz="1400" dirty="0">
                <a:latin typeface="Arial" panose="020B0604020202020204" pitchFamily="34" charset="0"/>
                <a:cs typeface="Arial" panose="020B0604020202020204" pitchFamily="34" charset="0"/>
              </a:rPr>
              <a:t>Stationen anzeigen und bearbeiten</a:t>
            </a:r>
          </a:p>
          <a:p>
            <a:pPr marL="800100" lvl="1" indent="-342900">
              <a:buFont typeface="Arial" panose="020B0604020202020204" pitchFamily="34" charset="0"/>
              <a:buChar char="•"/>
            </a:pPr>
            <a:r>
              <a:rPr lang="de-DE" sz="1400" dirty="0">
                <a:latin typeface="Arial" panose="020B0604020202020204" pitchFamily="34" charset="0"/>
                <a:cs typeface="Arial" panose="020B0604020202020204" pitchFamily="34" charset="0"/>
              </a:rPr>
              <a:t>Messwerte filtern nach Datum</a:t>
            </a:r>
          </a:p>
          <a:p>
            <a:pPr marL="800100" lvl="1" indent="-342900">
              <a:buFont typeface="Arial" panose="020B0604020202020204" pitchFamily="34" charset="0"/>
              <a:buChar char="•"/>
            </a:pPr>
            <a:r>
              <a:rPr lang="de-DE" sz="1400" dirty="0">
                <a:latin typeface="Arial" panose="020B0604020202020204" pitchFamily="34" charset="0"/>
                <a:cs typeface="Arial" panose="020B0604020202020204" pitchFamily="34" charset="0"/>
              </a:rPr>
              <a:t>Wetterwarnungen anzeigen</a:t>
            </a:r>
          </a:p>
          <a:p>
            <a:pPr marL="800100" lvl="1" indent="-342900">
              <a:buFont typeface="Arial" panose="020B0604020202020204" pitchFamily="34" charset="0"/>
              <a:buChar char="•"/>
            </a:pPr>
            <a:r>
              <a:rPr lang="de-DE" sz="1400" dirty="0">
                <a:latin typeface="Arial" panose="020B0604020202020204" pitchFamily="34" charset="0"/>
                <a:cs typeface="Arial" panose="020B0604020202020204" pitchFamily="34" charset="0"/>
              </a:rPr>
              <a:t>Statistik: Durchschnittstemperatur pro Ort</a:t>
            </a:r>
          </a:p>
        </p:txBody>
      </p:sp>
    </p:spTree>
    <p:extLst>
      <p:ext uri="{BB962C8B-B14F-4D97-AF65-F5344CB8AC3E}">
        <p14:creationId xmlns:p14="http://schemas.microsoft.com/office/powerpoint/2010/main" val="23932320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Komplexe DB Aufgabe (Abgabe)</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
        <p:nvSpPr>
          <p:cNvPr id="6" name="Inhaltsplatzhalter 2">
            <a:extLst>
              <a:ext uri="{FF2B5EF4-FFF2-40B4-BE49-F238E27FC236}">
                <a16:creationId xmlns:a16="http://schemas.microsoft.com/office/drawing/2014/main" id="{70CBA904-9B22-4DD8-BD4A-B1507A32E131}"/>
              </a:ext>
            </a:extLst>
          </p:cNvPr>
          <p:cNvSpPr txBox="1">
            <a:spLocks/>
          </p:cNvSpPr>
          <p:nvPr/>
        </p:nvSpPr>
        <p:spPr>
          <a:xfrm>
            <a:off x="5639869" y="1825625"/>
            <a:ext cx="483726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de-DE" dirty="0"/>
          </a:p>
        </p:txBody>
      </p:sp>
      <p:pic>
        <p:nvPicPr>
          <p:cNvPr id="9" name="Grafik 8">
            <a:extLst>
              <a:ext uri="{FF2B5EF4-FFF2-40B4-BE49-F238E27FC236}">
                <a16:creationId xmlns:a16="http://schemas.microsoft.com/office/drawing/2014/main" id="{C9238834-38DD-4040-8554-FACEDDF9C89E}"/>
              </a:ext>
            </a:extLst>
          </p:cNvPr>
          <p:cNvPicPr>
            <a:picLocks noChangeAspect="1"/>
          </p:cNvPicPr>
          <p:nvPr/>
        </p:nvPicPr>
        <p:blipFill>
          <a:blip r:embed="rId2"/>
          <a:stretch>
            <a:fillRect/>
          </a:stretch>
        </p:blipFill>
        <p:spPr>
          <a:xfrm>
            <a:off x="160867" y="1519237"/>
            <a:ext cx="7946185" cy="4143589"/>
          </a:xfrm>
          <a:prstGeom prst="rect">
            <a:avLst/>
          </a:prstGeom>
        </p:spPr>
      </p:pic>
      <p:pic>
        <p:nvPicPr>
          <p:cNvPr id="10" name="Grafik 9">
            <a:extLst>
              <a:ext uri="{FF2B5EF4-FFF2-40B4-BE49-F238E27FC236}">
                <a16:creationId xmlns:a16="http://schemas.microsoft.com/office/drawing/2014/main" id="{DA0F90ED-B163-45BD-8D99-0C3F075E2344}"/>
              </a:ext>
            </a:extLst>
          </p:cNvPr>
          <p:cNvPicPr>
            <a:picLocks noChangeAspect="1"/>
          </p:cNvPicPr>
          <p:nvPr/>
        </p:nvPicPr>
        <p:blipFill>
          <a:blip r:embed="rId3"/>
          <a:stretch>
            <a:fillRect/>
          </a:stretch>
        </p:blipFill>
        <p:spPr>
          <a:xfrm>
            <a:off x="8130585" y="4336133"/>
            <a:ext cx="3819525" cy="1409700"/>
          </a:xfrm>
          <a:prstGeom prst="rect">
            <a:avLst/>
          </a:prstGeom>
        </p:spPr>
      </p:pic>
      <p:pic>
        <p:nvPicPr>
          <p:cNvPr id="11" name="Grafik 10">
            <a:extLst>
              <a:ext uri="{FF2B5EF4-FFF2-40B4-BE49-F238E27FC236}">
                <a16:creationId xmlns:a16="http://schemas.microsoft.com/office/drawing/2014/main" id="{3D51EF25-59C5-47DF-89C8-9869400DB496}"/>
              </a:ext>
            </a:extLst>
          </p:cNvPr>
          <p:cNvPicPr>
            <a:picLocks noChangeAspect="1"/>
          </p:cNvPicPr>
          <p:nvPr/>
        </p:nvPicPr>
        <p:blipFill>
          <a:blip r:embed="rId4"/>
          <a:stretch>
            <a:fillRect/>
          </a:stretch>
        </p:blipFill>
        <p:spPr>
          <a:xfrm>
            <a:off x="8141649" y="1519237"/>
            <a:ext cx="3819525" cy="1209770"/>
          </a:xfrm>
          <a:prstGeom prst="rect">
            <a:avLst/>
          </a:prstGeom>
        </p:spPr>
      </p:pic>
    </p:spTree>
    <p:extLst>
      <p:ext uri="{BB962C8B-B14F-4D97-AF65-F5344CB8AC3E}">
        <p14:creationId xmlns:p14="http://schemas.microsoft.com/office/powerpoint/2010/main" val="2563440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Abfragen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dirty="0"/>
              <a:t>„Manipulation“ des Datenbestands</a:t>
            </a:r>
          </a:p>
          <a:p>
            <a:r>
              <a:rPr lang="de-DE" dirty="0"/>
              <a:t>gibt nur die Informationen aus, die benötigt werden</a:t>
            </a:r>
          </a:p>
          <a:p>
            <a:r>
              <a:rPr lang="de-DE" b="1" u="sng" dirty="0"/>
              <a:t>Beispiel:</a:t>
            </a:r>
          </a:p>
          <a:p>
            <a:pPr lvl="1"/>
            <a:r>
              <a:rPr lang="de-DE" dirty="0"/>
              <a:t>ein Eisverkäufer (Verkäufer </a:t>
            </a:r>
            <a:r>
              <a:rPr lang="de-DE" dirty="0">
                <a:sym typeface="Wingdings" panose="05000000000000000000" pitchFamily="2" charset="2"/>
              </a:rPr>
              <a:t> Kunde)</a:t>
            </a:r>
            <a:r>
              <a:rPr lang="de-DE" dirty="0"/>
              <a:t> verkauft 3 Geschmacksrichtungen (Schokolade, Vanille, Rum). </a:t>
            </a:r>
          </a:p>
          <a:p>
            <a:pPr lvl="1"/>
            <a:r>
              <a:rPr lang="de-DE" dirty="0"/>
              <a:t>mittels Abfrage möchte man die Kunden aufgezeigt bekommen, welche Schokolade gekauft haben</a:t>
            </a:r>
          </a:p>
          <a:p>
            <a:r>
              <a:rPr lang="de-DE" dirty="0"/>
              <a:t>Umsetzung gemeinsam an der Tafel</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Tree>
    <p:extLst>
      <p:ext uri="{BB962C8B-B14F-4D97-AF65-F5344CB8AC3E}">
        <p14:creationId xmlns:p14="http://schemas.microsoft.com/office/powerpoint/2010/main" val="11877566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Abfragen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dirty="0"/>
              <a:t>Man stell sich bei Abfragen genau 3 Fragen</a:t>
            </a:r>
          </a:p>
          <a:p>
            <a:r>
              <a:rPr lang="de-DE" b="1" dirty="0"/>
              <a:t>SELECT </a:t>
            </a:r>
            <a:r>
              <a:rPr lang="de-DE" dirty="0"/>
              <a:t>Welche Attribute möchte man angezeigt bekommen?</a:t>
            </a:r>
          </a:p>
          <a:p>
            <a:r>
              <a:rPr lang="de-DE" b="1" dirty="0"/>
              <a:t>FROM </a:t>
            </a:r>
            <a:r>
              <a:rPr lang="de-DE" dirty="0"/>
              <a:t>Welche Tabellen muss ich dafür ansprechen?</a:t>
            </a:r>
          </a:p>
          <a:p>
            <a:r>
              <a:rPr lang="de-DE" b="1" dirty="0"/>
              <a:t>WHERE </a:t>
            </a:r>
            <a:r>
              <a:rPr lang="de-DE" dirty="0"/>
              <a:t>Welchen Bedingungen unterliegen die angezeigt Daten?</a:t>
            </a:r>
            <a:endParaRPr lang="de-DE"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5" name="Grafik 4">
            <a:extLst>
              <a:ext uri="{FF2B5EF4-FFF2-40B4-BE49-F238E27FC236}">
                <a16:creationId xmlns:a16="http://schemas.microsoft.com/office/drawing/2014/main" id="{B59B7DCF-0E2E-408F-A8CD-46E4CB5A52A6}"/>
              </a:ext>
            </a:extLst>
          </p:cNvPr>
          <p:cNvPicPr>
            <a:picLocks noChangeAspect="1"/>
          </p:cNvPicPr>
          <p:nvPr/>
        </p:nvPicPr>
        <p:blipFill>
          <a:blip r:embed="rId2"/>
          <a:stretch>
            <a:fillRect/>
          </a:stretch>
        </p:blipFill>
        <p:spPr>
          <a:xfrm>
            <a:off x="6198513" y="3919538"/>
            <a:ext cx="4029075" cy="2257425"/>
          </a:xfrm>
          <a:prstGeom prst="rect">
            <a:avLst/>
          </a:prstGeom>
        </p:spPr>
      </p:pic>
      <p:sp>
        <p:nvSpPr>
          <p:cNvPr id="6" name="Textfeld 5">
            <a:extLst>
              <a:ext uri="{FF2B5EF4-FFF2-40B4-BE49-F238E27FC236}">
                <a16:creationId xmlns:a16="http://schemas.microsoft.com/office/drawing/2014/main" id="{045956B2-8C9A-4234-AC48-D431FB2A6ED9}"/>
              </a:ext>
            </a:extLst>
          </p:cNvPr>
          <p:cNvSpPr txBox="1"/>
          <p:nvPr/>
        </p:nvSpPr>
        <p:spPr>
          <a:xfrm>
            <a:off x="3832829" y="4093029"/>
            <a:ext cx="2203269" cy="1200329"/>
          </a:xfrm>
          <a:prstGeom prst="rect">
            <a:avLst/>
          </a:prstGeom>
          <a:noFill/>
        </p:spPr>
        <p:txBody>
          <a:bodyPr wrap="square" rtlCol="0">
            <a:spAutoFit/>
          </a:bodyPr>
          <a:lstStyle/>
          <a:p>
            <a:r>
              <a:rPr lang="de-DE" b="1" dirty="0">
                <a:solidFill>
                  <a:srgbClr val="E30051"/>
                </a:solidFill>
              </a:rPr>
              <a:t>SELECT</a:t>
            </a:r>
          </a:p>
          <a:p>
            <a:r>
              <a:rPr lang="de-DE" b="1" dirty="0">
                <a:solidFill>
                  <a:srgbClr val="F68800"/>
                </a:solidFill>
              </a:rPr>
              <a:t>FROM</a:t>
            </a:r>
          </a:p>
          <a:p>
            <a:r>
              <a:rPr lang="de-DE" b="1" dirty="0">
                <a:solidFill>
                  <a:srgbClr val="009633"/>
                </a:solidFill>
              </a:rPr>
              <a:t>WHERE</a:t>
            </a:r>
          </a:p>
          <a:p>
            <a:endParaRPr lang="de-DE" dirty="0"/>
          </a:p>
        </p:txBody>
      </p:sp>
      <p:cxnSp>
        <p:nvCxnSpPr>
          <p:cNvPr id="7" name="Gerade Verbindung mit Pfeil 6">
            <a:extLst>
              <a:ext uri="{FF2B5EF4-FFF2-40B4-BE49-F238E27FC236}">
                <a16:creationId xmlns:a16="http://schemas.microsoft.com/office/drawing/2014/main" id="{6E9575E6-0A2E-4AF9-8228-56BB9CB09D99}"/>
              </a:ext>
            </a:extLst>
          </p:cNvPr>
          <p:cNvCxnSpPr>
            <a:cxnSpLocks/>
          </p:cNvCxnSpPr>
          <p:nvPr/>
        </p:nvCxnSpPr>
        <p:spPr>
          <a:xfrm flipV="1">
            <a:off x="4650377" y="4049486"/>
            <a:ext cx="2520444" cy="217715"/>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10" name="Gerade Verbindung mit Pfeil 9">
            <a:extLst>
              <a:ext uri="{FF2B5EF4-FFF2-40B4-BE49-F238E27FC236}">
                <a16:creationId xmlns:a16="http://schemas.microsoft.com/office/drawing/2014/main" id="{E77493AE-44A4-4E83-9057-1C86321961F2}"/>
              </a:ext>
            </a:extLst>
          </p:cNvPr>
          <p:cNvCxnSpPr>
            <a:cxnSpLocks/>
          </p:cNvCxnSpPr>
          <p:nvPr/>
        </p:nvCxnSpPr>
        <p:spPr>
          <a:xfrm flipV="1">
            <a:off x="4715691" y="4252362"/>
            <a:ext cx="2666886" cy="275415"/>
          </a:xfrm>
          <a:prstGeom prst="straightConnector1">
            <a:avLst/>
          </a:prstGeom>
          <a:ln w="76200">
            <a:solidFill>
              <a:srgbClr val="F68800"/>
            </a:solidFill>
            <a:tailEnd type="triangle"/>
          </a:ln>
        </p:spPr>
        <p:style>
          <a:lnRef idx="3">
            <a:schemeClr val="accent2"/>
          </a:lnRef>
          <a:fillRef idx="0">
            <a:schemeClr val="accent2"/>
          </a:fillRef>
          <a:effectRef idx="2">
            <a:schemeClr val="accent2"/>
          </a:effectRef>
          <a:fontRef idx="minor">
            <a:schemeClr val="tx1"/>
          </a:fontRef>
        </p:style>
      </p:cxnSp>
      <p:cxnSp>
        <p:nvCxnSpPr>
          <p:cNvPr id="13" name="Gerade Verbindung mit Pfeil 12">
            <a:extLst>
              <a:ext uri="{FF2B5EF4-FFF2-40B4-BE49-F238E27FC236}">
                <a16:creationId xmlns:a16="http://schemas.microsoft.com/office/drawing/2014/main" id="{36E65722-F4A5-4637-A71B-8E030FA6D4F2}"/>
              </a:ext>
            </a:extLst>
          </p:cNvPr>
          <p:cNvCxnSpPr>
            <a:cxnSpLocks/>
          </p:cNvCxnSpPr>
          <p:nvPr/>
        </p:nvCxnSpPr>
        <p:spPr>
          <a:xfrm flipV="1">
            <a:off x="4868091" y="4642572"/>
            <a:ext cx="2302730" cy="37606"/>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974631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Abfragen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b="1" u="sng" dirty="0"/>
              <a:t>Aufgabe:</a:t>
            </a:r>
          </a:p>
          <a:p>
            <a:pPr lvl="1"/>
            <a:r>
              <a:rPr lang="de-DE" dirty="0"/>
              <a:t>Fügen Sie eine weitere Tabelle Ort (</a:t>
            </a:r>
            <a:r>
              <a:rPr lang="de-DE" dirty="0" err="1"/>
              <a:t>OrtID</a:t>
            </a:r>
            <a:r>
              <a:rPr lang="de-DE" dirty="0"/>
              <a:t>, Ortsname) ein</a:t>
            </a:r>
          </a:p>
          <a:p>
            <a:pPr lvl="1"/>
            <a:r>
              <a:rPr lang="de-DE" dirty="0"/>
              <a:t>Fügen Sie die Orte Chemnitz, Dresden, Leipzig ein</a:t>
            </a:r>
          </a:p>
          <a:p>
            <a:pPr lvl="1"/>
            <a:r>
              <a:rPr lang="de-DE" dirty="0"/>
              <a:t>Lassen Sie sich mittels 3 Abfragen jeweils die Käufer ausgeben welche in Chemnitz Schokoladeneis kauften, in Dresden Vanilleeis kauften, sowie in Leipzig </a:t>
            </a:r>
            <a:r>
              <a:rPr lang="de-DE" dirty="0" err="1"/>
              <a:t>Rumeis</a:t>
            </a:r>
            <a:r>
              <a:rPr lang="de-DE" dirty="0"/>
              <a:t> kauften</a:t>
            </a:r>
          </a:p>
          <a:p>
            <a:pPr lvl="1"/>
            <a:r>
              <a:rPr lang="de-DE" dirty="0"/>
              <a:t>stellen Sie danach folgende Überlegungen an</a:t>
            </a:r>
          </a:p>
          <a:p>
            <a:pPr lvl="2"/>
            <a:r>
              <a:rPr lang="de-DE" dirty="0"/>
              <a:t>Was steckt hinter Abfragen (praktische Beispiele reale Welt)?</a:t>
            </a:r>
          </a:p>
          <a:p>
            <a:pPr lvl="2"/>
            <a:r>
              <a:rPr lang="de-DE" dirty="0"/>
              <a:t>Welche Ansichten bietet der „SQL-Modus“ in ACCESS? Was kann man sehen?</a:t>
            </a:r>
          </a:p>
          <a:p>
            <a:pPr lvl="2"/>
            <a:r>
              <a:rPr lang="de-DE" dirty="0"/>
              <a:t>Lassen sich Abfragen in ACCESS auch anders realisieren, wenn ja, wie?</a:t>
            </a:r>
          </a:p>
          <a:p>
            <a:pPr lvl="2"/>
            <a:r>
              <a:rPr lang="de-DE" dirty="0"/>
              <a:t>Welche Eingabemöglichkeiten hat man im Feld Kriterien und </a:t>
            </a:r>
            <a:r>
              <a:rPr lang="de-DE"/>
              <a:t>wie sehen diese aus?</a:t>
            </a:r>
            <a:endParaRPr lang="de-DE" dirty="0"/>
          </a:p>
          <a:p>
            <a:pPr lvl="2"/>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Tree>
    <p:extLst>
      <p:ext uri="{BB962C8B-B14F-4D97-AF65-F5344CB8AC3E}">
        <p14:creationId xmlns:p14="http://schemas.microsoft.com/office/powerpoint/2010/main" val="21253325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SQL</a:t>
            </a:r>
          </a:p>
          <a:p>
            <a:pPr algn="r"/>
            <a:r>
              <a:rPr lang="de-DE" dirty="0">
                <a:solidFill>
                  <a:srgbClr val="009633"/>
                </a:solidFill>
              </a:rPr>
              <a:t>Structured Query Language</a:t>
            </a:r>
          </a:p>
          <a:p>
            <a:pPr algn="r"/>
            <a:endParaRPr lang="de-DE" dirty="0">
              <a:solidFill>
                <a:srgbClr val="009633"/>
              </a:solidFill>
            </a:endParaRPr>
          </a:p>
          <a:p>
            <a:pPr algn="r"/>
            <a:endParaRPr lang="de-DE" dirty="0">
              <a:solidFill>
                <a:srgbClr val="F68800"/>
              </a:solidFill>
            </a:endParaRPr>
          </a:p>
        </p:txBody>
      </p:sp>
    </p:spTree>
    <p:extLst>
      <p:ext uri="{BB962C8B-B14F-4D97-AF65-F5344CB8AC3E}">
        <p14:creationId xmlns:p14="http://schemas.microsoft.com/office/powerpoint/2010/main" val="19017165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dirty="0"/>
              <a:t>Standardsprache</a:t>
            </a:r>
          </a:p>
          <a:p>
            <a:r>
              <a:rPr lang="de-DE" dirty="0"/>
              <a:t>„Structured Query Language“</a:t>
            </a:r>
          </a:p>
          <a:p>
            <a:r>
              <a:rPr lang="de-DE" dirty="0"/>
              <a:t>ermöglicht Zugriff und Bearbeitung auf Datenbanken</a:t>
            </a:r>
          </a:p>
          <a:p>
            <a:r>
              <a:rPr lang="de-DE" dirty="0"/>
              <a:t>1986 zum Standard des American Nation Standards Institute (ANSI) </a:t>
            </a:r>
          </a:p>
          <a:p>
            <a:r>
              <a:rPr lang="de-DE" dirty="0"/>
              <a:t>1987 zur Standardisierung der International </a:t>
            </a:r>
            <a:r>
              <a:rPr lang="de-DE" dirty="0" err="1"/>
              <a:t>Organization</a:t>
            </a:r>
            <a:r>
              <a:rPr lang="de-DE" dirty="0"/>
              <a:t> </a:t>
            </a:r>
            <a:r>
              <a:rPr lang="de-DE" dirty="0" err="1"/>
              <a:t>for</a:t>
            </a:r>
            <a:r>
              <a:rPr lang="de-DE" dirty="0"/>
              <a:t> </a:t>
            </a:r>
            <a:r>
              <a:rPr lang="de-DE" dirty="0" err="1"/>
              <a:t>Standardization</a:t>
            </a:r>
            <a:r>
              <a:rPr lang="de-DE" dirty="0"/>
              <a:t> (ISO)</a:t>
            </a:r>
          </a:p>
          <a:p>
            <a:r>
              <a:rPr lang="de-DE" dirty="0"/>
              <a:t>Case-Sensitive?</a:t>
            </a:r>
          </a:p>
          <a:p>
            <a:endParaRPr lang="de-DE" dirty="0"/>
          </a:p>
          <a:p>
            <a:endParaRPr lang="de-DE"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23438984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SQL-Möglichkeiten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lnSpcReduction="10000"/>
          </a:bodyPr>
          <a:lstStyle/>
          <a:p>
            <a:r>
              <a:rPr lang="de-DE" b="1" dirty="0"/>
              <a:t>SQL kann…</a:t>
            </a:r>
          </a:p>
          <a:p>
            <a:pPr lvl="1"/>
            <a:r>
              <a:rPr lang="de-DE" dirty="0"/>
              <a:t>Abfragen an eine Datenbank ausführen</a:t>
            </a:r>
          </a:p>
          <a:p>
            <a:pPr lvl="1"/>
            <a:r>
              <a:rPr lang="de-DE" dirty="0"/>
              <a:t>Daten aus einer Datenbank abrufen</a:t>
            </a:r>
          </a:p>
          <a:p>
            <a:pPr lvl="1"/>
            <a:r>
              <a:rPr lang="de-DE" dirty="0"/>
              <a:t>Datensätze in eine Datenbank einfügen</a:t>
            </a:r>
          </a:p>
          <a:p>
            <a:pPr lvl="1"/>
            <a:r>
              <a:rPr lang="de-DE" dirty="0"/>
              <a:t>Datensätze in einer Datenbank aktualisieren</a:t>
            </a:r>
          </a:p>
          <a:p>
            <a:pPr lvl="1"/>
            <a:r>
              <a:rPr lang="de-DE" dirty="0"/>
              <a:t>Datensätze aus einer Datenbank löschen</a:t>
            </a:r>
          </a:p>
          <a:p>
            <a:pPr lvl="1"/>
            <a:r>
              <a:rPr lang="de-DE" dirty="0"/>
              <a:t>neue Datenbanken erstellen</a:t>
            </a:r>
          </a:p>
          <a:p>
            <a:pPr lvl="1"/>
            <a:r>
              <a:rPr lang="de-DE" dirty="0"/>
              <a:t>neue Tabellen in einer Datenbank erstellen</a:t>
            </a:r>
          </a:p>
          <a:p>
            <a:pPr lvl="1"/>
            <a:r>
              <a:rPr lang="de-DE" dirty="0"/>
              <a:t>gespeicherte Prozeduren in einer Datenbank erstellen</a:t>
            </a:r>
          </a:p>
          <a:p>
            <a:pPr lvl="1"/>
            <a:r>
              <a:rPr lang="de-DE" dirty="0"/>
              <a:t>Ansichten in einer Datenbank erstellen</a:t>
            </a:r>
          </a:p>
          <a:p>
            <a:pPr lvl="1"/>
            <a:r>
              <a:rPr lang="de-DE" dirty="0"/>
              <a:t>Berechtigungen für Tabellen, Prozeduren und Ansichten festlegen</a:t>
            </a:r>
          </a:p>
          <a:p>
            <a:endParaRPr lang="de-DE"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8574061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SQL-Bestandteile</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Textfeld 4">
            <a:extLst>
              <a:ext uri="{FF2B5EF4-FFF2-40B4-BE49-F238E27FC236}">
                <a16:creationId xmlns:a16="http://schemas.microsoft.com/office/drawing/2014/main" id="{3BE4E2F9-6476-4220-A6AE-6A1C20225594}"/>
              </a:ext>
            </a:extLst>
          </p:cNvPr>
          <p:cNvSpPr txBox="1"/>
          <p:nvPr/>
        </p:nvSpPr>
        <p:spPr>
          <a:xfrm>
            <a:off x="8544406" y="1907173"/>
            <a:ext cx="1715589"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DQL</a:t>
            </a:r>
          </a:p>
        </p:txBody>
      </p:sp>
      <p:sp>
        <p:nvSpPr>
          <p:cNvPr id="6" name="Textfeld 5">
            <a:extLst>
              <a:ext uri="{FF2B5EF4-FFF2-40B4-BE49-F238E27FC236}">
                <a16:creationId xmlns:a16="http://schemas.microsoft.com/office/drawing/2014/main" id="{5E9FC3B0-6A70-43F3-A400-5B9AEEB7B818}"/>
              </a:ext>
            </a:extLst>
          </p:cNvPr>
          <p:cNvSpPr txBox="1"/>
          <p:nvPr/>
        </p:nvSpPr>
        <p:spPr>
          <a:xfrm>
            <a:off x="4955177" y="1907172"/>
            <a:ext cx="1846215"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DML</a:t>
            </a:r>
          </a:p>
        </p:txBody>
      </p:sp>
      <p:sp>
        <p:nvSpPr>
          <p:cNvPr id="7" name="Textfeld 6">
            <a:extLst>
              <a:ext uri="{FF2B5EF4-FFF2-40B4-BE49-F238E27FC236}">
                <a16:creationId xmlns:a16="http://schemas.microsoft.com/office/drawing/2014/main" id="{CE29837E-03AF-4F9C-951F-493646A8A470}"/>
              </a:ext>
            </a:extLst>
          </p:cNvPr>
          <p:cNvSpPr txBox="1"/>
          <p:nvPr/>
        </p:nvSpPr>
        <p:spPr>
          <a:xfrm>
            <a:off x="1094466" y="1907173"/>
            <a:ext cx="1846215"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DDL</a:t>
            </a:r>
          </a:p>
        </p:txBody>
      </p:sp>
      <p:sp>
        <p:nvSpPr>
          <p:cNvPr id="8" name="Textfeld 7">
            <a:extLst>
              <a:ext uri="{FF2B5EF4-FFF2-40B4-BE49-F238E27FC236}">
                <a16:creationId xmlns:a16="http://schemas.microsoft.com/office/drawing/2014/main" id="{646AEDE6-5736-4F08-98F9-3FE5B9B1A304}"/>
              </a:ext>
            </a:extLst>
          </p:cNvPr>
          <p:cNvSpPr txBox="1"/>
          <p:nvPr/>
        </p:nvSpPr>
        <p:spPr>
          <a:xfrm>
            <a:off x="3239588" y="4114316"/>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DCL</a:t>
            </a:r>
          </a:p>
        </p:txBody>
      </p:sp>
      <p:sp>
        <p:nvSpPr>
          <p:cNvPr id="9" name="Textfeld 8">
            <a:extLst>
              <a:ext uri="{FF2B5EF4-FFF2-40B4-BE49-F238E27FC236}">
                <a16:creationId xmlns:a16="http://schemas.microsoft.com/office/drawing/2014/main" id="{8556E30B-7390-4775-9D81-3DFF6CE989BC}"/>
              </a:ext>
            </a:extLst>
          </p:cNvPr>
          <p:cNvSpPr txBox="1"/>
          <p:nvPr/>
        </p:nvSpPr>
        <p:spPr>
          <a:xfrm>
            <a:off x="6828817" y="4111582"/>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TCL</a:t>
            </a:r>
          </a:p>
        </p:txBody>
      </p:sp>
    </p:spTree>
    <p:extLst>
      <p:ext uri="{BB962C8B-B14F-4D97-AF65-F5344CB8AC3E}">
        <p14:creationId xmlns:p14="http://schemas.microsoft.com/office/powerpoint/2010/main" val="16451495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SQL-Bestandteile</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Textfeld 4">
            <a:extLst>
              <a:ext uri="{FF2B5EF4-FFF2-40B4-BE49-F238E27FC236}">
                <a16:creationId xmlns:a16="http://schemas.microsoft.com/office/drawing/2014/main" id="{3BE4E2F9-6476-4220-A6AE-6A1C20225594}"/>
              </a:ext>
            </a:extLst>
          </p:cNvPr>
          <p:cNvSpPr txBox="1"/>
          <p:nvPr/>
        </p:nvSpPr>
        <p:spPr>
          <a:xfrm>
            <a:off x="8544406" y="1907173"/>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DQL</a:t>
            </a:r>
          </a:p>
        </p:txBody>
      </p:sp>
      <p:sp>
        <p:nvSpPr>
          <p:cNvPr id="6" name="Textfeld 5">
            <a:extLst>
              <a:ext uri="{FF2B5EF4-FFF2-40B4-BE49-F238E27FC236}">
                <a16:creationId xmlns:a16="http://schemas.microsoft.com/office/drawing/2014/main" id="{5E9FC3B0-6A70-43F3-A400-5B9AEEB7B818}"/>
              </a:ext>
            </a:extLst>
          </p:cNvPr>
          <p:cNvSpPr txBox="1"/>
          <p:nvPr/>
        </p:nvSpPr>
        <p:spPr>
          <a:xfrm>
            <a:off x="4955177" y="1907172"/>
            <a:ext cx="1846215"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DML</a:t>
            </a:r>
          </a:p>
        </p:txBody>
      </p:sp>
      <p:sp>
        <p:nvSpPr>
          <p:cNvPr id="7" name="Textfeld 6">
            <a:extLst>
              <a:ext uri="{FF2B5EF4-FFF2-40B4-BE49-F238E27FC236}">
                <a16:creationId xmlns:a16="http://schemas.microsoft.com/office/drawing/2014/main" id="{CE29837E-03AF-4F9C-951F-493646A8A470}"/>
              </a:ext>
            </a:extLst>
          </p:cNvPr>
          <p:cNvSpPr txBox="1"/>
          <p:nvPr/>
        </p:nvSpPr>
        <p:spPr>
          <a:xfrm>
            <a:off x="1094466" y="1907173"/>
            <a:ext cx="1846215"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DDL</a:t>
            </a:r>
          </a:p>
        </p:txBody>
      </p:sp>
      <p:sp>
        <p:nvSpPr>
          <p:cNvPr id="8" name="Textfeld 7">
            <a:extLst>
              <a:ext uri="{FF2B5EF4-FFF2-40B4-BE49-F238E27FC236}">
                <a16:creationId xmlns:a16="http://schemas.microsoft.com/office/drawing/2014/main" id="{646AEDE6-5736-4F08-98F9-3FE5B9B1A304}"/>
              </a:ext>
            </a:extLst>
          </p:cNvPr>
          <p:cNvSpPr txBox="1"/>
          <p:nvPr/>
        </p:nvSpPr>
        <p:spPr>
          <a:xfrm>
            <a:off x="3239588" y="4114316"/>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DCL</a:t>
            </a:r>
          </a:p>
        </p:txBody>
      </p:sp>
      <p:sp>
        <p:nvSpPr>
          <p:cNvPr id="9" name="Textfeld 8">
            <a:extLst>
              <a:ext uri="{FF2B5EF4-FFF2-40B4-BE49-F238E27FC236}">
                <a16:creationId xmlns:a16="http://schemas.microsoft.com/office/drawing/2014/main" id="{8556E30B-7390-4775-9D81-3DFF6CE989BC}"/>
              </a:ext>
            </a:extLst>
          </p:cNvPr>
          <p:cNvSpPr txBox="1"/>
          <p:nvPr/>
        </p:nvSpPr>
        <p:spPr>
          <a:xfrm>
            <a:off x="6828817" y="4111582"/>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TCL</a:t>
            </a:r>
          </a:p>
        </p:txBody>
      </p:sp>
    </p:spTree>
    <p:extLst>
      <p:ext uri="{BB962C8B-B14F-4D97-AF65-F5344CB8AC3E}">
        <p14:creationId xmlns:p14="http://schemas.microsoft.com/office/powerpoint/2010/main" val="16010694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DDL – Data Definition Language</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wesentlicher Bestandteil von SQL</a:t>
            </a:r>
          </a:p>
          <a:p>
            <a:r>
              <a:rPr lang="de-DE" dirty="0"/>
              <a:t>wird verwendet, um die Struktur von Datenbankobjekten zu definieren und zu verwalten</a:t>
            </a:r>
          </a:p>
          <a:p>
            <a:r>
              <a:rPr lang="de-DE" dirty="0"/>
              <a:t>enthaltene Befehle sind:</a:t>
            </a:r>
          </a:p>
          <a:p>
            <a:pPr lvl="1"/>
            <a:r>
              <a:rPr lang="de-DE" dirty="0"/>
              <a:t>CREATE (erstellen)</a:t>
            </a:r>
          </a:p>
          <a:p>
            <a:pPr lvl="1"/>
            <a:r>
              <a:rPr lang="de-DE" dirty="0"/>
              <a:t>ALTER (ändern)</a:t>
            </a:r>
          </a:p>
          <a:p>
            <a:pPr lvl="1"/>
            <a:r>
              <a:rPr lang="de-DE" dirty="0"/>
              <a:t>DROP (löschen)</a:t>
            </a:r>
          </a:p>
          <a:p>
            <a:pPr lvl="1"/>
            <a:r>
              <a:rPr lang="de-DE" dirty="0"/>
              <a:t>TRUNCATE (kürzen)</a:t>
            </a:r>
          </a:p>
          <a:p>
            <a:pPr lvl="1"/>
            <a:r>
              <a:rPr lang="de-DE" dirty="0"/>
              <a:t>RENAME (umbenennen)</a:t>
            </a:r>
          </a:p>
          <a:p>
            <a:endParaRPr lang="de-DE"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11024764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CREATE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neue Datenbankobjekte wie Tabellen, Schemata, Indizes und Ansichten zu erstellen</a:t>
            </a:r>
          </a:p>
          <a:p>
            <a:r>
              <a:rPr lang="de-DE" u="sng" dirty="0"/>
              <a:t>Beispiel für das Anlegen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3933460" y="3620589"/>
            <a:ext cx="4505146" cy="1631216"/>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CREATE TABLE </a:t>
            </a:r>
            <a:r>
              <a:rPr lang="en-US" sz="2000" dirty="0" err="1">
                <a:latin typeface="Artifakt Element Heavy" panose="020B0B03050000020004" pitchFamily="34" charset="0"/>
                <a:ea typeface="Artifakt Element Heavy" panose="020B0B03050000020004" pitchFamily="34" charset="0"/>
              </a:rPr>
              <a:t>Studenten</a:t>
            </a:r>
            <a:r>
              <a:rPr lang="en-US" sz="2000" dirty="0">
                <a:latin typeface="Artifakt Element Heavy" panose="020B0B03050000020004" pitchFamily="34" charset="0"/>
                <a:ea typeface="Artifakt Element Heavy" panose="020B0B03050000020004" pitchFamily="34" charset="0"/>
              </a:rPr>
              <a:t> (</a:t>
            </a:r>
          </a:p>
          <a:p>
            <a:r>
              <a:rPr lang="en-US" sz="2000" dirty="0">
                <a:latin typeface="Artifakt Element Heavy" panose="020B0B03050000020004" pitchFamily="34" charset="0"/>
                <a:ea typeface="Artifakt Element Heavy" panose="020B0B03050000020004" pitchFamily="34" charset="0"/>
              </a:rPr>
              <a:t>    ID INT NOT NULL PRIMARY KEY,</a:t>
            </a:r>
          </a:p>
          <a:p>
            <a:r>
              <a:rPr lang="en-US" sz="2000" dirty="0">
                <a:latin typeface="Artifakt Element Heavy" panose="020B0B03050000020004" pitchFamily="34" charset="0"/>
                <a:ea typeface="Artifakt Element Heavy" panose="020B0B03050000020004" pitchFamily="34" charset="0"/>
              </a:rPr>
              <a:t>    Name VARCHAR(100),</a:t>
            </a:r>
          </a:p>
          <a:p>
            <a:r>
              <a:rPr lang="en-US" sz="2000" dirty="0">
                <a:latin typeface="Artifakt Element Heavy" panose="020B0B03050000020004" pitchFamily="34" charset="0"/>
                <a:ea typeface="Artifakt Element Heavy" panose="020B0B03050000020004" pitchFamily="34" charset="0"/>
              </a:rPr>
              <a:t>    </a:t>
            </a:r>
            <a:r>
              <a:rPr lang="en-US" sz="2000" dirty="0" err="1">
                <a:latin typeface="Artifakt Element Heavy" panose="020B0B03050000020004" pitchFamily="34" charset="0"/>
                <a:ea typeface="Artifakt Element Heavy" panose="020B0B03050000020004" pitchFamily="34" charset="0"/>
              </a:rPr>
              <a:t>Geburtsdatum</a:t>
            </a:r>
            <a:r>
              <a:rPr lang="en-US" sz="2000" dirty="0">
                <a:latin typeface="Artifakt Element Heavy" panose="020B0B03050000020004" pitchFamily="34" charset="0"/>
                <a:ea typeface="Artifakt Element Heavy" panose="020B0B03050000020004" pitchFamily="34" charset="0"/>
              </a:rPr>
              <a:t> DATE</a:t>
            </a:r>
          </a:p>
          <a:p>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6543231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ALTER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bestehende Datenbankobjekte geändert werden </a:t>
            </a:r>
            <a:r>
              <a:rPr lang="de-DE" dirty="0">
                <a:sym typeface="Wingdings" panose="05000000000000000000" pitchFamily="2" charset="2"/>
              </a:rPr>
              <a:t></a:t>
            </a:r>
            <a:r>
              <a:rPr lang="de-DE" dirty="0"/>
              <a:t> man kann Spalten hinzufügen, ändern oder löschen</a:t>
            </a:r>
          </a:p>
          <a:p>
            <a:r>
              <a:rPr lang="de-DE" u="sng" dirty="0"/>
              <a:t>Beispiel für das Ändern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811461" y="3801239"/>
            <a:ext cx="6569077" cy="400110"/>
          </a:xfrm>
          <a:prstGeom prst="rect">
            <a:avLst/>
          </a:prstGeom>
          <a:noFill/>
        </p:spPr>
        <p:txBody>
          <a:bodyPr wrap="square" rtlCol="0">
            <a:spAutoFit/>
          </a:bodyPr>
          <a:lstStyle/>
          <a:p>
            <a:r>
              <a:rPr lang="en-US" sz="2000">
                <a:latin typeface="Artifakt Element Heavy" panose="020B0B03050000020004" pitchFamily="34" charset="0"/>
                <a:ea typeface="Artifakt Element Heavy" panose="020B0B03050000020004" pitchFamily="34" charset="0"/>
              </a:rPr>
              <a:t>ALTER TABLE Studenten ADD Email VARCHAR(100);</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33829552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DROP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Datenbankobjekte zu löschen</a:t>
            </a:r>
          </a:p>
          <a:p>
            <a:r>
              <a:rPr lang="de-DE" u="sng" dirty="0"/>
              <a:t>Beispiel für das Löschen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3952284" y="3348393"/>
            <a:ext cx="3441293" cy="400110"/>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DROP TABLE </a:t>
            </a:r>
            <a:r>
              <a:rPr lang="en-US" sz="2000" dirty="0" err="1">
                <a:latin typeface="Artifakt Element Heavy" panose="020B0B03050000020004" pitchFamily="34" charset="0"/>
                <a:ea typeface="Artifakt Element Heavy" panose="020B0B03050000020004" pitchFamily="34" charset="0"/>
              </a:rPr>
              <a:t>Studenten</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17572350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TRUNCATE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alle Daten aus einer Tabelle, ohne die Tabellenstruktur zu löschen, zu entfernen</a:t>
            </a:r>
          </a:p>
          <a:p>
            <a:r>
              <a:rPr lang="de-DE" u="sng" dirty="0"/>
              <a:t>Beispiel für das Kürzen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3494842" y="3601184"/>
            <a:ext cx="3776815" cy="400110"/>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TRUNCATE TABLE </a:t>
            </a:r>
            <a:r>
              <a:rPr lang="en-US" sz="2000" dirty="0" err="1">
                <a:latin typeface="Artifakt Element Heavy" panose="020B0B03050000020004" pitchFamily="34" charset="0"/>
                <a:ea typeface="Artifakt Element Heavy" panose="020B0B03050000020004" pitchFamily="34" charset="0"/>
              </a:rPr>
              <a:t>Studenten</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26687090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RENAME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den Namen eines Datenobjekts zu ändern</a:t>
            </a:r>
          </a:p>
          <a:p>
            <a:r>
              <a:rPr lang="de-DE" u="sng" dirty="0"/>
              <a:t>Beispiel für das Umbenennen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667529" y="3601184"/>
            <a:ext cx="5866872" cy="400110"/>
          </a:xfrm>
          <a:prstGeom prst="rect">
            <a:avLst/>
          </a:prstGeom>
          <a:noFill/>
        </p:spPr>
        <p:txBody>
          <a:bodyPr wrap="square" rtlCol="0">
            <a:spAutoFit/>
          </a:bodyPr>
          <a:lstStyle/>
          <a:p>
            <a:r>
              <a:rPr lang="de-DE" sz="2000" dirty="0">
                <a:latin typeface="Artifakt Element Heavy" panose="020B0B03050000020004" pitchFamily="34" charset="0"/>
                <a:ea typeface="Artifakt Element Heavy" panose="020B0B03050000020004" pitchFamily="34" charset="0"/>
              </a:rPr>
              <a:t>ALTER TABLE Studenten RENAME TO </a:t>
            </a:r>
            <a:r>
              <a:rPr lang="de-DE" sz="2000" dirty="0" err="1">
                <a:latin typeface="Artifakt Element Heavy" panose="020B0B03050000020004" pitchFamily="34" charset="0"/>
                <a:ea typeface="Artifakt Element Heavy" panose="020B0B03050000020004" pitchFamily="34" charset="0"/>
              </a:rPr>
              <a:t>Schueler</a:t>
            </a:r>
            <a:r>
              <a:rPr lang="de-DE" sz="2000" dirty="0">
                <a:latin typeface="Artifakt Element Heavy" panose="020B0B03050000020004" pitchFamily="34" charset="0"/>
                <a:ea typeface="Artifakt Element Heavy" panose="020B0B03050000020004" pitchFamily="34" charset="0"/>
              </a:rPr>
              <a:t>;</a:t>
            </a:r>
          </a:p>
        </p:txBody>
      </p:sp>
    </p:spTree>
    <p:extLst>
      <p:ext uri="{BB962C8B-B14F-4D97-AF65-F5344CB8AC3E}">
        <p14:creationId xmlns:p14="http://schemas.microsoft.com/office/powerpoint/2010/main" val="5625698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CREATE in Anwendung</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7" name="Inhaltsplatzhalter 3">
            <a:extLst>
              <a:ext uri="{FF2B5EF4-FFF2-40B4-BE49-F238E27FC236}">
                <a16:creationId xmlns:a16="http://schemas.microsoft.com/office/drawing/2014/main" id="{4BD678A7-34B0-4EFB-A102-91F5913F3A09}"/>
              </a:ext>
            </a:extLst>
          </p:cNvPr>
          <p:cNvSpPr txBox="1">
            <a:spLocks/>
          </p:cNvSpPr>
          <p:nvPr/>
        </p:nvSpPr>
        <p:spPr>
          <a:xfrm>
            <a:off x="437007" y="1463316"/>
            <a:ext cx="8645266" cy="3979333"/>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	</a:t>
            </a:r>
            <a:r>
              <a:rPr lang="en-US" sz="4000" dirty="0"/>
              <a:t>CREATE TABLE </a:t>
            </a:r>
            <a:r>
              <a:rPr lang="en-US" sz="4000" i="1" dirty="0" err="1">
                <a:solidFill>
                  <a:schemeClr val="accent6">
                    <a:lumMod val="60000"/>
                    <a:lumOff val="40000"/>
                  </a:schemeClr>
                </a:solidFill>
              </a:rPr>
              <a:t>Tabellenname</a:t>
            </a:r>
            <a:br>
              <a:rPr lang="en-US" sz="4000" dirty="0"/>
            </a:br>
            <a:r>
              <a:rPr lang="en-US" sz="4000" dirty="0"/>
              <a:t>	(</a:t>
            </a:r>
            <a:br>
              <a:rPr lang="en-US" sz="4000" dirty="0"/>
            </a:br>
            <a:r>
              <a:rPr lang="en-US" sz="4000" dirty="0"/>
              <a:t>	</a:t>
            </a:r>
            <a:r>
              <a:rPr lang="en-US" sz="4000" i="1" dirty="0">
                <a:solidFill>
                  <a:srgbClr val="FF0000"/>
                </a:solidFill>
              </a:rPr>
              <a:t>SpaltenName1</a:t>
            </a:r>
            <a:r>
              <a:rPr lang="en-US" sz="4000" i="1" dirty="0"/>
              <a:t> </a:t>
            </a:r>
            <a:r>
              <a:rPr lang="en-US" sz="4000" i="1" dirty="0" err="1">
                <a:solidFill>
                  <a:schemeClr val="accent1">
                    <a:lumMod val="75000"/>
                  </a:schemeClr>
                </a:solidFill>
              </a:rPr>
              <a:t>Datentyp</a:t>
            </a:r>
            <a:r>
              <a:rPr lang="en-US" sz="4000" dirty="0"/>
              <a:t>(</a:t>
            </a:r>
            <a:r>
              <a:rPr lang="en-US" sz="4000" i="1" dirty="0" err="1">
                <a:solidFill>
                  <a:schemeClr val="accent4">
                    <a:lumMod val="75000"/>
                  </a:schemeClr>
                </a:solidFill>
              </a:rPr>
              <a:t>Feldgröße</a:t>
            </a:r>
            <a:r>
              <a:rPr lang="en-US" sz="4000" dirty="0"/>
              <a:t>),</a:t>
            </a:r>
            <a:br>
              <a:rPr lang="en-US" sz="4000" dirty="0"/>
            </a:br>
            <a:r>
              <a:rPr lang="en-US" sz="4000" dirty="0"/>
              <a:t>	</a:t>
            </a:r>
            <a:r>
              <a:rPr lang="en-US" sz="4000" i="1" dirty="0">
                <a:solidFill>
                  <a:srgbClr val="FF0000"/>
                </a:solidFill>
              </a:rPr>
              <a:t>SpaltenName2</a:t>
            </a:r>
            <a:r>
              <a:rPr lang="en-US" sz="4000" i="1" dirty="0"/>
              <a:t> </a:t>
            </a:r>
            <a:r>
              <a:rPr lang="en-US" sz="4000" i="1" dirty="0" err="1">
                <a:solidFill>
                  <a:schemeClr val="accent1">
                    <a:lumMod val="75000"/>
                  </a:schemeClr>
                </a:solidFill>
              </a:rPr>
              <a:t>Datentyp</a:t>
            </a:r>
            <a:r>
              <a:rPr lang="en-US" sz="4000" dirty="0"/>
              <a:t>(</a:t>
            </a:r>
            <a:r>
              <a:rPr lang="en-US" sz="4000" i="1" dirty="0" err="1">
                <a:solidFill>
                  <a:schemeClr val="accent4">
                    <a:lumMod val="75000"/>
                  </a:schemeClr>
                </a:solidFill>
              </a:rPr>
              <a:t>Feldgröße</a:t>
            </a:r>
            <a:r>
              <a:rPr lang="en-US" sz="4000" dirty="0"/>
              <a:t>),</a:t>
            </a:r>
            <a:br>
              <a:rPr lang="en-US" sz="4000" dirty="0"/>
            </a:br>
            <a:r>
              <a:rPr lang="en-US" sz="4000" dirty="0"/>
              <a:t>	</a:t>
            </a:r>
            <a:r>
              <a:rPr lang="en-US" sz="4000" i="1" dirty="0">
                <a:solidFill>
                  <a:srgbClr val="FF0000"/>
                </a:solidFill>
              </a:rPr>
              <a:t>SpaltenName3</a:t>
            </a:r>
            <a:r>
              <a:rPr lang="en-US" sz="4000" i="1" dirty="0"/>
              <a:t> </a:t>
            </a:r>
            <a:r>
              <a:rPr lang="en-US" sz="4000" i="1" dirty="0" err="1">
                <a:solidFill>
                  <a:schemeClr val="accent1">
                    <a:lumMod val="75000"/>
                  </a:schemeClr>
                </a:solidFill>
              </a:rPr>
              <a:t>Datentyp</a:t>
            </a:r>
            <a:r>
              <a:rPr lang="en-US" sz="4000" dirty="0"/>
              <a:t>(</a:t>
            </a:r>
            <a:r>
              <a:rPr lang="en-US" sz="4000" i="1" dirty="0" err="1">
                <a:solidFill>
                  <a:schemeClr val="accent4">
                    <a:lumMod val="75000"/>
                  </a:schemeClr>
                </a:solidFill>
              </a:rPr>
              <a:t>Feldgröße</a:t>
            </a:r>
            <a:r>
              <a:rPr lang="en-US" sz="4000" dirty="0"/>
              <a:t>),</a:t>
            </a:r>
            <a:br>
              <a:rPr lang="en-US" sz="4000" dirty="0"/>
            </a:br>
            <a:r>
              <a:rPr lang="en-US" sz="4000" dirty="0"/>
              <a:t>	....</a:t>
            </a:r>
            <a:br>
              <a:rPr lang="en-US" sz="4000" dirty="0"/>
            </a:br>
            <a:r>
              <a:rPr lang="en-US" sz="4000" dirty="0"/>
              <a:t>	);</a:t>
            </a:r>
            <a:endParaRPr lang="de-DE" sz="4000" dirty="0"/>
          </a:p>
        </p:txBody>
      </p:sp>
      <p:sp>
        <p:nvSpPr>
          <p:cNvPr id="9" name="Textfeld 8">
            <a:extLst>
              <a:ext uri="{FF2B5EF4-FFF2-40B4-BE49-F238E27FC236}">
                <a16:creationId xmlns:a16="http://schemas.microsoft.com/office/drawing/2014/main" id="{F1869261-3FBC-4F13-8512-274E635C5E0C}"/>
              </a:ext>
            </a:extLst>
          </p:cNvPr>
          <p:cNvSpPr txBox="1"/>
          <p:nvPr/>
        </p:nvSpPr>
        <p:spPr>
          <a:xfrm>
            <a:off x="443520" y="5071309"/>
            <a:ext cx="3369391" cy="707886"/>
          </a:xfrm>
          <a:prstGeom prst="rect">
            <a:avLst/>
          </a:prstGeom>
          <a:noFill/>
        </p:spPr>
        <p:txBody>
          <a:bodyPr wrap="square" rtlCol="0">
            <a:spAutoFit/>
          </a:bodyPr>
          <a:lstStyle/>
          <a:p>
            <a:r>
              <a:rPr lang="de-DE" sz="2000" dirty="0">
                <a:solidFill>
                  <a:srgbClr val="FF0000"/>
                </a:solidFill>
              </a:rPr>
              <a:t>Name der 1., 2., 3, …. – Spalte</a:t>
            </a:r>
          </a:p>
          <a:p>
            <a:r>
              <a:rPr lang="de-DE" sz="2000" dirty="0">
                <a:solidFill>
                  <a:srgbClr val="FF0000"/>
                </a:solidFill>
              </a:rPr>
              <a:t>Also z.B. Name, Vorname, ID,…</a:t>
            </a:r>
          </a:p>
        </p:txBody>
      </p:sp>
      <p:cxnSp>
        <p:nvCxnSpPr>
          <p:cNvPr id="10" name="Gerade Verbindung mit Pfeil 9">
            <a:extLst>
              <a:ext uri="{FF2B5EF4-FFF2-40B4-BE49-F238E27FC236}">
                <a16:creationId xmlns:a16="http://schemas.microsoft.com/office/drawing/2014/main" id="{48BB5D8D-6677-4B12-A96D-12F7B62FB0C2}"/>
              </a:ext>
            </a:extLst>
          </p:cNvPr>
          <p:cNvCxnSpPr/>
          <p:nvPr/>
        </p:nvCxnSpPr>
        <p:spPr>
          <a:xfrm flipV="1">
            <a:off x="2144128" y="3777698"/>
            <a:ext cx="450760" cy="1293612"/>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30DFDEC8-6585-4AC0-94AC-354928CD9FFE}"/>
              </a:ext>
            </a:extLst>
          </p:cNvPr>
          <p:cNvCxnSpPr/>
          <p:nvPr/>
        </p:nvCxnSpPr>
        <p:spPr>
          <a:xfrm flipH="1" flipV="1">
            <a:off x="5040835" y="3694736"/>
            <a:ext cx="348558" cy="976157"/>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F391DC08-4A14-47E2-9172-C752455D4E1A}"/>
              </a:ext>
            </a:extLst>
          </p:cNvPr>
          <p:cNvSpPr txBox="1"/>
          <p:nvPr/>
        </p:nvSpPr>
        <p:spPr>
          <a:xfrm>
            <a:off x="4164175" y="4700775"/>
            <a:ext cx="3369391" cy="1323439"/>
          </a:xfrm>
          <a:prstGeom prst="rect">
            <a:avLst/>
          </a:prstGeom>
          <a:noFill/>
        </p:spPr>
        <p:txBody>
          <a:bodyPr wrap="square" rtlCol="0">
            <a:spAutoFit/>
          </a:bodyPr>
          <a:lstStyle/>
          <a:p>
            <a:r>
              <a:rPr lang="de-DE" sz="2000" dirty="0">
                <a:solidFill>
                  <a:schemeClr val="accent5"/>
                </a:solidFill>
              </a:rPr>
              <a:t>Ein Datentyp bezeichnet den Typ des </a:t>
            </a:r>
            <a:r>
              <a:rPr lang="de-DE" sz="2000" dirty="0" err="1">
                <a:solidFill>
                  <a:schemeClr val="accent5"/>
                </a:solidFill>
              </a:rPr>
              <a:t>Spaltennames</a:t>
            </a:r>
            <a:r>
              <a:rPr lang="de-DE" sz="2000" dirty="0">
                <a:solidFill>
                  <a:schemeClr val="accent5"/>
                </a:solidFill>
              </a:rPr>
              <a:t>, z.B. ID = Typ Integer, Name = Typ </a:t>
            </a:r>
            <a:r>
              <a:rPr lang="de-DE" sz="2000" dirty="0" err="1">
                <a:solidFill>
                  <a:schemeClr val="accent5"/>
                </a:solidFill>
              </a:rPr>
              <a:t>VarChar</a:t>
            </a:r>
            <a:endParaRPr lang="de-DE" sz="2000" dirty="0">
              <a:solidFill>
                <a:schemeClr val="accent5"/>
              </a:solidFill>
            </a:endParaRPr>
          </a:p>
        </p:txBody>
      </p:sp>
      <p:sp>
        <p:nvSpPr>
          <p:cNvPr id="13" name="Textfeld 12">
            <a:extLst>
              <a:ext uri="{FF2B5EF4-FFF2-40B4-BE49-F238E27FC236}">
                <a16:creationId xmlns:a16="http://schemas.microsoft.com/office/drawing/2014/main" id="{82CB1428-B293-4E68-A425-4DADA90745F4}"/>
              </a:ext>
            </a:extLst>
          </p:cNvPr>
          <p:cNvSpPr txBox="1"/>
          <p:nvPr/>
        </p:nvSpPr>
        <p:spPr>
          <a:xfrm>
            <a:off x="7559321" y="4690442"/>
            <a:ext cx="3369391" cy="1323439"/>
          </a:xfrm>
          <a:prstGeom prst="rect">
            <a:avLst/>
          </a:prstGeom>
          <a:noFill/>
        </p:spPr>
        <p:txBody>
          <a:bodyPr wrap="square" rtlCol="0">
            <a:spAutoFit/>
          </a:bodyPr>
          <a:lstStyle/>
          <a:p>
            <a:r>
              <a:rPr lang="de-DE" sz="2000" dirty="0">
                <a:solidFill>
                  <a:schemeClr val="accent4">
                    <a:lumMod val="75000"/>
                  </a:schemeClr>
                </a:solidFill>
              </a:rPr>
              <a:t>Die Feldgröße gibt an wie viele ZEICHEN der eingetragene Wert in der jeweiligen Spalte haben darf</a:t>
            </a:r>
          </a:p>
        </p:txBody>
      </p:sp>
      <p:cxnSp>
        <p:nvCxnSpPr>
          <p:cNvPr id="14" name="Gerade Verbindung mit Pfeil 13">
            <a:extLst>
              <a:ext uri="{FF2B5EF4-FFF2-40B4-BE49-F238E27FC236}">
                <a16:creationId xmlns:a16="http://schemas.microsoft.com/office/drawing/2014/main" id="{D1A0C0C5-9611-4747-903D-EF580EE6B281}"/>
              </a:ext>
            </a:extLst>
          </p:cNvPr>
          <p:cNvCxnSpPr/>
          <p:nvPr/>
        </p:nvCxnSpPr>
        <p:spPr>
          <a:xfrm flipH="1" flipV="1">
            <a:off x="8028016" y="3690923"/>
            <a:ext cx="1080012" cy="1066862"/>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E91A3915-F808-48B9-8D28-8F63390CD374}"/>
              </a:ext>
            </a:extLst>
          </p:cNvPr>
          <p:cNvCxnSpPr/>
          <p:nvPr/>
        </p:nvCxnSpPr>
        <p:spPr>
          <a:xfrm flipH="1" flipV="1">
            <a:off x="7100600" y="2299403"/>
            <a:ext cx="1561142" cy="570132"/>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AE4E8DC5-FD56-44D3-9DCC-D4549F71BC36}"/>
              </a:ext>
            </a:extLst>
          </p:cNvPr>
          <p:cNvSpPr txBox="1"/>
          <p:nvPr/>
        </p:nvSpPr>
        <p:spPr>
          <a:xfrm>
            <a:off x="8661742" y="2554414"/>
            <a:ext cx="3369391" cy="1015663"/>
          </a:xfrm>
          <a:prstGeom prst="rect">
            <a:avLst/>
          </a:prstGeom>
          <a:noFill/>
        </p:spPr>
        <p:txBody>
          <a:bodyPr wrap="square" rtlCol="0">
            <a:spAutoFit/>
          </a:bodyPr>
          <a:lstStyle/>
          <a:p>
            <a:r>
              <a:rPr lang="de-DE" sz="2000" dirty="0">
                <a:solidFill>
                  <a:schemeClr val="accent6"/>
                </a:solidFill>
              </a:rPr>
              <a:t>Name der Tabelle, </a:t>
            </a:r>
            <a:r>
              <a:rPr lang="de-DE" sz="2000" dirty="0" err="1">
                <a:solidFill>
                  <a:schemeClr val="accent6"/>
                </a:solidFill>
              </a:rPr>
              <a:t>z.B</a:t>
            </a:r>
            <a:r>
              <a:rPr lang="de-DE" sz="2000" dirty="0">
                <a:solidFill>
                  <a:schemeClr val="accent6"/>
                </a:solidFill>
              </a:rPr>
              <a:t> Professor, Student, Lehrer, Kellner,…</a:t>
            </a:r>
          </a:p>
        </p:txBody>
      </p:sp>
    </p:spTree>
    <p:extLst>
      <p:ext uri="{BB962C8B-B14F-4D97-AF65-F5344CB8AC3E}">
        <p14:creationId xmlns:p14="http://schemas.microsoft.com/office/powerpoint/2010/main" val="526723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CREATE in Anwendung</a:t>
            </a:r>
            <a:br>
              <a:rPr lang="de-DE" dirty="0"/>
            </a:br>
            <a:r>
              <a:rPr lang="de-DE" sz="4000" b="0" dirty="0"/>
              <a:t>Häufig genutzte Datentypen</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b="1" dirty="0"/>
              <a:t>INT</a:t>
            </a:r>
            <a:r>
              <a:rPr lang="de-DE" dirty="0"/>
              <a:t> (Integer </a:t>
            </a:r>
            <a:r>
              <a:rPr lang="de-DE" dirty="0">
                <a:sym typeface="Wingdings" panose="05000000000000000000" pitchFamily="2" charset="2"/>
              </a:rPr>
              <a:t>Ganzzahl)  „Erhöhung“ auf INTEGER NOT NULL</a:t>
            </a:r>
          </a:p>
          <a:p>
            <a:r>
              <a:rPr lang="de-DE" b="1" dirty="0">
                <a:sym typeface="Wingdings" panose="05000000000000000000" pitchFamily="2" charset="2"/>
              </a:rPr>
              <a:t>CHAR</a:t>
            </a:r>
            <a:r>
              <a:rPr lang="de-DE" dirty="0">
                <a:sym typeface="Wingdings" panose="05000000000000000000" pitchFamily="2" charset="2"/>
              </a:rPr>
              <a:t>(n) oder </a:t>
            </a:r>
            <a:r>
              <a:rPr lang="de-DE" b="1" dirty="0">
                <a:sym typeface="Wingdings" panose="05000000000000000000" pitchFamily="2" charset="2"/>
              </a:rPr>
              <a:t>VARCHAR</a:t>
            </a:r>
            <a:r>
              <a:rPr lang="de-DE" dirty="0">
                <a:sym typeface="Wingdings" panose="05000000000000000000" pitchFamily="2" charset="2"/>
              </a:rPr>
              <a:t>(n)  </a:t>
            </a:r>
            <a:r>
              <a:rPr lang="de-DE" dirty="0">
                <a:solidFill>
                  <a:srgbClr val="FF0000"/>
                </a:solidFill>
                <a:sym typeface="Wingdings" panose="05000000000000000000" pitchFamily="2" charset="2"/>
              </a:rPr>
              <a:t>Unterschiede? </a:t>
            </a:r>
            <a:r>
              <a:rPr lang="de-DE" dirty="0">
                <a:sym typeface="Wingdings" panose="05000000000000000000" pitchFamily="2" charset="2"/>
              </a:rPr>
              <a:t>(Variable Zeichenketten)</a:t>
            </a:r>
          </a:p>
          <a:p>
            <a:r>
              <a:rPr lang="de-DE" b="1" dirty="0">
                <a:sym typeface="Wingdings" panose="05000000000000000000" pitchFamily="2" charset="2"/>
              </a:rPr>
              <a:t>DATE</a:t>
            </a:r>
            <a:r>
              <a:rPr lang="de-DE" dirty="0">
                <a:sym typeface="Wingdings" panose="05000000000000000000" pitchFamily="2" charset="2"/>
              </a:rPr>
              <a:t> (Datumsangaben)</a:t>
            </a:r>
          </a:p>
          <a:p>
            <a:r>
              <a:rPr lang="de-DE" b="1" dirty="0">
                <a:sym typeface="Wingdings" panose="05000000000000000000" pitchFamily="2" charset="2"/>
              </a:rPr>
              <a:t>BOOLEAN</a:t>
            </a:r>
            <a:r>
              <a:rPr lang="de-DE" dirty="0">
                <a:sym typeface="Wingdings" panose="05000000000000000000" pitchFamily="2" charset="2"/>
              </a:rPr>
              <a:t> (Wahrheitswerte)</a:t>
            </a:r>
          </a:p>
          <a:p>
            <a:r>
              <a:rPr lang="de-DE" b="1" dirty="0">
                <a:sym typeface="Wingdings" panose="05000000000000000000" pitchFamily="2" charset="2"/>
              </a:rPr>
              <a:t>FLOAT</a:t>
            </a:r>
            <a:r>
              <a:rPr lang="de-DE" dirty="0">
                <a:sym typeface="Wingdings" panose="05000000000000000000" pitchFamily="2" charset="2"/>
              </a:rPr>
              <a:t> (Gleitkommazahl) </a:t>
            </a:r>
            <a:r>
              <a:rPr lang="de-DE" dirty="0">
                <a:solidFill>
                  <a:srgbClr val="FF0000"/>
                </a:solidFill>
                <a:sym typeface="Wingdings" panose="05000000000000000000" pitchFamily="2" charset="2"/>
              </a:rPr>
              <a:t>DECIMAL(5,2)</a:t>
            </a:r>
            <a:endParaRPr lang="de-DE" dirty="0">
              <a:sym typeface="Wingdings" panose="05000000000000000000" pitchFamily="2" charset="2"/>
            </a:endParaRPr>
          </a:p>
          <a:p>
            <a:endParaRPr lang="de-DE"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8091204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CREATE in Anwendung</a:t>
            </a:r>
            <a:br>
              <a:rPr lang="de-DE" dirty="0"/>
            </a:br>
            <a:r>
              <a:rPr lang="de-DE" sz="4000" b="0" dirty="0"/>
              <a:t>Primär –und Fremdschlüssel</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b="1" u="sng" dirty="0"/>
              <a:t>Primärschlüssel:</a:t>
            </a:r>
          </a:p>
          <a:p>
            <a:endParaRPr lang="de-DE" dirty="0"/>
          </a:p>
          <a:p>
            <a:r>
              <a:rPr lang="de-DE" b="1" u="sng" dirty="0"/>
              <a:t>Fremdschlüssel:</a:t>
            </a:r>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Textfeld 4">
            <a:extLst>
              <a:ext uri="{FF2B5EF4-FFF2-40B4-BE49-F238E27FC236}">
                <a16:creationId xmlns:a16="http://schemas.microsoft.com/office/drawing/2014/main" id="{55F2A934-8018-4CC9-BB47-B6261A257ED0}"/>
              </a:ext>
            </a:extLst>
          </p:cNvPr>
          <p:cNvSpPr txBox="1"/>
          <p:nvPr/>
        </p:nvSpPr>
        <p:spPr>
          <a:xfrm>
            <a:off x="533928" y="2399401"/>
            <a:ext cx="6563557" cy="400110"/>
          </a:xfrm>
          <a:prstGeom prst="rect">
            <a:avLst/>
          </a:prstGeom>
          <a:noFill/>
        </p:spPr>
        <p:txBody>
          <a:bodyPr wrap="square" rtlCol="0">
            <a:spAutoFit/>
          </a:bodyPr>
          <a:lstStyle/>
          <a:p>
            <a:r>
              <a:rPr lang="de-DE" sz="2000" dirty="0" err="1">
                <a:latin typeface="Artifakt Element Heavy" panose="020B0B03050000020004" pitchFamily="34" charset="0"/>
                <a:ea typeface="Artifakt Element Heavy" panose="020B0B03050000020004" pitchFamily="34" charset="0"/>
              </a:rPr>
              <a:t>studentID</a:t>
            </a:r>
            <a:r>
              <a:rPr lang="de-DE" sz="2000" dirty="0">
                <a:latin typeface="Artifakt Element Heavy" panose="020B0B03050000020004" pitchFamily="34" charset="0"/>
                <a:ea typeface="Artifakt Element Heavy" panose="020B0B03050000020004" pitchFamily="34" charset="0"/>
              </a:rPr>
              <a:t> INTEGER NOT NULL PRIMARY KEY</a:t>
            </a:r>
          </a:p>
        </p:txBody>
      </p:sp>
      <p:sp>
        <p:nvSpPr>
          <p:cNvPr id="6" name="Textfeld 5">
            <a:extLst>
              <a:ext uri="{FF2B5EF4-FFF2-40B4-BE49-F238E27FC236}">
                <a16:creationId xmlns:a16="http://schemas.microsoft.com/office/drawing/2014/main" id="{9608D743-6625-40B5-B810-C145966E93C7}"/>
              </a:ext>
            </a:extLst>
          </p:cNvPr>
          <p:cNvSpPr txBox="1"/>
          <p:nvPr/>
        </p:nvSpPr>
        <p:spPr>
          <a:xfrm>
            <a:off x="533927" y="3373794"/>
            <a:ext cx="8244313" cy="400110"/>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FOREIGN KEY (</a:t>
            </a:r>
            <a:r>
              <a:rPr lang="en-US" sz="2000" dirty="0" err="1">
                <a:latin typeface="Artifakt Element Heavy" panose="020B0B03050000020004" pitchFamily="34" charset="0"/>
                <a:ea typeface="Artifakt Element Heavy" panose="020B0B03050000020004" pitchFamily="34" charset="0"/>
              </a:rPr>
              <a:t>StudentID</a:t>
            </a:r>
            <a:r>
              <a:rPr lang="en-US" sz="2000" dirty="0">
                <a:latin typeface="Artifakt Element Heavy" panose="020B0B03050000020004" pitchFamily="34" charset="0"/>
                <a:ea typeface="Artifakt Element Heavy" panose="020B0B03050000020004" pitchFamily="34" charset="0"/>
              </a:rPr>
              <a:t>) REFERENCES </a:t>
            </a:r>
            <a:r>
              <a:rPr lang="en-US" sz="2000" dirty="0" err="1">
                <a:latin typeface="Artifakt Element Heavy" panose="020B0B03050000020004" pitchFamily="34" charset="0"/>
                <a:ea typeface="Artifakt Element Heavy" panose="020B0B03050000020004" pitchFamily="34" charset="0"/>
              </a:rPr>
              <a:t>Studenten</a:t>
            </a:r>
            <a:r>
              <a:rPr lang="en-US" sz="2000" dirty="0">
                <a:latin typeface="Artifakt Element Heavy" panose="020B0B03050000020004" pitchFamily="34" charset="0"/>
                <a:ea typeface="Artifakt Element Heavy" panose="020B0B03050000020004" pitchFamily="34" charset="0"/>
              </a:rPr>
              <a:t>(</a:t>
            </a:r>
            <a:r>
              <a:rPr lang="en-US" sz="2000" dirty="0" err="1">
                <a:latin typeface="Artifakt Element Heavy" panose="020B0B03050000020004" pitchFamily="34" charset="0"/>
                <a:ea typeface="Artifakt Element Heavy" panose="020B0B03050000020004" pitchFamily="34" charset="0"/>
              </a:rPr>
              <a:t>StudentID</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
        <p:nvSpPr>
          <p:cNvPr id="8" name="Textfeld 7">
            <a:extLst>
              <a:ext uri="{FF2B5EF4-FFF2-40B4-BE49-F238E27FC236}">
                <a16:creationId xmlns:a16="http://schemas.microsoft.com/office/drawing/2014/main" id="{EF90838A-EA40-49F5-915C-E1BD01212AE7}"/>
              </a:ext>
            </a:extLst>
          </p:cNvPr>
          <p:cNvSpPr txBox="1"/>
          <p:nvPr/>
        </p:nvSpPr>
        <p:spPr>
          <a:xfrm>
            <a:off x="4420127" y="3773904"/>
            <a:ext cx="8716226" cy="3046988"/>
          </a:xfrm>
          <a:prstGeom prst="rect">
            <a:avLst/>
          </a:prstGeom>
          <a:noFill/>
        </p:spPr>
        <p:txBody>
          <a:bodyPr wrap="square" rtlCol="0">
            <a:spAutoFit/>
          </a:bodyPr>
          <a:lstStyle/>
          <a:p>
            <a:r>
              <a:rPr lang="de-DE" sz="1600" dirty="0">
                <a:latin typeface="Artifakt Element Heavy" panose="020B0B03050000020004" pitchFamily="34" charset="0"/>
                <a:ea typeface="Artifakt Element Heavy" panose="020B0B03050000020004" pitchFamily="34" charset="0"/>
              </a:rPr>
              <a:t>CREATE TABLE Kurse (</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KursID</a:t>
            </a:r>
            <a:r>
              <a:rPr lang="de-DE" sz="1600" dirty="0">
                <a:latin typeface="Artifakt Element Heavy" panose="020B0B03050000020004" pitchFamily="34" charset="0"/>
                <a:ea typeface="Artifakt Element Heavy" panose="020B0B03050000020004" pitchFamily="34" charset="0"/>
              </a:rPr>
              <a:t> INTEGER NOT NULL PRIMARY KEY,</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KursName</a:t>
            </a:r>
            <a:r>
              <a:rPr lang="de-DE" sz="1600" dirty="0">
                <a:latin typeface="Artifakt Element Heavy" panose="020B0B03050000020004" pitchFamily="34" charset="0"/>
                <a:ea typeface="Artifakt Element Heavy" panose="020B0B03050000020004" pitchFamily="34" charset="0"/>
              </a:rPr>
              <a:t> VARCHAR(100)</a:t>
            </a:r>
          </a:p>
          <a:p>
            <a:r>
              <a:rPr lang="de-DE" sz="1600" dirty="0">
                <a:latin typeface="Artifakt Element Heavy" panose="020B0B03050000020004" pitchFamily="34" charset="0"/>
                <a:ea typeface="Artifakt Element Heavy" panose="020B0B03050000020004" pitchFamily="34" charset="0"/>
              </a:rPr>
              <a:t>);</a:t>
            </a:r>
          </a:p>
          <a:p>
            <a:endParaRPr lang="de-DE" sz="1600" dirty="0">
              <a:latin typeface="Artifakt Element Heavy" panose="020B0B03050000020004" pitchFamily="34" charset="0"/>
              <a:ea typeface="Artifakt Element Heavy" panose="020B0B03050000020004" pitchFamily="34" charset="0"/>
            </a:endParaRPr>
          </a:p>
          <a:p>
            <a:r>
              <a:rPr lang="de-DE" sz="1600" dirty="0">
                <a:latin typeface="Artifakt Element Heavy" panose="020B0B03050000020004" pitchFamily="34" charset="0"/>
                <a:ea typeface="Artifakt Element Heavy" panose="020B0B03050000020004" pitchFamily="34" charset="0"/>
              </a:rPr>
              <a:t>CREATE TABLE Anmeldungen (</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AnmeldungID</a:t>
            </a:r>
            <a:r>
              <a:rPr lang="de-DE" sz="1600" dirty="0">
                <a:latin typeface="Artifakt Element Heavy" panose="020B0B03050000020004" pitchFamily="34" charset="0"/>
                <a:ea typeface="Artifakt Element Heavy" panose="020B0B03050000020004" pitchFamily="34" charset="0"/>
              </a:rPr>
              <a:t> INTEGER NOT NULL PRIMARY KEY,</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StudentID</a:t>
            </a:r>
            <a:r>
              <a:rPr lang="de-DE" sz="1600" dirty="0">
                <a:latin typeface="Artifakt Element Heavy" panose="020B0B03050000020004" pitchFamily="34" charset="0"/>
                <a:ea typeface="Artifakt Element Heavy" panose="020B0B03050000020004" pitchFamily="34" charset="0"/>
              </a:rPr>
              <a:t> INT,</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KursID</a:t>
            </a:r>
            <a:r>
              <a:rPr lang="de-DE" sz="1600" dirty="0">
                <a:latin typeface="Artifakt Element Heavy" panose="020B0B03050000020004" pitchFamily="34" charset="0"/>
                <a:ea typeface="Artifakt Element Heavy" panose="020B0B03050000020004" pitchFamily="34" charset="0"/>
              </a:rPr>
              <a:t> INT,</a:t>
            </a:r>
          </a:p>
          <a:p>
            <a:r>
              <a:rPr lang="de-DE" sz="1600" dirty="0">
                <a:latin typeface="Artifakt Element Heavy" panose="020B0B03050000020004" pitchFamily="34" charset="0"/>
                <a:ea typeface="Artifakt Element Heavy" panose="020B0B03050000020004" pitchFamily="34" charset="0"/>
              </a:rPr>
              <a:t>    FOREIGN KEY (</a:t>
            </a:r>
            <a:r>
              <a:rPr lang="de-DE" sz="1600" dirty="0" err="1">
                <a:latin typeface="Artifakt Element Heavy" panose="020B0B03050000020004" pitchFamily="34" charset="0"/>
                <a:ea typeface="Artifakt Element Heavy" panose="020B0B03050000020004" pitchFamily="34" charset="0"/>
              </a:rPr>
              <a:t>StudentID</a:t>
            </a:r>
            <a:r>
              <a:rPr lang="de-DE" sz="1600" dirty="0">
                <a:latin typeface="Artifakt Element Heavy" panose="020B0B03050000020004" pitchFamily="34" charset="0"/>
                <a:ea typeface="Artifakt Element Heavy" panose="020B0B03050000020004" pitchFamily="34" charset="0"/>
              </a:rPr>
              <a:t>) REFERENCES Studenten(</a:t>
            </a:r>
            <a:r>
              <a:rPr lang="de-DE" sz="1600" dirty="0" err="1">
                <a:latin typeface="Artifakt Element Heavy" panose="020B0B03050000020004" pitchFamily="34" charset="0"/>
                <a:ea typeface="Artifakt Element Heavy" panose="020B0B03050000020004" pitchFamily="34" charset="0"/>
              </a:rPr>
              <a:t>StudentID</a:t>
            </a:r>
            <a:r>
              <a:rPr lang="de-DE" sz="1600" dirty="0">
                <a:latin typeface="Artifakt Element Heavy" panose="020B0B03050000020004" pitchFamily="34" charset="0"/>
                <a:ea typeface="Artifakt Element Heavy" panose="020B0B03050000020004" pitchFamily="34" charset="0"/>
              </a:rPr>
              <a:t>),</a:t>
            </a:r>
          </a:p>
          <a:p>
            <a:r>
              <a:rPr lang="de-DE" sz="1600" dirty="0">
                <a:latin typeface="Artifakt Element Heavy" panose="020B0B03050000020004" pitchFamily="34" charset="0"/>
                <a:ea typeface="Artifakt Element Heavy" panose="020B0B03050000020004" pitchFamily="34" charset="0"/>
              </a:rPr>
              <a:t>    FOREIGN KEY (</a:t>
            </a:r>
            <a:r>
              <a:rPr lang="de-DE" sz="1600" dirty="0" err="1">
                <a:latin typeface="Artifakt Element Heavy" panose="020B0B03050000020004" pitchFamily="34" charset="0"/>
                <a:ea typeface="Artifakt Element Heavy" panose="020B0B03050000020004" pitchFamily="34" charset="0"/>
              </a:rPr>
              <a:t>KursID</a:t>
            </a:r>
            <a:r>
              <a:rPr lang="de-DE" sz="1600" dirty="0">
                <a:latin typeface="Artifakt Element Heavy" panose="020B0B03050000020004" pitchFamily="34" charset="0"/>
                <a:ea typeface="Artifakt Element Heavy" panose="020B0B03050000020004" pitchFamily="34" charset="0"/>
              </a:rPr>
              <a:t>) REFERENCES Kurse(</a:t>
            </a:r>
            <a:r>
              <a:rPr lang="de-DE" sz="1600" dirty="0" err="1">
                <a:latin typeface="Artifakt Element Heavy" panose="020B0B03050000020004" pitchFamily="34" charset="0"/>
                <a:ea typeface="Artifakt Element Heavy" panose="020B0B03050000020004" pitchFamily="34" charset="0"/>
              </a:rPr>
              <a:t>KursID</a:t>
            </a:r>
            <a:r>
              <a:rPr lang="de-DE" sz="1600" dirty="0">
                <a:latin typeface="Artifakt Element Heavy" panose="020B0B03050000020004" pitchFamily="34" charset="0"/>
                <a:ea typeface="Artifakt Element Heavy" panose="020B0B03050000020004" pitchFamily="34" charset="0"/>
              </a:rPr>
              <a:t>)</a:t>
            </a:r>
          </a:p>
          <a:p>
            <a:r>
              <a:rPr lang="de-DE" sz="1600" dirty="0">
                <a:latin typeface="Artifakt Element Heavy" panose="020B0B03050000020004" pitchFamily="34" charset="0"/>
                <a:ea typeface="Artifakt Element Heavy" panose="020B0B03050000020004" pitchFamily="34" charset="0"/>
              </a:rPr>
              <a:t>);</a:t>
            </a:r>
          </a:p>
        </p:txBody>
      </p:sp>
    </p:spTree>
    <p:extLst>
      <p:ext uri="{BB962C8B-B14F-4D97-AF65-F5344CB8AC3E}">
        <p14:creationId xmlns:p14="http://schemas.microsoft.com/office/powerpoint/2010/main" val="12868737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SQL-Bestandteile</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Textfeld 4">
            <a:extLst>
              <a:ext uri="{FF2B5EF4-FFF2-40B4-BE49-F238E27FC236}">
                <a16:creationId xmlns:a16="http://schemas.microsoft.com/office/drawing/2014/main" id="{3BE4E2F9-6476-4220-A6AE-6A1C20225594}"/>
              </a:ext>
            </a:extLst>
          </p:cNvPr>
          <p:cNvSpPr txBox="1"/>
          <p:nvPr/>
        </p:nvSpPr>
        <p:spPr>
          <a:xfrm>
            <a:off x="8544406" y="1907173"/>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DQL</a:t>
            </a:r>
          </a:p>
        </p:txBody>
      </p:sp>
      <p:sp>
        <p:nvSpPr>
          <p:cNvPr id="6" name="Textfeld 5">
            <a:extLst>
              <a:ext uri="{FF2B5EF4-FFF2-40B4-BE49-F238E27FC236}">
                <a16:creationId xmlns:a16="http://schemas.microsoft.com/office/drawing/2014/main" id="{5E9FC3B0-6A70-43F3-A400-5B9AEEB7B818}"/>
              </a:ext>
            </a:extLst>
          </p:cNvPr>
          <p:cNvSpPr txBox="1"/>
          <p:nvPr/>
        </p:nvSpPr>
        <p:spPr>
          <a:xfrm>
            <a:off x="4955177" y="1907172"/>
            <a:ext cx="1846215"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DML</a:t>
            </a:r>
          </a:p>
        </p:txBody>
      </p:sp>
      <p:sp>
        <p:nvSpPr>
          <p:cNvPr id="7" name="Textfeld 6">
            <a:extLst>
              <a:ext uri="{FF2B5EF4-FFF2-40B4-BE49-F238E27FC236}">
                <a16:creationId xmlns:a16="http://schemas.microsoft.com/office/drawing/2014/main" id="{CE29837E-03AF-4F9C-951F-493646A8A470}"/>
              </a:ext>
            </a:extLst>
          </p:cNvPr>
          <p:cNvSpPr txBox="1"/>
          <p:nvPr/>
        </p:nvSpPr>
        <p:spPr>
          <a:xfrm>
            <a:off x="1094466" y="1907173"/>
            <a:ext cx="1846215"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DDL</a:t>
            </a:r>
          </a:p>
        </p:txBody>
      </p:sp>
      <p:sp>
        <p:nvSpPr>
          <p:cNvPr id="8" name="Textfeld 7">
            <a:extLst>
              <a:ext uri="{FF2B5EF4-FFF2-40B4-BE49-F238E27FC236}">
                <a16:creationId xmlns:a16="http://schemas.microsoft.com/office/drawing/2014/main" id="{646AEDE6-5736-4F08-98F9-3FE5B9B1A304}"/>
              </a:ext>
            </a:extLst>
          </p:cNvPr>
          <p:cNvSpPr txBox="1"/>
          <p:nvPr/>
        </p:nvSpPr>
        <p:spPr>
          <a:xfrm>
            <a:off x="3239588" y="4114316"/>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DCL</a:t>
            </a:r>
          </a:p>
        </p:txBody>
      </p:sp>
      <p:sp>
        <p:nvSpPr>
          <p:cNvPr id="9" name="Textfeld 8">
            <a:extLst>
              <a:ext uri="{FF2B5EF4-FFF2-40B4-BE49-F238E27FC236}">
                <a16:creationId xmlns:a16="http://schemas.microsoft.com/office/drawing/2014/main" id="{8556E30B-7390-4775-9D81-3DFF6CE989BC}"/>
              </a:ext>
            </a:extLst>
          </p:cNvPr>
          <p:cNvSpPr txBox="1"/>
          <p:nvPr/>
        </p:nvSpPr>
        <p:spPr>
          <a:xfrm>
            <a:off x="6828817" y="4111582"/>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TCL</a:t>
            </a:r>
          </a:p>
        </p:txBody>
      </p:sp>
    </p:spTree>
    <p:extLst>
      <p:ext uri="{BB962C8B-B14F-4D97-AF65-F5344CB8AC3E}">
        <p14:creationId xmlns:p14="http://schemas.microsoft.com/office/powerpoint/2010/main" val="340111097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sz="4000" dirty="0"/>
              <a:t>DML – Data Manipulation Language</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Teil von SQL, beschäftigt sich mit der Manipulation von Daten in einer Datenbank</a:t>
            </a:r>
          </a:p>
          <a:p>
            <a:r>
              <a:rPr lang="de-DE" dirty="0"/>
              <a:t>kann also Daten ….. </a:t>
            </a:r>
            <a:r>
              <a:rPr lang="de-DE" i="1" dirty="0">
                <a:solidFill>
                  <a:srgbClr val="009633"/>
                </a:solidFill>
              </a:rPr>
              <a:t>einfügen</a:t>
            </a:r>
            <a:r>
              <a:rPr lang="de-DE" dirty="0"/>
              <a:t>, </a:t>
            </a:r>
            <a:r>
              <a:rPr lang="de-DE" i="1" dirty="0">
                <a:solidFill>
                  <a:srgbClr val="009633"/>
                </a:solidFill>
              </a:rPr>
              <a:t>aktualisieren</a:t>
            </a:r>
            <a:r>
              <a:rPr lang="de-DE" dirty="0"/>
              <a:t>, </a:t>
            </a:r>
            <a:r>
              <a:rPr lang="de-DE" i="1" dirty="0">
                <a:solidFill>
                  <a:srgbClr val="009633"/>
                </a:solidFill>
              </a:rPr>
              <a:t>löschen</a:t>
            </a:r>
            <a:r>
              <a:rPr lang="de-DE" dirty="0"/>
              <a:t> und </a:t>
            </a:r>
            <a:r>
              <a:rPr lang="de-DE" i="1" dirty="0">
                <a:solidFill>
                  <a:srgbClr val="009633"/>
                </a:solidFill>
              </a:rPr>
              <a:t>abrufen</a:t>
            </a:r>
          </a:p>
          <a:p>
            <a:r>
              <a:rPr lang="de-DE" dirty="0"/>
              <a:t>in DML enthaltene Befehle sind:</a:t>
            </a:r>
          </a:p>
          <a:p>
            <a:pPr lvl="1"/>
            <a:r>
              <a:rPr lang="de-DE" dirty="0"/>
              <a:t>INSERT (einfügen)</a:t>
            </a:r>
          </a:p>
          <a:p>
            <a:pPr lvl="1"/>
            <a:r>
              <a:rPr lang="de-DE" dirty="0"/>
              <a:t>UPDATE (ändern)</a:t>
            </a:r>
          </a:p>
          <a:p>
            <a:pPr lvl="1"/>
            <a:r>
              <a:rPr lang="de-DE" dirty="0"/>
              <a:t>DELETE (löschen)</a:t>
            </a:r>
          </a:p>
          <a:p>
            <a:pPr lvl="1"/>
            <a:r>
              <a:rPr lang="de-DE" dirty="0"/>
              <a:t>SELECT (</a:t>
            </a:r>
            <a:r>
              <a:rPr lang="de-DE" dirty="0" err="1"/>
              <a:t>auswählen,abrufen</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2115351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sz="4000" dirty="0"/>
              <a:t>DML – Data Manipulation Language</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u="sng" dirty="0"/>
              <a:t>Zusammengefasst:</a:t>
            </a:r>
          </a:p>
          <a:p>
            <a:pPr lvl="1"/>
            <a:r>
              <a:rPr lang="de-DE" b="1" dirty="0"/>
              <a:t>Aktualität und Korrektheit</a:t>
            </a:r>
            <a:r>
              <a:rPr lang="de-DE" dirty="0"/>
              <a:t>: DML-Befehle sorgen dafür, dass Daten in der Datenbank aktuell und korrekt bleiben</a:t>
            </a:r>
          </a:p>
          <a:p>
            <a:pPr lvl="1"/>
            <a:r>
              <a:rPr lang="de-DE" b="1" dirty="0"/>
              <a:t>Datenverwaltung</a:t>
            </a:r>
            <a:r>
              <a:rPr lang="de-DE" dirty="0"/>
              <a:t>: Sie ermöglichen die Verwaltung von Daten (Einfügen, Aktualisieren, Löschen)</a:t>
            </a:r>
          </a:p>
          <a:p>
            <a:pPr lvl="1"/>
            <a:r>
              <a:rPr lang="de-DE" b="1" dirty="0"/>
              <a:t>Datenanalyse</a:t>
            </a:r>
            <a:r>
              <a:rPr lang="de-DE" dirty="0"/>
              <a:t>: Sie unterstützen die Analyse von Daten</a:t>
            </a:r>
          </a:p>
          <a:p>
            <a:pPr lvl="1"/>
            <a:r>
              <a:rPr lang="de-DE" b="1" dirty="0"/>
              <a:t>Wichtigkeit für Anwendungen und Berichte</a:t>
            </a:r>
            <a:r>
              <a:rPr lang="de-DE" dirty="0"/>
              <a:t>: Essenziell für die Funktionalität von Anwendungen und die Erstellung von Berichten</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2682292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INSERT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eine neue Zeile in eine Tabelle einzufügen</a:t>
            </a:r>
          </a:p>
          <a:p>
            <a:r>
              <a:rPr lang="de-DE" u="sng" dirty="0"/>
              <a:t>Beispiel für das Einfügen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3429000"/>
            <a:ext cx="7807966" cy="707886"/>
          </a:xfrm>
          <a:prstGeom prst="rect">
            <a:avLst/>
          </a:prstGeom>
          <a:noFill/>
        </p:spPr>
        <p:txBody>
          <a:bodyPr wrap="square" rtlCol="0">
            <a:spAutoFit/>
          </a:bodyPr>
          <a:lstStyle/>
          <a:p>
            <a:r>
              <a:rPr lang="de-DE" sz="2000" dirty="0">
                <a:latin typeface="Artifakt Element Heavy" panose="020B0B03050000020004" pitchFamily="34" charset="0"/>
                <a:ea typeface="Artifakt Element Heavy" panose="020B0B03050000020004" pitchFamily="34" charset="0"/>
              </a:rPr>
              <a:t>INSERT INTO Studenten (Name, Alter, Studiengang)</a:t>
            </a:r>
          </a:p>
          <a:p>
            <a:r>
              <a:rPr lang="de-DE" sz="2000" dirty="0">
                <a:latin typeface="Artifakt Element Heavy" panose="020B0B03050000020004" pitchFamily="34" charset="0"/>
                <a:ea typeface="Artifakt Element Heavy" panose="020B0B03050000020004" pitchFamily="34" charset="0"/>
              </a:rPr>
              <a:t>VALUES ('Max Mustermann', 22, 'Informatik');</a:t>
            </a:r>
          </a:p>
        </p:txBody>
      </p:sp>
    </p:spTree>
    <p:extLst>
      <p:ext uri="{BB962C8B-B14F-4D97-AF65-F5344CB8AC3E}">
        <p14:creationId xmlns:p14="http://schemas.microsoft.com/office/powerpoint/2010/main" val="34531710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UPDATE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vorhandene Daten einer Tabelle zu ändern</a:t>
            </a:r>
          </a:p>
          <a:p>
            <a:r>
              <a:rPr lang="de-DE" u="sng" dirty="0"/>
              <a:t>Beispiel für das Ändern des Alters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3429000"/>
            <a:ext cx="7807966" cy="1015663"/>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UPDATE </a:t>
            </a:r>
            <a:r>
              <a:rPr lang="en-US" sz="2000" dirty="0" err="1">
                <a:latin typeface="Artifakt Element Heavy" panose="020B0B03050000020004" pitchFamily="34" charset="0"/>
                <a:ea typeface="Artifakt Element Heavy" panose="020B0B03050000020004" pitchFamily="34" charset="0"/>
              </a:rPr>
              <a:t>Studenten</a:t>
            </a:r>
            <a:endParaRPr lang="en-US" sz="2000" dirty="0">
              <a:latin typeface="Artifakt Element Heavy" panose="020B0B03050000020004" pitchFamily="34" charset="0"/>
              <a:ea typeface="Artifakt Element Heavy" panose="020B0B03050000020004" pitchFamily="34" charset="0"/>
            </a:endParaRPr>
          </a:p>
          <a:p>
            <a:r>
              <a:rPr lang="en-US" sz="2000" dirty="0">
                <a:latin typeface="Artifakt Element Heavy" panose="020B0B03050000020004" pitchFamily="34" charset="0"/>
                <a:ea typeface="Artifakt Element Heavy" panose="020B0B03050000020004" pitchFamily="34" charset="0"/>
              </a:rPr>
              <a:t>SET Alter = 23</a:t>
            </a:r>
          </a:p>
          <a:p>
            <a:r>
              <a:rPr lang="en-US" sz="2000" dirty="0">
                <a:latin typeface="Artifakt Element Heavy" panose="020B0B03050000020004" pitchFamily="34" charset="0"/>
                <a:ea typeface="Artifakt Element Heavy" panose="020B0B03050000020004" pitchFamily="34" charset="0"/>
              </a:rPr>
              <a:t>WHERE Name = 'Max </a:t>
            </a:r>
            <a:r>
              <a:rPr lang="en-US" sz="2000" dirty="0" err="1">
                <a:latin typeface="Artifakt Element Heavy" panose="020B0B03050000020004" pitchFamily="34" charset="0"/>
                <a:ea typeface="Artifakt Element Heavy" panose="020B0B03050000020004" pitchFamily="34" charset="0"/>
              </a:rPr>
              <a:t>Mustermann</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19466037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DELETE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eine Zeile aus einer Tabelle zu entfernen</a:t>
            </a:r>
          </a:p>
          <a:p>
            <a:r>
              <a:rPr lang="de-DE" u="sng" dirty="0"/>
              <a:t>Beispiel für das Löschen einer </a:t>
            </a:r>
            <a:r>
              <a:rPr lang="de-DE" u="sng" dirty="0" err="1"/>
              <a:t>Zeíle</a:t>
            </a:r>
            <a:r>
              <a:rPr lang="de-DE" u="sng" dirty="0"/>
              <a:t>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3429000"/>
            <a:ext cx="7807966" cy="707886"/>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DELETE FROM </a:t>
            </a:r>
            <a:r>
              <a:rPr lang="en-US" sz="2000" dirty="0" err="1">
                <a:latin typeface="Artifakt Element Heavy" panose="020B0B03050000020004" pitchFamily="34" charset="0"/>
                <a:ea typeface="Artifakt Element Heavy" panose="020B0B03050000020004" pitchFamily="34" charset="0"/>
              </a:rPr>
              <a:t>Studenten</a:t>
            </a:r>
            <a:endParaRPr lang="en-US" sz="2000" dirty="0">
              <a:latin typeface="Artifakt Element Heavy" panose="020B0B03050000020004" pitchFamily="34" charset="0"/>
              <a:ea typeface="Artifakt Element Heavy" panose="020B0B03050000020004" pitchFamily="34" charset="0"/>
            </a:endParaRPr>
          </a:p>
          <a:p>
            <a:r>
              <a:rPr lang="en-US" sz="2000" dirty="0">
                <a:latin typeface="Artifakt Element Heavy" panose="020B0B03050000020004" pitchFamily="34" charset="0"/>
                <a:ea typeface="Artifakt Element Heavy" panose="020B0B03050000020004" pitchFamily="34" charset="0"/>
              </a:rPr>
              <a:t>WHERE Name = 'Max </a:t>
            </a:r>
            <a:r>
              <a:rPr lang="en-US" sz="2000" dirty="0" err="1">
                <a:latin typeface="Artifakt Element Heavy" panose="020B0B03050000020004" pitchFamily="34" charset="0"/>
                <a:ea typeface="Artifakt Element Heavy" panose="020B0B03050000020004" pitchFamily="34" charset="0"/>
              </a:rPr>
              <a:t>Mustermann</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97075517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SELECT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Daten aus einer, oder mehreren Tabellen abzurufen</a:t>
            </a:r>
          </a:p>
          <a:p>
            <a:r>
              <a:rPr lang="de-DE" u="sng" dirty="0"/>
              <a:t>Beispiel für das Abrufen von Daten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3429000"/>
            <a:ext cx="7807966" cy="1015663"/>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SELECT Name, Alter</a:t>
            </a:r>
          </a:p>
          <a:p>
            <a:r>
              <a:rPr lang="en-US" sz="2000" dirty="0">
                <a:latin typeface="Artifakt Element Heavy" panose="020B0B03050000020004" pitchFamily="34" charset="0"/>
                <a:ea typeface="Artifakt Element Heavy" panose="020B0B03050000020004" pitchFamily="34" charset="0"/>
              </a:rPr>
              <a:t>FROM </a:t>
            </a:r>
            <a:r>
              <a:rPr lang="en-US" sz="2000" dirty="0" err="1">
                <a:latin typeface="Artifakt Element Heavy" panose="020B0B03050000020004" pitchFamily="34" charset="0"/>
                <a:ea typeface="Artifakt Element Heavy" panose="020B0B03050000020004" pitchFamily="34" charset="0"/>
              </a:rPr>
              <a:t>Studenten</a:t>
            </a:r>
            <a:endParaRPr lang="en-US" sz="2000" dirty="0">
              <a:latin typeface="Artifakt Element Heavy" panose="020B0B03050000020004" pitchFamily="34" charset="0"/>
              <a:ea typeface="Artifakt Element Heavy" panose="020B0B03050000020004" pitchFamily="34" charset="0"/>
            </a:endParaRPr>
          </a:p>
          <a:p>
            <a:r>
              <a:rPr lang="en-US" sz="2000" dirty="0">
                <a:latin typeface="Artifakt Element Heavy" panose="020B0B03050000020004" pitchFamily="34" charset="0"/>
                <a:ea typeface="Artifakt Element Heavy" panose="020B0B03050000020004" pitchFamily="34" charset="0"/>
              </a:rPr>
              <a:t>WHERE </a:t>
            </a:r>
            <a:r>
              <a:rPr lang="en-US" sz="2000" dirty="0" err="1">
                <a:latin typeface="Artifakt Element Heavy" panose="020B0B03050000020004" pitchFamily="34" charset="0"/>
                <a:ea typeface="Artifakt Element Heavy" panose="020B0B03050000020004" pitchFamily="34" charset="0"/>
              </a:rPr>
              <a:t>Studiengang</a:t>
            </a:r>
            <a:r>
              <a:rPr lang="en-US" sz="2000" dirty="0">
                <a:latin typeface="Artifakt Element Heavy" panose="020B0B03050000020004" pitchFamily="34" charset="0"/>
                <a:ea typeface="Artifakt Element Heavy" panose="020B0B03050000020004" pitchFamily="34" charset="0"/>
              </a:rPr>
              <a:t> = '</a:t>
            </a:r>
            <a:r>
              <a:rPr lang="en-US" sz="2000" dirty="0" err="1">
                <a:latin typeface="Artifakt Element Heavy" panose="020B0B03050000020004" pitchFamily="34" charset="0"/>
                <a:ea typeface="Artifakt Element Heavy" panose="020B0B03050000020004" pitchFamily="34" charset="0"/>
              </a:rPr>
              <a:t>Informatik</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346221063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INSERT - Befehl</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21" name="Grafik 20">
            <a:extLst>
              <a:ext uri="{FF2B5EF4-FFF2-40B4-BE49-F238E27FC236}">
                <a16:creationId xmlns:a16="http://schemas.microsoft.com/office/drawing/2014/main" id="{98E33345-28B9-49D6-801E-A1A48B478D67}"/>
              </a:ext>
            </a:extLst>
          </p:cNvPr>
          <p:cNvPicPr>
            <a:picLocks noChangeAspect="1"/>
          </p:cNvPicPr>
          <p:nvPr/>
        </p:nvPicPr>
        <p:blipFill>
          <a:blip r:embed="rId2"/>
          <a:stretch>
            <a:fillRect/>
          </a:stretch>
        </p:blipFill>
        <p:spPr>
          <a:xfrm>
            <a:off x="0" y="1214307"/>
            <a:ext cx="12192000" cy="5226417"/>
          </a:xfrm>
          <a:prstGeom prst="rect">
            <a:avLst/>
          </a:prstGeom>
        </p:spPr>
      </p:pic>
    </p:spTree>
    <p:extLst>
      <p:ext uri="{BB962C8B-B14F-4D97-AF65-F5344CB8AC3E}">
        <p14:creationId xmlns:p14="http://schemas.microsoft.com/office/powerpoint/2010/main" val="3425668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INSERT – Befehl - Übung</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Inhaltsplatzhalter 2">
            <a:extLst>
              <a:ext uri="{FF2B5EF4-FFF2-40B4-BE49-F238E27FC236}">
                <a16:creationId xmlns:a16="http://schemas.microsoft.com/office/drawing/2014/main" id="{1F171EE8-42F8-4466-8E99-F3D1DF6ED93B}"/>
              </a:ext>
            </a:extLst>
          </p:cNvPr>
          <p:cNvSpPr>
            <a:spLocks noGrp="1"/>
          </p:cNvSpPr>
          <p:nvPr>
            <p:ph idx="1"/>
          </p:nvPr>
        </p:nvSpPr>
        <p:spPr>
          <a:xfrm>
            <a:off x="160867" y="1825625"/>
            <a:ext cx="10515600" cy="4351338"/>
          </a:xfrm>
        </p:spPr>
        <p:txBody>
          <a:bodyPr>
            <a:normAutofit/>
          </a:bodyPr>
          <a:lstStyle/>
          <a:p>
            <a:r>
              <a:rPr lang="de-DE" dirty="0"/>
              <a:t>üben Sie den INSERT-Befehl an bestehender „Krankenakte“-Datenbank</a:t>
            </a:r>
          </a:p>
          <a:p>
            <a:r>
              <a:rPr lang="de-DE" b="1" dirty="0"/>
              <a:t>Fügen Sie mithilfe des INSERT-Befehls je 2 Datensätze PRO Tabelle ein</a:t>
            </a:r>
          </a:p>
          <a:p>
            <a:r>
              <a:rPr lang="de-DE" b="1" dirty="0"/>
              <a:t>nutzen Sie den Update Befehl, ändern Sie 3 Nachnamen von Patienten </a:t>
            </a:r>
          </a:p>
          <a:p>
            <a:r>
              <a:rPr lang="de-DE" b="1" dirty="0"/>
              <a:t>nutzen Sie den DELETE-Befehl, löschen Sie 2 Diagnosen, beachten Sie hier die referenzielle Integrität</a:t>
            </a:r>
          </a:p>
          <a:p>
            <a:endParaRPr lang="de-DE" b="1" u="sng" dirty="0"/>
          </a:p>
          <a:p>
            <a:endParaRPr lang="de-DE" b="1" u="sng" dirty="0"/>
          </a:p>
          <a:p>
            <a:endParaRPr lang="de-DE" u="sng" dirty="0"/>
          </a:p>
        </p:txBody>
      </p:sp>
    </p:spTree>
    <p:extLst>
      <p:ext uri="{BB962C8B-B14F-4D97-AF65-F5344CB8AC3E}">
        <p14:creationId xmlns:p14="http://schemas.microsoft.com/office/powerpoint/2010/main" val="31266860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SELECT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pPr marL="0" indent="0">
              <a:buNone/>
            </a:pPr>
            <a:r>
              <a:rPr lang="de-DE" b="1" u="sng" dirty="0"/>
              <a:t>Wiederholung:</a:t>
            </a:r>
          </a:p>
          <a:p>
            <a:r>
              <a:rPr lang="de-DE" dirty="0"/>
              <a:t>wird verwendet, um Daten aus einer, oder mehreren Tabellen abzurufen</a:t>
            </a:r>
          </a:p>
          <a:p>
            <a:r>
              <a:rPr lang="de-DE" u="sng" dirty="0"/>
              <a:t>Beispiel für das Abrufen von Daten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4001294"/>
            <a:ext cx="7807966" cy="1015663"/>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SELECT Name, Alter</a:t>
            </a:r>
          </a:p>
          <a:p>
            <a:r>
              <a:rPr lang="en-US" sz="2000" dirty="0">
                <a:latin typeface="Artifakt Element Heavy" panose="020B0B03050000020004" pitchFamily="34" charset="0"/>
                <a:ea typeface="Artifakt Element Heavy" panose="020B0B03050000020004" pitchFamily="34" charset="0"/>
              </a:rPr>
              <a:t>FROM </a:t>
            </a:r>
            <a:r>
              <a:rPr lang="en-US" sz="2000" dirty="0" err="1">
                <a:latin typeface="Artifakt Element Heavy" panose="020B0B03050000020004" pitchFamily="34" charset="0"/>
                <a:ea typeface="Artifakt Element Heavy" panose="020B0B03050000020004" pitchFamily="34" charset="0"/>
              </a:rPr>
              <a:t>Studenten</a:t>
            </a:r>
            <a:endParaRPr lang="en-US" sz="2000" dirty="0">
              <a:latin typeface="Artifakt Element Heavy" panose="020B0B03050000020004" pitchFamily="34" charset="0"/>
              <a:ea typeface="Artifakt Element Heavy" panose="020B0B03050000020004" pitchFamily="34" charset="0"/>
            </a:endParaRPr>
          </a:p>
          <a:p>
            <a:r>
              <a:rPr lang="en-US" sz="2000" dirty="0">
                <a:latin typeface="Artifakt Element Heavy" panose="020B0B03050000020004" pitchFamily="34" charset="0"/>
                <a:ea typeface="Artifakt Element Heavy" panose="020B0B03050000020004" pitchFamily="34" charset="0"/>
              </a:rPr>
              <a:t>WHERE </a:t>
            </a:r>
            <a:r>
              <a:rPr lang="en-US" sz="2000" dirty="0" err="1">
                <a:latin typeface="Artifakt Element Heavy" panose="020B0B03050000020004" pitchFamily="34" charset="0"/>
                <a:ea typeface="Artifakt Element Heavy" panose="020B0B03050000020004" pitchFamily="34" charset="0"/>
              </a:rPr>
              <a:t>Studiengang</a:t>
            </a:r>
            <a:r>
              <a:rPr lang="en-US" sz="2000" dirty="0">
                <a:latin typeface="Artifakt Element Heavy" panose="020B0B03050000020004" pitchFamily="34" charset="0"/>
                <a:ea typeface="Artifakt Element Heavy" panose="020B0B03050000020004" pitchFamily="34" charset="0"/>
              </a:rPr>
              <a:t> = '</a:t>
            </a:r>
            <a:r>
              <a:rPr lang="en-US" sz="2000" dirty="0" err="1">
                <a:latin typeface="Artifakt Element Heavy" panose="020B0B03050000020004" pitchFamily="34" charset="0"/>
                <a:ea typeface="Artifakt Element Heavy" panose="020B0B03050000020004" pitchFamily="34" charset="0"/>
              </a:rPr>
              <a:t>Informatik</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1910543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SELECT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mit einem SELECT-Befehl ist es möglich:</a:t>
            </a:r>
          </a:p>
          <a:p>
            <a:pPr lvl="1"/>
            <a:r>
              <a:rPr lang="de-DE" dirty="0"/>
              <a:t>Daten einer Tabelle abzurufen</a:t>
            </a:r>
          </a:p>
          <a:p>
            <a:pPr lvl="1"/>
            <a:r>
              <a:rPr lang="de-DE" dirty="0"/>
              <a:t>Daten mehrerer Tabellen abzurufen und gemeinsam anzuzeigen (JOIN)</a:t>
            </a:r>
          </a:p>
          <a:p>
            <a:pPr lvl="1"/>
            <a:r>
              <a:rPr lang="de-DE" dirty="0"/>
              <a:t>vielfältige Bedingungen festzulegen</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7594096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FROM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gibt die zu durchsuchenden Tabellen, dies kann:</a:t>
            </a:r>
          </a:p>
          <a:p>
            <a:pPr lvl="1"/>
            <a:r>
              <a:rPr lang="de-DE" dirty="0"/>
              <a:t>eine Tabelle sein</a:t>
            </a:r>
          </a:p>
          <a:p>
            <a:pPr lvl="1"/>
            <a:r>
              <a:rPr lang="de-DE" dirty="0"/>
              <a:t>mehrere Tabellen sein (JOIN)</a:t>
            </a:r>
          </a:p>
          <a:p>
            <a:r>
              <a:rPr lang="de-DE" b="1" dirty="0"/>
              <a:t>JOIN behandeln wir an späterer Stelle</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40758203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WHERE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legt die Bedingungen fest, nach welcher die Daten angezeigt werden</a:t>
            </a:r>
          </a:p>
          <a:p>
            <a:r>
              <a:rPr lang="de-DE" b="1" u="sng" dirty="0"/>
              <a:t>Möglichkeiten:</a:t>
            </a:r>
          </a:p>
          <a:p>
            <a:pPr lvl="1"/>
            <a:r>
              <a:rPr lang="de-DE" dirty="0"/>
              <a:t>WHERE spalte = 'Wert‘; (Einfache Bedingung, überprüft einfach auf einen Wert)</a:t>
            </a:r>
          </a:p>
          <a:p>
            <a:pPr lvl="1"/>
            <a:r>
              <a:rPr lang="de-DE" b="1" u="sng" dirty="0"/>
              <a:t>Vergleichsoperatoren</a:t>
            </a:r>
          </a:p>
          <a:p>
            <a:pPr lvl="1"/>
            <a:r>
              <a:rPr lang="de-DE" dirty="0"/>
              <a:t>WHERE spalte LIKE 'a%‘; (Prüft ob Spalte einen Wert mit „a“ enthält </a:t>
            </a:r>
            <a:r>
              <a:rPr lang="de-DE" dirty="0">
                <a:sym typeface="Wingdings" panose="05000000000000000000" pitchFamily="2" charset="2"/>
              </a:rPr>
              <a:t>a%, %a, %a%)</a:t>
            </a:r>
          </a:p>
          <a:p>
            <a:pPr lvl="1"/>
            <a:r>
              <a:rPr lang="en-US" dirty="0"/>
              <a:t>WHERE </a:t>
            </a:r>
            <a:r>
              <a:rPr lang="en-US" dirty="0" err="1"/>
              <a:t>spalte</a:t>
            </a:r>
            <a:r>
              <a:rPr lang="en-US" dirty="0"/>
              <a:t> BETWEEN 10 AND 20; (</a:t>
            </a:r>
            <a:r>
              <a:rPr lang="en-US" dirty="0" err="1"/>
              <a:t>Wählt</a:t>
            </a:r>
            <a:r>
              <a:rPr lang="en-US" dirty="0"/>
              <a:t> </a:t>
            </a:r>
            <a:r>
              <a:rPr lang="en-US" dirty="0" err="1"/>
              <a:t>Werte</a:t>
            </a:r>
            <a:r>
              <a:rPr lang="en-US" dirty="0"/>
              <a:t> </a:t>
            </a:r>
            <a:r>
              <a:rPr lang="en-US" dirty="0" err="1"/>
              <a:t>innerhalb</a:t>
            </a:r>
            <a:r>
              <a:rPr lang="en-US" dirty="0"/>
              <a:t> </a:t>
            </a:r>
            <a:r>
              <a:rPr lang="en-US" dirty="0" err="1"/>
              <a:t>eines</a:t>
            </a:r>
            <a:r>
              <a:rPr lang="en-US" dirty="0"/>
              <a:t> </a:t>
            </a:r>
            <a:r>
              <a:rPr lang="en-US" dirty="0" err="1"/>
              <a:t>Bereichs</a:t>
            </a:r>
            <a:r>
              <a:rPr lang="en-US" dirty="0"/>
              <a:t> </a:t>
            </a:r>
            <a:r>
              <a:rPr lang="en-US" dirty="0" err="1"/>
              <a:t>aus</a:t>
            </a:r>
            <a:r>
              <a:rPr lang="en-US" dirty="0"/>
              <a:t>)</a:t>
            </a:r>
          </a:p>
          <a:p>
            <a:pPr lvl="1"/>
            <a:r>
              <a:rPr lang="de-DE" dirty="0"/>
              <a:t>WHERE spalte IS NULL; (Filter nach NULL-Werten)</a:t>
            </a:r>
          </a:p>
          <a:p>
            <a:pPr lvl="1"/>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160423735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WHERE – BEFEHL </a:t>
            </a:r>
            <a:r>
              <a:rPr lang="de-DE" dirty="0">
                <a:sym typeface="Wingdings" panose="05000000000000000000" pitchFamily="2" charset="2"/>
              </a:rPr>
              <a:t> Vergleichsoperatoren</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graphicFrame>
        <p:nvGraphicFramePr>
          <p:cNvPr id="5" name="Tabelle 4">
            <a:extLst>
              <a:ext uri="{FF2B5EF4-FFF2-40B4-BE49-F238E27FC236}">
                <a16:creationId xmlns:a16="http://schemas.microsoft.com/office/drawing/2014/main" id="{85D17E57-80DE-4992-9B50-2DEC8974F62F}"/>
              </a:ext>
            </a:extLst>
          </p:cNvPr>
          <p:cNvGraphicFramePr>
            <a:graphicFrameLocks noGrp="1"/>
          </p:cNvGraphicFramePr>
          <p:nvPr>
            <p:extLst>
              <p:ext uri="{D42A27DB-BD31-4B8C-83A1-F6EECF244321}">
                <p14:modId xmlns:p14="http://schemas.microsoft.com/office/powerpoint/2010/main" val="464049306"/>
              </p:ext>
            </p:extLst>
          </p:nvPr>
        </p:nvGraphicFramePr>
        <p:xfrm>
          <a:off x="804826" y="1758807"/>
          <a:ext cx="10515600" cy="3607227"/>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146592053"/>
                    </a:ext>
                  </a:extLst>
                </a:gridCol>
                <a:gridCol w="5257800">
                  <a:extLst>
                    <a:ext uri="{9D8B030D-6E8A-4147-A177-3AD203B41FA5}">
                      <a16:colId xmlns:a16="http://schemas.microsoft.com/office/drawing/2014/main" val="4170272576"/>
                    </a:ext>
                  </a:extLst>
                </a:gridCol>
              </a:tblGrid>
              <a:tr h="400803">
                <a:tc>
                  <a:txBody>
                    <a:bodyPr/>
                    <a:lstStyle/>
                    <a:p>
                      <a:r>
                        <a:rPr lang="de-DE" dirty="0"/>
                        <a:t>Operator</a:t>
                      </a:r>
                    </a:p>
                  </a:txBody>
                  <a:tcPr/>
                </a:tc>
                <a:tc>
                  <a:txBody>
                    <a:bodyPr/>
                    <a:lstStyle/>
                    <a:p>
                      <a:r>
                        <a:rPr lang="de-DE" dirty="0"/>
                        <a:t>Funktion</a:t>
                      </a:r>
                    </a:p>
                  </a:txBody>
                  <a:tcPr/>
                </a:tc>
                <a:extLst>
                  <a:ext uri="{0D108BD9-81ED-4DB2-BD59-A6C34878D82A}">
                    <a16:rowId xmlns:a16="http://schemas.microsoft.com/office/drawing/2014/main" val="1974835136"/>
                  </a:ext>
                </a:extLst>
              </a:tr>
              <a:tr h="400803">
                <a:tc>
                  <a:txBody>
                    <a:bodyPr/>
                    <a:lstStyle/>
                    <a:p>
                      <a:r>
                        <a:rPr lang="de-DE" dirty="0"/>
                        <a:t>=</a:t>
                      </a:r>
                    </a:p>
                  </a:txBody>
                  <a:tcPr/>
                </a:tc>
                <a:tc>
                  <a:txBody>
                    <a:bodyPr/>
                    <a:lstStyle/>
                    <a:p>
                      <a:r>
                        <a:rPr lang="de-DE" dirty="0"/>
                        <a:t>Gleich</a:t>
                      </a:r>
                    </a:p>
                  </a:txBody>
                  <a:tcPr/>
                </a:tc>
                <a:extLst>
                  <a:ext uri="{0D108BD9-81ED-4DB2-BD59-A6C34878D82A}">
                    <a16:rowId xmlns:a16="http://schemas.microsoft.com/office/drawing/2014/main" val="3534190574"/>
                  </a:ext>
                </a:extLst>
              </a:tr>
              <a:tr h="400803">
                <a:tc>
                  <a:txBody>
                    <a:bodyPr/>
                    <a:lstStyle/>
                    <a:p>
                      <a:r>
                        <a:rPr lang="de-DE" dirty="0"/>
                        <a:t>!=</a:t>
                      </a:r>
                    </a:p>
                  </a:txBody>
                  <a:tcPr/>
                </a:tc>
                <a:tc>
                  <a:txBody>
                    <a:bodyPr/>
                    <a:lstStyle/>
                    <a:p>
                      <a:r>
                        <a:rPr lang="de-DE" dirty="0"/>
                        <a:t>Ungleich</a:t>
                      </a:r>
                    </a:p>
                  </a:txBody>
                  <a:tcPr/>
                </a:tc>
                <a:extLst>
                  <a:ext uri="{0D108BD9-81ED-4DB2-BD59-A6C34878D82A}">
                    <a16:rowId xmlns:a16="http://schemas.microsoft.com/office/drawing/2014/main" val="1299943754"/>
                  </a:ext>
                </a:extLst>
              </a:tr>
              <a:tr h="400803">
                <a:tc>
                  <a:txBody>
                    <a:bodyPr/>
                    <a:lstStyle/>
                    <a:p>
                      <a:r>
                        <a:rPr lang="de-DE" dirty="0"/>
                        <a:t>&lt;, &gt;</a:t>
                      </a:r>
                    </a:p>
                  </a:txBody>
                  <a:tcPr/>
                </a:tc>
                <a:tc>
                  <a:txBody>
                    <a:bodyPr/>
                    <a:lstStyle/>
                    <a:p>
                      <a:r>
                        <a:rPr lang="de-DE" dirty="0"/>
                        <a:t>kleiner als, größer als</a:t>
                      </a:r>
                    </a:p>
                  </a:txBody>
                  <a:tcPr/>
                </a:tc>
                <a:extLst>
                  <a:ext uri="{0D108BD9-81ED-4DB2-BD59-A6C34878D82A}">
                    <a16:rowId xmlns:a16="http://schemas.microsoft.com/office/drawing/2014/main" val="3454902354"/>
                  </a:ext>
                </a:extLst>
              </a:tr>
              <a:tr h="400803">
                <a:tc>
                  <a:txBody>
                    <a:bodyPr/>
                    <a:lstStyle/>
                    <a:p>
                      <a:r>
                        <a:rPr lang="de-DE" dirty="0"/>
                        <a:t>&lt;=, &gt;=</a:t>
                      </a:r>
                    </a:p>
                  </a:txBody>
                  <a:tcPr/>
                </a:tc>
                <a:tc>
                  <a:txBody>
                    <a:bodyPr/>
                    <a:lstStyle/>
                    <a:p>
                      <a:r>
                        <a:rPr lang="de-DE" dirty="0"/>
                        <a:t>kleiner gleich, größer gleich</a:t>
                      </a:r>
                    </a:p>
                  </a:txBody>
                  <a:tcPr/>
                </a:tc>
                <a:extLst>
                  <a:ext uri="{0D108BD9-81ED-4DB2-BD59-A6C34878D82A}">
                    <a16:rowId xmlns:a16="http://schemas.microsoft.com/office/drawing/2014/main" val="1533118305"/>
                  </a:ext>
                </a:extLst>
              </a:tr>
              <a:tr h="400803">
                <a:tc gridSpan="2">
                  <a:txBody>
                    <a:bodyPr/>
                    <a:lstStyle/>
                    <a:p>
                      <a:pPr algn="ctr"/>
                      <a:r>
                        <a:rPr lang="de-DE" b="1" dirty="0"/>
                        <a:t>Logische Operatoren (</a:t>
                      </a:r>
                      <a:r>
                        <a:rPr lang="de-DE" b="1" dirty="0" err="1"/>
                        <a:t>zb</a:t>
                      </a:r>
                      <a:r>
                        <a:rPr lang="de-DE" b="1" dirty="0"/>
                        <a:t>.:</a:t>
                      </a:r>
                      <a:r>
                        <a:rPr lang="en-US" b="1" dirty="0"/>
                        <a:t>SELECT  FROM </a:t>
                      </a:r>
                      <a:r>
                        <a:rPr lang="en-US" b="1" dirty="0" err="1"/>
                        <a:t>tabelle</a:t>
                      </a:r>
                      <a:r>
                        <a:rPr lang="en-US" b="1" dirty="0"/>
                        <a:t> WHERE spalte1 = 'Wert1' AND spalte2 &lt; 100;)</a:t>
                      </a:r>
                      <a:endParaRPr lang="de-DE" b="1" dirty="0"/>
                    </a:p>
                  </a:txBody>
                  <a:tcPr/>
                </a:tc>
                <a:tc hMerge="1">
                  <a:txBody>
                    <a:bodyPr/>
                    <a:lstStyle/>
                    <a:p>
                      <a:endParaRPr lang="de-DE" dirty="0"/>
                    </a:p>
                  </a:txBody>
                  <a:tcPr/>
                </a:tc>
                <a:extLst>
                  <a:ext uri="{0D108BD9-81ED-4DB2-BD59-A6C34878D82A}">
                    <a16:rowId xmlns:a16="http://schemas.microsoft.com/office/drawing/2014/main" val="3893320048"/>
                  </a:ext>
                </a:extLst>
              </a:tr>
              <a:tr h="400803">
                <a:tc>
                  <a:txBody>
                    <a:bodyPr/>
                    <a:lstStyle/>
                    <a:p>
                      <a:pPr algn="ctr"/>
                      <a:r>
                        <a:rPr lang="de-DE" b="1" dirty="0"/>
                        <a:t>AND</a:t>
                      </a:r>
                    </a:p>
                  </a:txBody>
                  <a:tcPr/>
                </a:tc>
                <a:tc>
                  <a:txBody>
                    <a:bodyPr/>
                    <a:lstStyle/>
                    <a:p>
                      <a:pPr algn="ctr"/>
                      <a:r>
                        <a:rPr lang="de-DE" b="1" dirty="0"/>
                        <a:t>UND</a:t>
                      </a:r>
                    </a:p>
                  </a:txBody>
                  <a:tcPr/>
                </a:tc>
                <a:extLst>
                  <a:ext uri="{0D108BD9-81ED-4DB2-BD59-A6C34878D82A}">
                    <a16:rowId xmlns:a16="http://schemas.microsoft.com/office/drawing/2014/main" val="1955594925"/>
                  </a:ext>
                </a:extLst>
              </a:tr>
              <a:tr h="400803">
                <a:tc>
                  <a:txBody>
                    <a:bodyPr/>
                    <a:lstStyle/>
                    <a:p>
                      <a:pPr algn="ctr"/>
                      <a:r>
                        <a:rPr lang="de-DE" b="1" dirty="0"/>
                        <a:t>OR</a:t>
                      </a:r>
                    </a:p>
                  </a:txBody>
                  <a:tcPr/>
                </a:tc>
                <a:tc>
                  <a:txBody>
                    <a:bodyPr/>
                    <a:lstStyle/>
                    <a:p>
                      <a:pPr algn="ctr"/>
                      <a:r>
                        <a:rPr lang="de-DE" b="1" dirty="0"/>
                        <a:t>ODER</a:t>
                      </a:r>
                    </a:p>
                  </a:txBody>
                  <a:tcPr/>
                </a:tc>
                <a:extLst>
                  <a:ext uri="{0D108BD9-81ED-4DB2-BD59-A6C34878D82A}">
                    <a16:rowId xmlns:a16="http://schemas.microsoft.com/office/drawing/2014/main" val="501636825"/>
                  </a:ext>
                </a:extLst>
              </a:tr>
              <a:tr h="400803">
                <a:tc>
                  <a:txBody>
                    <a:bodyPr/>
                    <a:lstStyle/>
                    <a:p>
                      <a:pPr algn="ctr"/>
                      <a:r>
                        <a:rPr lang="de-DE" b="1" dirty="0"/>
                        <a:t>NOT</a:t>
                      </a:r>
                    </a:p>
                  </a:txBody>
                  <a:tcPr/>
                </a:tc>
                <a:tc>
                  <a:txBody>
                    <a:bodyPr/>
                    <a:lstStyle/>
                    <a:p>
                      <a:pPr algn="ctr"/>
                      <a:r>
                        <a:rPr lang="de-DE" b="1" dirty="0"/>
                        <a:t>NICHT</a:t>
                      </a:r>
                    </a:p>
                  </a:txBody>
                  <a:tcPr/>
                </a:tc>
                <a:extLst>
                  <a:ext uri="{0D108BD9-81ED-4DB2-BD59-A6C34878D82A}">
                    <a16:rowId xmlns:a16="http://schemas.microsoft.com/office/drawing/2014/main" val="2484910681"/>
                  </a:ext>
                </a:extLst>
              </a:tr>
            </a:tbl>
          </a:graphicData>
        </a:graphic>
      </p:graphicFrame>
    </p:spTree>
    <p:extLst>
      <p:ext uri="{BB962C8B-B14F-4D97-AF65-F5344CB8AC3E}">
        <p14:creationId xmlns:p14="http://schemas.microsoft.com/office/powerpoint/2010/main" val="36243569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WHERE – BEFEHL </a:t>
            </a:r>
            <a:r>
              <a:rPr lang="de-DE" dirty="0">
                <a:sym typeface="Wingdings" panose="05000000000000000000" pitchFamily="2" charset="2"/>
              </a:rPr>
              <a:t> Übung</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Inhaltsplatzhalter 2">
            <a:extLst>
              <a:ext uri="{FF2B5EF4-FFF2-40B4-BE49-F238E27FC236}">
                <a16:creationId xmlns:a16="http://schemas.microsoft.com/office/drawing/2014/main" id="{B8C2B1CE-B93E-45C2-B5D9-D6B3B12F0042}"/>
              </a:ext>
            </a:extLst>
          </p:cNvPr>
          <p:cNvSpPr>
            <a:spLocks noGrp="1"/>
          </p:cNvSpPr>
          <p:nvPr>
            <p:ph idx="1"/>
          </p:nvPr>
        </p:nvSpPr>
        <p:spPr>
          <a:xfrm>
            <a:off x="160867" y="1825625"/>
            <a:ext cx="10515600" cy="4351338"/>
          </a:xfrm>
        </p:spPr>
        <p:txBody>
          <a:bodyPr>
            <a:normAutofit fontScale="70000" lnSpcReduction="20000"/>
          </a:bodyPr>
          <a:lstStyle/>
          <a:p>
            <a:pPr marL="457200" lvl="1" indent="0">
              <a:buNone/>
            </a:pPr>
            <a:r>
              <a:rPr lang="de-DE" sz="3400" b="1" u="sng" dirty="0"/>
              <a:t>Zeige alle Schüler…</a:t>
            </a:r>
          </a:p>
          <a:p>
            <a:pPr lvl="1"/>
            <a:r>
              <a:rPr lang="de-DE" dirty="0"/>
              <a:t>die 18 Jahre alt sind</a:t>
            </a:r>
          </a:p>
          <a:p>
            <a:pPr lvl="1"/>
            <a:r>
              <a:rPr lang="de-DE" dirty="0"/>
              <a:t>die eine Note über 75 haben</a:t>
            </a:r>
          </a:p>
          <a:p>
            <a:pPr lvl="1"/>
            <a:r>
              <a:rPr lang="de-DE" dirty="0"/>
              <a:t>die eine Note von 60 oder weniger haben</a:t>
            </a:r>
          </a:p>
          <a:p>
            <a:pPr lvl="1"/>
            <a:r>
              <a:rPr lang="de-DE" dirty="0"/>
              <a:t>die älter als 17 Jahre sind und eine Note über 80 haben</a:t>
            </a:r>
          </a:p>
          <a:p>
            <a:pPr lvl="1"/>
            <a:r>
              <a:rPr lang="de-DE" dirty="0"/>
              <a:t>die jünger als 18 Jahre sind oder eine Note unter 50 haben</a:t>
            </a:r>
          </a:p>
          <a:p>
            <a:pPr lvl="1"/>
            <a:r>
              <a:rPr lang="de-DE" dirty="0"/>
              <a:t>die nicht 17 Jahre alt sind</a:t>
            </a:r>
          </a:p>
          <a:p>
            <a:pPr lvl="1"/>
            <a:r>
              <a:rPr lang="de-DE" dirty="0"/>
              <a:t>deren Name mit 'A' beginn</a:t>
            </a:r>
          </a:p>
          <a:p>
            <a:pPr lvl="1"/>
            <a:r>
              <a:rPr lang="de-DE" dirty="0"/>
              <a:t>deren Name mit '</a:t>
            </a:r>
            <a:r>
              <a:rPr lang="de-DE" dirty="0" err="1"/>
              <a:t>son</a:t>
            </a:r>
            <a:r>
              <a:rPr lang="de-DE" dirty="0"/>
              <a:t>' endet.</a:t>
            </a:r>
          </a:p>
          <a:p>
            <a:pPr lvl="1"/>
            <a:r>
              <a:rPr lang="de-DE" dirty="0"/>
              <a:t>deren Name an irgendeiner Stelle ein 'a' enthält</a:t>
            </a:r>
          </a:p>
          <a:p>
            <a:pPr lvl="1"/>
            <a:r>
              <a:rPr lang="de-DE" dirty="0"/>
              <a:t>die zwischen 15 und 18 Jahre alt sind</a:t>
            </a:r>
          </a:p>
          <a:p>
            <a:pPr lvl="1"/>
            <a:r>
              <a:rPr lang="de-DE" dirty="0"/>
              <a:t>die eine Note zwischen 70 und 90 haben</a:t>
            </a:r>
          </a:p>
          <a:p>
            <a:pPr lvl="1"/>
            <a:r>
              <a:rPr lang="de-DE" dirty="0"/>
              <a:t>die eine E-Mail-Adresse haben</a:t>
            </a:r>
          </a:p>
          <a:p>
            <a:pPr lvl="1"/>
            <a:r>
              <a:rPr lang="de-DE" dirty="0"/>
              <a:t>die eine Telefonnummer haben</a:t>
            </a:r>
          </a:p>
          <a:p>
            <a:pPr lvl="1"/>
            <a:r>
              <a:rPr lang="de-DE" dirty="0"/>
              <a:t>deren Name mit 'A' beginnt und die eine E-Mail-Adresse haben</a:t>
            </a:r>
          </a:p>
          <a:p>
            <a:pPr lvl="1"/>
            <a:r>
              <a:rPr lang="de-DE" dirty="0"/>
              <a:t>die älter als 16 Jahre sind und entweder eine Note unter 50 haben oder eine Telefonnummer besitzen</a:t>
            </a:r>
          </a:p>
          <a:p>
            <a:pPr lvl="1"/>
            <a:endParaRPr lang="de-DE" dirty="0"/>
          </a:p>
          <a:p>
            <a:pPr lvl="1"/>
            <a:endParaRPr lang="de-DE" dirty="0"/>
          </a:p>
        </p:txBody>
      </p:sp>
    </p:spTree>
    <p:extLst>
      <p:ext uri="{BB962C8B-B14F-4D97-AF65-F5344CB8AC3E}">
        <p14:creationId xmlns:p14="http://schemas.microsoft.com/office/powerpoint/2010/main" val="113455319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pPr marL="0" indent="0">
              <a:buNone/>
            </a:pPr>
            <a:r>
              <a:rPr lang="de-DE" i="1" dirty="0"/>
              <a:t>In SQL werden JOIN-Befehle verwendet, um Daten aus zwei oder mehr Tabellen basierend auf einer verwandten Spalte zu kombinieren. Es gibt verschiedene Arten von JOINs, die jeweils unterschiedliche Ergebnisse liefern.</a:t>
            </a:r>
          </a:p>
          <a:p>
            <a:r>
              <a:rPr lang="de-DE" u="sng" dirty="0"/>
              <a:t>Arten von JOIN-Befehlen:</a:t>
            </a:r>
          </a:p>
          <a:p>
            <a:pPr lvl="1"/>
            <a:r>
              <a:rPr lang="de-DE" dirty="0"/>
              <a:t>INNER JOIN</a:t>
            </a:r>
          </a:p>
          <a:p>
            <a:pPr lvl="1"/>
            <a:r>
              <a:rPr lang="de-DE" dirty="0"/>
              <a:t>LEFT JOIN (oder LEFT OUTER JOIN)</a:t>
            </a:r>
          </a:p>
          <a:p>
            <a:pPr lvl="1"/>
            <a:r>
              <a:rPr lang="de-DE" dirty="0"/>
              <a:t>RIGHT JOIN (oder RIGHT OUTER JOIN)</a:t>
            </a:r>
          </a:p>
          <a:p>
            <a:pPr lvl="1"/>
            <a:r>
              <a:rPr lang="de-DE" dirty="0"/>
              <a:t>FULL JOIN (oder FULL OUTER JOIN)</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63248240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INNER 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kombiniert Zeilen aus beiden Tabellen, wenn es eine Übereinstimmung in den verbundenen Spalten gibt</a:t>
            </a:r>
          </a:p>
          <a:p>
            <a:pPr marL="0" indent="0">
              <a:buNone/>
            </a:pPr>
            <a:endParaRPr lang="de-DE" dirty="0"/>
          </a:p>
          <a:p>
            <a:pPr marL="0" indent="0">
              <a:buNone/>
            </a:pPr>
            <a:r>
              <a:rPr lang="de-DE" dirty="0"/>
              <a:t>SELECT *</a:t>
            </a:r>
          </a:p>
          <a:p>
            <a:pPr marL="0" indent="0">
              <a:buNone/>
            </a:pPr>
            <a:r>
              <a:rPr lang="de-DE" dirty="0"/>
              <a:t>FROM </a:t>
            </a:r>
            <a:r>
              <a:rPr lang="de-DE" dirty="0">
                <a:solidFill>
                  <a:srgbClr val="E30051"/>
                </a:solidFill>
              </a:rPr>
              <a:t>Kunde</a:t>
            </a:r>
            <a:r>
              <a:rPr lang="de-DE" dirty="0"/>
              <a:t> </a:t>
            </a:r>
          </a:p>
          <a:p>
            <a:pPr marL="0" indent="0">
              <a:buNone/>
            </a:pPr>
            <a:r>
              <a:rPr lang="de-DE" dirty="0"/>
              <a:t>INNER JOIN </a:t>
            </a:r>
            <a:r>
              <a:rPr lang="de-DE" dirty="0">
                <a:solidFill>
                  <a:srgbClr val="009633"/>
                </a:solidFill>
              </a:rPr>
              <a:t>Ort</a:t>
            </a:r>
            <a:r>
              <a:rPr lang="de-DE" dirty="0"/>
              <a:t> </a:t>
            </a:r>
          </a:p>
          <a:p>
            <a:pPr marL="0" indent="0">
              <a:buNone/>
            </a:pPr>
            <a:r>
              <a:rPr lang="de-DE" dirty="0"/>
              <a:t>ON </a:t>
            </a:r>
            <a:r>
              <a:rPr lang="de-DE" dirty="0" err="1">
                <a:solidFill>
                  <a:srgbClr val="E30051"/>
                </a:solidFill>
              </a:rPr>
              <a:t>Kunde.ort_id</a:t>
            </a:r>
            <a:r>
              <a:rPr lang="de-DE" dirty="0">
                <a:solidFill>
                  <a:srgbClr val="E30051"/>
                </a:solidFill>
              </a:rPr>
              <a:t> </a:t>
            </a:r>
            <a:r>
              <a:rPr lang="de-DE" dirty="0"/>
              <a:t>= </a:t>
            </a:r>
            <a:r>
              <a:rPr lang="de-DE" dirty="0" err="1">
                <a:solidFill>
                  <a:srgbClr val="009633"/>
                </a:solidFill>
              </a:rPr>
              <a:t>Ort.ort_id</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6" name="Grafik 5">
            <a:extLst>
              <a:ext uri="{FF2B5EF4-FFF2-40B4-BE49-F238E27FC236}">
                <a16:creationId xmlns:a16="http://schemas.microsoft.com/office/drawing/2014/main" id="{AEE7E025-2A4C-40EA-9103-46B3C613A631}"/>
              </a:ext>
            </a:extLst>
          </p:cNvPr>
          <p:cNvPicPr>
            <a:picLocks noChangeAspect="1"/>
          </p:cNvPicPr>
          <p:nvPr/>
        </p:nvPicPr>
        <p:blipFill>
          <a:blip r:embed="rId2"/>
          <a:stretch>
            <a:fillRect/>
          </a:stretch>
        </p:blipFill>
        <p:spPr>
          <a:xfrm>
            <a:off x="4870765" y="3707401"/>
            <a:ext cx="6802200" cy="1644882"/>
          </a:xfrm>
          <a:prstGeom prst="rect">
            <a:avLst/>
          </a:prstGeom>
        </p:spPr>
      </p:pic>
      <p:sp>
        <p:nvSpPr>
          <p:cNvPr id="7" name="Textfeld 6">
            <a:extLst>
              <a:ext uri="{FF2B5EF4-FFF2-40B4-BE49-F238E27FC236}">
                <a16:creationId xmlns:a16="http://schemas.microsoft.com/office/drawing/2014/main" id="{F082ECDF-F62B-4C81-BEBF-8984E424DB11}"/>
              </a:ext>
            </a:extLst>
          </p:cNvPr>
          <p:cNvSpPr txBox="1"/>
          <p:nvPr/>
        </p:nvSpPr>
        <p:spPr>
          <a:xfrm>
            <a:off x="3766456" y="3101243"/>
            <a:ext cx="2203269" cy="923330"/>
          </a:xfrm>
          <a:prstGeom prst="rect">
            <a:avLst/>
          </a:prstGeom>
          <a:noFill/>
        </p:spPr>
        <p:txBody>
          <a:bodyPr wrap="square" rtlCol="0">
            <a:spAutoFit/>
          </a:bodyPr>
          <a:lstStyle/>
          <a:p>
            <a:r>
              <a:rPr lang="de-DE" b="1" dirty="0">
                <a:solidFill>
                  <a:srgbClr val="E30051"/>
                </a:solidFill>
              </a:rPr>
              <a:t>linke Tabelle</a:t>
            </a:r>
          </a:p>
          <a:p>
            <a:r>
              <a:rPr lang="de-DE" b="1" dirty="0">
                <a:solidFill>
                  <a:srgbClr val="009633"/>
                </a:solidFill>
              </a:rPr>
              <a:t>rechte Tabelle</a:t>
            </a:r>
          </a:p>
          <a:p>
            <a:endParaRPr lang="de-DE" dirty="0"/>
          </a:p>
        </p:txBody>
      </p:sp>
      <p:cxnSp>
        <p:nvCxnSpPr>
          <p:cNvPr id="8" name="Gerade Verbindung mit Pfeil 7">
            <a:extLst>
              <a:ext uri="{FF2B5EF4-FFF2-40B4-BE49-F238E27FC236}">
                <a16:creationId xmlns:a16="http://schemas.microsoft.com/office/drawing/2014/main" id="{9E4ED3B9-D904-46DD-9537-B14F83B6A383}"/>
              </a:ext>
            </a:extLst>
          </p:cNvPr>
          <p:cNvCxnSpPr>
            <a:cxnSpLocks/>
          </p:cNvCxnSpPr>
          <p:nvPr/>
        </p:nvCxnSpPr>
        <p:spPr>
          <a:xfrm flipH="1">
            <a:off x="2521258" y="3275860"/>
            <a:ext cx="1245198" cy="605189"/>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9" name="Gerade Verbindung mit Pfeil 8">
            <a:extLst>
              <a:ext uri="{FF2B5EF4-FFF2-40B4-BE49-F238E27FC236}">
                <a16:creationId xmlns:a16="http://schemas.microsoft.com/office/drawing/2014/main" id="{812642A7-D2BA-4F05-98C2-473D57807502}"/>
              </a:ext>
            </a:extLst>
          </p:cNvPr>
          <p:cNvCxnSpPr>
            <a:cxnSpLocks/>
            <a:stCxn id="7" idx="1"/>
          </p:cNvCxnSpPr>
          <p:nvPr/>
        </p:nvCxnSpPr>
        <p:spPr>
          <a:xfrm flipH="1">
            <a:off x="2982898" y="3562908"/>
            <a:ext cx="783558" cy="855202"/>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66510697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LEFT 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gibt alle Zeilen aus der linken Tabelle und die übereinstimmenden Zeilen aus der rechten Tabelle zurück. Wenn keine Übereinstimmung gefunden wird, werden NULL-Werte für die rechte Tabelle eingefügt</a:t>
            </a:r>
          </a:p>
          <a:p>
            <a:pPr marL="0" indent="0">
              <a:buNone/>
            </a:pPr>
            <a:endParaRPr lang="de-DE" dirty="0"/>
          </a:p>
          <a:p>
            <a:pPr marL="0" indent="0">
              <a:buNone/>
            </a:pPr>
            <a:r>
              <a:rPr lang="de-DE" dirty="0"/>
              <a:t>SELECT *</a:t>
            </a:r>
          </a:p>
          <a:p>
            <a:pPr marL="0" indent="0">
              <a:buNone/>
            </a:pPr>
            <a:r>
              <a:rPr lang="de-DE" dirty="0"/>
              <a:t>FROM </a:t>
            </a:r>
            <a:r>
              <a:rPr lang="de-DE" dirty="0">
                <a:solidFill>
                  <a:srgbClr val="E30051"/>
                </a:solidFill>
              </a:rPr>
              <a:t>Kunde</a:t>
            </a:r>
            <a:r>
              <a:rPr lang="de-DE" dirty="0"/>
              <a:t> </a:t>
            </a:r>
          </a:p>
          <a:p>
            <a:pPr marL="0" indent="0">
              <a:buNone/>
            </a:pPr>
            <a:r>
              <a:rPr lang="de-DE" dirty="0"/>
              <a:t>LEFT JOIN </a:t>
            </a:r>
            <a:r>
              <a:rPr lang="de-DE" dirty="0">
                <a:solidFill>
                  <a:srgbClr val="009633"/>
                </a:solidFill>
              </a:rPr>
              <a:t>Ort</a:t>
            </a:r>
            <a:r>
              <a:rPr lang="de-DE" dirty="0"/>
              <a:t> </a:t>
            </a:r>
          </a:p>
          <a:p>
            <a:pPr marL="0" indent="0">
              <a:buNone/>
            </a:pPr>
            <a:r>
              <a:rPr lang="de-DE" dirty="0"/>
              <a:t>ON </a:t>
            </a:r>
            <a:r>
              <a:rPr lang="de-DE" dirty="0" err="1">
                <a:solidFill>
                  <a:srgbClr val="E30051"/>
                </a:solidFill>
              </a:rPr>
              <a:t>Kunde.ort_id</a:t>
            </a:r>
            <a:r>
              <a:rPr lang="de-DE" dirty="0">
                <a:solidFill>
                  <a:srgbClr val="E30051"/>
                </a:solidFill>
              </a:rPr>
              <a:t> </a:t>
            </a:r>
            <a:r>
              <a:rPr lang="de-DE" dirty="0"/>
              <a:t>= </a:t>
            </a:r>
            <a:r>
              <a:rPr lang="de-DE" dirty="0" err="1">
                <a:solidFill>
                  <a:srgbClr val="009633"/>
                </a:solidFill>
              </a:rPr>
              <a:t>Ort.ort_id</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6" name="Grafik 5">
            <a:extLst>
              <a:ext uri="{FF2B5EF4-FFF2-40B4-BE49-F238E27FC236}">
                <a16:creationId xmlns:a16="http://schemas.microsoft.com/office/drawing/2014/main" id="{AEE7E025-2A4C-40EA-9103-46B3C613A631}"/>
              </a:ext>
            </a:extLst>
          </p:cNvPr>
          <p:cNvPicPr>
            <a:picLocks noChangeAspect="1"/>
          </p:cNvPicPr>
          <p:nvPr/>
        </p:nvPicPr>
        <p:blipFill>
          <a:blip r:embed="rId2"/>
          <a:stretch>
            <a:fillRect/>
          </a:stretch>
        </p:blipFill>
        <p:spPr>
          <a:xfrm>
            <a:off x="5228933" y="3781887"/>
            <a:ext cx="6802200" cy="1644882"/>
          </a:xfrm>
          <a:prstGeom prst="rect">
            <a:avLst/>
          </a:prstGeom>
        </p:spPr>
      </p:pic>
      <p:sp>
        <p:nvSpPr>
          <p:cNvPr id="7" name="Textfeld 6">
            <a:extLst>
              <a:ext uri="{FF2B5EF4-FFF2-40B4-BE49-F238E27FC236}">
                <a16:creationId xmlns:a16="http://schemas.microsoft.com/office/drawing/2014/main" id="{6E38EA5C-3057-4450-8AB0-32032D82B951}"/>
              </a:ext>
            </a:extLst>
          </p:cNvPr>
          <p:cNvSpPr txBox="1"/>
          <p:nvPr/>
        </p:nvSpPr>
        <p:spPr>
          <a:xfrm>
            <a:off x="3668801" y="3917252"/>
            <a:ext cx="2203269" cy="923330"/>
          </a:xfrm>
          <a:prstGeom prst="rect">
            <a:avLst/>
          </a:prstGeom>
          <a:noFill/>
        </p:spPr>
        <p:txBody>
          <a:bodyPr wrap="square" rtlCol="0">
            <a:spAutoFit/>
          </a:bodyPr>
          <a:lstStyle/>
          <a:p>
            <a:r>
              <a:rPr lang="de-DE" b="1" dirty="0">
                <a:solidFill>
                  <a:srgbClr val="E30051"/>
                </a:solidFill>
              </a:rPr>
              <a:t>linke Tabelle</a:t>
            </a:r>
          </a:p>
          <a:p>
            <a:r>
              <a:rPr lang="de-DE" b="1" dirty="0">
                <a:solidFill>
                  <a:srgbClr val="009633"/>
                </a:solidFill>
              </a:rPr>
              <a:t>rechte Tabelle</a:t>
            </a:r>
          </a:p>
          <a:p>
            <a:endParaRPr lang="de-DE" dirty="0"/>
          </a:p>
        </p:txBody>
      </p:sp>
      <p:cxnSp>
        <p:nvCxnSpPr>
          <p:cNvPr id="8" name="Gerade Verbindung mit Pfeil 7">
            <a:extLst>
              <a:ext uri="{FF2B5EF4-FFF2-40B4-BE49-F238E27FC236}">
                <a16:creationId xmlns:a16="http://schemas.microsoft.com/office/drawing/2014/main" id="{F5BF39B4-FBAC-4B40-95C5-07410DB4E9F9}"/>
              </a:ext>
            </a:extLst>
          </p:cNvPr>
          <p:cNvCxnSpPr>
            <a:cxnSpLocks/>
          </p:cNvCxnSpPr>
          <p:nvPr/>
        </p:nvCxnSpPr>
        <p:spPr>
          <a:xfrm flipH="1">
            <a:off x="2423603" y="4091869"/>
            <a:ext cx="1245198" cy="605189"/>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9" name="Gerade Verbindung mit Pfeil 8">
            <a:extLst>
              <a:ext uri="{FF2B5EF4-FFF2-40B4-BE49-F238E27FC236}">
                <a16:creationId xmlns:a16="http://schemas.microsoft.com/office/drawing/2014/main" id="{FF6F6B82-3767-4E33-856D-8FD8F5779131}"/>
              </a:ext>
            </a:extLst>
          </p:cNvPr>
          <p:cNvCxnSpPr>
            <a:cxnSpLocks/>
            <a:stCxn id="7" idx="1"/>
          </p:cNvCxnSpPr>
          <p:nvPr/>
        </p:nvCxnSpPr>
        <p:spPr>
          <a:xfrm flipH="1">
            <a:off x="2885243" y="4378917"/>
            <a:ext cx="783558" cy="855202"/>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32741370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RIGHT 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gibt alle Zeilen aus der rechten Tabelle und die übereinstimmenden Zeilen aus der linken Tabelle zurück. Wenn keine Übereinstimmung gefunden wird, werden NULL-Werte für die linke Tabelle eingefügt</a:t>
            </a:r>
          </a:p>
          <a:p>
            <a:pPr marL="0" indent="0">
              <a:buNone/>
            </a:pPr>
            <a:endParaRPr lang="de-DE" dirty="0"/>
          </a:p>
          <a:p>
            <a:pPr marL="0" indent="0">
              <a:buNone/>
            </a:pPr>
            <a:r>
              <a:rPr lang="de-DE" dirty="0"/>
              <a:t>SELECT *</a:t>
            </a:r>
          </a:p>
          <a:p>
            <a:pPr marL="0" indent="0">
              <a:buNone/>
            </a:pPr>
            <a:r>
              <a:rPr lang="de-DE" dirty="0"/>
              <a:t>FROM </a:t>
            </a:r>
            <a:r>
              <a:rPr lang="de-DE" dirty="0">
                <a:solidFill>
                  <a:srgbClr val="E30051"/>
                </a:solidFill>
              </a:rPr>
              <a:t>Kunde</a:t>
            </a:r>
            <a:r>
              <a:rPr lang="de-DE" dirty="0"/>
              <a:t> </a:t>
            </a:r>
          </a:p>
          <a:p>
            <a:pPr marL="0" indent="0">
              <a:buNone/>
            </a:pPr>
            <a:r>
              <a:rPr lang="de-DE" dirty="0"/>
              <a:t>RIGHT JOIN </a:t>
            </a:r>
            <a:r>
              <a:rPr lang="de-DE" dirty="0">
                <a:solidFill>
                  <a:srgbClr val="009633"/>
                </a:solidFill>
              </a:rPr>
              <a:t>Ort</a:t>
            </a:r>
            <a:r>
              <a:rPr lang="de-DE" dirty="0"/>
              <a:t> </a:t>
            </a:r>
          </a:p>
          <a:p>
            <a:pPr marL="0" indent="0">
              <a:buNone/>
            </a:pPr>
            <a:r>
              <a:rPr lang="de-DE" dirty="0"/>
              <a:t>ON </a:t>
            </a:r>
            <a:r>
              <a:rPr lang="de-DE" dirty="0" err="1">
                <a:solidFill>
                  <a:srgbClr val="E30051"/>
                </a:solidFill>
              </a:rPr>
              <a:t>Kunde.ort_id</a:t>
            </a:r>
            <a:r>
              <a:rPr lang="de-DE" dirty="0">
                <a:solidFill>
                  <a:srgbClr val="E30051"/>
                </a:solidFill>
              </a:rPr>
              <a:t> </a:t>
            </a:r>
            <a:r>
              <a:rPr lang="de-DE" dirty="0"/>
              <a:t>= </a:t>
            </a:r>
            <a:r>
              <a:rPr lang="de-DE" dirty="0" err="1">
                <a:solidFill>
                  <a:srgbClr val="009633"/>
                </a:solidFill>
              </a:rPr>
              <a:t>Ort.ort_id</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6" name="Grafik 5">
            <a:extLst>
              <a:ext uri="{FF2B5EF4-FFF2-40B4-BE49-F238E27FC236}">
                <a16:creationId xmlns:a16="http://schemas.microsoft.com/office/drawing/2014/main" id="{AEE7E025-2A4C-40EA-9103-46B3C613A631}"/>
              </a:ext>
            </a:extLst>
          </p:cNvPr>
          <p:cNvPicPr>
            <a:picLocks noChangeAspect="1"/>
          </p:cNvPicPr>
          <p:nvPr/>
        </p:nvPicPr>
        <p:blipFill>
          <a:blip r:embed="rId2"/>
          <a:stretch>
            <a:fillRect/>
          </a:stretch>
        </p:blipFill>
        <p:spPr>
          <a:xfrm>
            <a:off x="5228933" y="3781887"/>
            <a:ext cx="6802200" cy="1644882"/>
          </a:xfrm>
          <a:prstGeom prst="rect">
            <a:avLst/>
          </a:prstGeom>
        </p:spPr>
      </p:pic>
      <p:sp>
        <p:nvSpPr>
          <p:cNvPr id="7" name="Textfeld 6">
            <a:extLst>
              <a:ext uri="{FF2B5EF4-FFF2-40B4-BE49-F238E27FC236}">
                <a16:creationId xmlns:a16="http://schemas.microsoft.com/office/drawing/2014/main" id="{7497A1B9-47CC-45CC-AA14-355F0C4D739C}"/>
              </a:ext>
            </a:extLst>
          </p:cNvPr>
          <p:cNvSpPr txBox="1"/>
          <p:nvPr/>
        </p:nvSpPr>
        <p:spPr>
          <a:xfrm>
            <a:off x="3722068" y="3989010"/>
            <a:ext cx="2203269" cy="923330"/>
          </a:xfrm>
          <a:prstGeom prst="rect">
            <a:avLst/>
          </a:prstGeom>
          <a:noFill/>
        </p:spPr>
        <p:txBody>
          <a:bodyPr wrap="square" rtlCol="0">
            <a:spAutoFit/>
          </a:bodyPr>
          <a:lstStyle/>
          <a:p>
            <a:r>
              <a:rPr lang="de-DE" b="1" dirty="0">
                <a:solidFill>
                  <a:srgbClr val="E30051"/>
                </a:solidFill>
              </a:rPr>
              <a:t>linke Tabelle</a:t>
            </a:r>
          </a:p>
          <a:p>
            <a:r>
              <a:rPr lang="de-DE" b="1" dirty="0">
                <a:solidFill>
                  <a:srgbClr val="009633"/>
                </a:solidFill>
              </a:rPr>
              <a:t>rechte Tabelle</a:t>
            </a:r>
          </a:p>
          <a:p>
            <a:endParaRPr lang="de-DE" dirty="0"/>
          </a:p>
        </p:txBody>
      </p:sp>
      <p:cxnSp>
        <p:nvCxnSpPr>
          <p:cNvPr id="8" name="Gerade Verbindung mit Pfeil 7">
            <a:extLst>
              <a:ext uri="{FF2B5EF4-FFF2-40B4-BE49-F238E27FC236}">
                <a16:creationId xmlns:a16="http://schemas.microsoft.com/office/drawing/2014/main" id="{2760FC89-488C-49E4-8A72-14E6E8A78BC8}"/>
              </a:ext>
            </a:extLst>
          </p:cNvPr>
          <p:cNvCxnSpPr>
            <a:cxnSpLocks/>
          </p:cNvCxnSpPr>
          <p:nvPr/>
        </p:nvCxnSpPr>
        <p:spPr>
          <a:xfrm flipH="1">
            <a:off x="2476870" y="4163627"/>
            <a:ext cx="1245198" cy="605189"/>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9" name="Gerade Verbindung mit Pfeil 8">
            <a:extLst>
              <a:ext uri="{FF2B5EF4-FFF2-40B4-BE49-F238E27FC236}">
                <a16:creationId xmlns:a16="http://schemas.microsoft.com/office/drawing/2014/main" id="{1B232899-B399-4961-BB11-1A0B98D7C514}"/>
              </a:ext>
            </a:extLst>
          </p:cNvPr>
          <p:cNvCxnSpPr>
            <a:cxnSpLocks/>
            <a:stCxn id="7" idx="1"/>
          </p:cNvCxnSpPr>
          <p:nvPr/>
        </p:nvCxnSpPr>
        <p:spPr>
          <a:xfrm flipH="1">
            <a:off x="2938510" y="4450675"/>
            <a:ext cx="783558" cy="855202"/>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4345554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FULL 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gibt alle Zeilen zurück, wenn es eine Übereinstimmung in einer der Tabellen gibt. Wenn keine Übereinstimmung gefunden wird, werden NULL-Werte für die nicht übereinstimmenden Zeilen eingefügt</a:t>
            </a:r>
          </a:p>
          <a:p>
            <a:pPr marL="0" indent="0">
              <a:buNone/>
            </a:pPr>
            <a:endParaRPr lang="de-DE" dirty="0"/>
          </a:p>
          <a:p>
            <a:pPr marL="0" indent="0">
              <a:buNone/>
            </a:pPr>
            <a:r>
              <a:rPr lang="de-DE" dirty="0"/>
              <a:t>SELECT *</a:t>
            </a:r>
          </a:p>
          <a:p>
            <a:pPr marL="0" indent="0">
              <a:buNone/>
            </a:pPr>
            <a:r>
              <a:rPr lang="de-DE" dirty="0"/>
              <a:t>FROM </a:t>
            </a:r>
            <a:r>
              <a:rPr lang="de-DE" dirty="0">
                <a:solidFill>
                  <a:srgbClr val="E30051"/>
                </a:solidFill>
              </a:rPr>
              <a:t>Kunde</a:t>
            </a:r>
            <a:r>
              <a:rPr lang="de-DE" dirty="0"/>
              <a:t> </a:t>
            </a:r>
          </a:p>
          <a:p>
            <a:pPr marL="0" indent="0">
              <a:buNone/>
            </a:pPr>
            <a:r>
              <a:rPr lang="de-DE" dirty="0"/>
              <a:t>FULL JOIN </a:t>
            </a:r>
            <a:r>
              <a:rPr lang="de-DE" dirty="0">
                <a:solidFill>
                  <a:srgbClr val="009633"/>
                </a:solidFill>
              </a:rPr>
              <a:t>Ort</a:t>
            </a:r>
            <a:r>
              <a:rPr lang="de-DE" dirty="0"/>
              <a:t> </a:t>
            </a:r>
          </a:p>
          <a:p>
            <a:pPr marL="0" indent="0">
              <a:buNone/>
            </a:pPr>
            <a:r>
              <a:rPr lang="de-DE" dirty="0"/>
              <a:t>ON </a:t>
            </a:r>
            <a:r>
              <a:rPr lang="de-DE" dirty="0" err="1">
                <a:solidFill>
                  <a:srgbClr val="E30051"/>
                </a:solidFill>
              </a:rPr>
              <a:t>Kunde.ort_id</a:t>
            </a:r>
            <a:r>
              <a:rPr lang="de-DE" dirty="0">
                <a:solidFill>
                  <a:srgbClr val="E30051"/>
                </a:solidFill>
              </a:rPr>
              <a:t> </a:t>
            </a:r>
            <a:r>
              <a:rPr lang="de-DE" dirty="0"/>
              <a:t>= </a:t>
            </a:r>
            <a:r>
              <a:rPr lang="de-DE" dirty="0" err="1">
                <a:solidFill>
                  <a:srgbClr val="009633"/>
                </a:solidFill>
              </a:rPr>
              <a:t>Ort.ort_id</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6" name="Grafik 5">
            <a:extLst>
              <a:ext uri="{FF2B5EF4-FFF2-40B4-BE49-F238E27FC236}">
                <a16:creationId xmlns:a16="http://schemas.microsoft.com/office/drawing/2014/main" id="{AEE7E025-2A4C-40EA-9103-46B3C613A631}"/>
              </a:ext>
            </a:extLst>
          </p:cNvPr>
          <p:cNvPicPr>
            <a:picLocks noChangeAspect="1"/>
          </p:cNvPicPr>
          <p:nvPr/>
        </p:nvPicPr>
        <p:blipFill>
          <a:blip r:embed="rId2"/>
          <a:stretch>
            <a:fillRect/>
          </a:stretch>
        </p:blipFill>
        <p:spPr>
          <a:xfrm>
            <a:off x="5228933" y="3677574"/>
            <a:ext cx="6802200" cy="1644882"/>
          </a:xfrm>
          <a:prstGeom prst="rect">
            <a:avLst/>
          </a:prstGeom>
        </p:spPr>
      </p:pic>
      <p:sp>
        <p:nvSpPr>
          <p:cNvPr id="7" name="Textfeld 6">
            <a:extLst>
              <a:ext uri="{FF2B5EF4-FFF2-40B4-BE49-F238E27FC236}">
                <a16:creationId xmlns:a16="http://schemas.microsoft.com/office/drawing/2014/main" id="{33BCFE26-6DED-4073-A0CA-88E3FF41B8CD}"/>
              </a:ext>
            </a:extLst>
          </p:cNvPr>
          <p:cNvSpPr txBox="1"/>
          <p:nvPr/>
        </p:nvSpPr>
        <p:spPr>
          <a:xfrm>
            <a:off x="3713190" y="3976421"/>
            <a:ext cx="2203269" cy="923330"/>
          </a:xfrm>
          <a:prstGeom prst="rect">
            <a:avLst/>
          </a:prstGeom>
          <a:noFill/>
        </p:spPr>
        <p:txBody>
          <a:bodyPr wrap="square" rtlCol="0">
            <a:spAutoFit/>
          </a:bodyPr>
          <a:lstStyle/>
          <a:p>
            <a:r>
              <a:rPr lang="de-DE" b="1" dirty="0">
                <a:solidFill>
                  <a:srgbClr val="E30051"/>
                </a:solidFill>
              </a:rPr>
              <a:t>linke Tabelle</a:t>
            </a:r>
          </a:p>
          <a:p>
            <a:r>
              <a:rPr lang="de-DE" b="1" dirty="0">
                <a:solidFill>
                  <a:srgbClr val="009633"/>
                </a:solidFill>
              </a:rPr>
              <a:t>rechte Tabelle</a:t>
            </a:r>
          </a:p>
          <a:p>
            <a:endParaRPr lang="de-DE" dirty="0"/>
          </a:p>
        </p:txBody>
      </p:sp>
      <p:cxnSp>
        <p:nvCxnSpPr>
          <p:cNvPr id="8" name="Gerade Verbindung mit Pfeil 7">
            <a:extLst>
              <a:ext uri="{FF2B5EF4-FFF2-40B4-BE49-F238E27FC236}">
                <a16:creationId xmlns:a16="http://schemas.microsoft.com/office/drawing/2014/main" id="{C6E30665-651B-41CE-A130-24849CD6F231}"/>
              </a:ext>
            </a:extLst>
          </p:cNvPr>
          <p:cNvCxnSpPr>
            <a:cxnSpLocks/>
          </p:cNvCxnSpPr>
          <p:nvPr/>
        </p:nvCxnSpPr>
        <p:spPr>
          <a:xfrm flipH="1">
            <a:off x="2467992" y="4151038"/>
            <a:ext cx="1245198" cy="605189"/>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9" name="Gerade Verbindung mit Pfeil 8">
            <a:extLst>
              <a:ext uri="{FF2B5EF4-FFF2-40B4-BE49-F238E27FC236}">
                <a16:creationId xmlns:a16="http://schemas.microsoft.com/office/drawing/2014/main" id="{9FBBAC15-92D8-48F4-BB60-3A2FB5A8D8EA}"/>
              </a:ext>
            </a:extLst>
          </p:cNvPr>
          <p:cNvCxnSpPr>
            <a:cxnSpLocks/>
            <a:stCxn id="7" idx="1"/>
          </p:cNvCxnSpPr>
          <p:nvPr/>
        </p:nvCxnSpPr>
        <p:spPr>
          <a:xfrm flipH="1">
            <a:off x="2929632" y="4438086"/>
            <a:ext cx="783558" cy="855202"/>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2175740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br>
              <a:rPr lang="de-DE" dirty="0"/>
            </a:br>
            <a:r>
              <a:rPr lang="de-DE" dirty="0"/>
              <a:t>Zusammenfassung</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lnSpcReduction="10000"/>
          </a:bodyPr>
          <a:lstStyle/>
          <a:p>
            <a:r>
              <a:rPr lang="de-DE" dirty="0">
                <a:solidFill>
                  <a:srgbClr val="E30051"/>
                </a:solidFill>
              </a:rPr>
              <a:t>linke Tabelle</a:t>
            </a:r>
            <a:r>
              <a:rPr lang="de-DE" dirty="0">
                <a:solidFill>
                  <a:srgbClr val="E30051"/>
                </a:solidFill>
                <a:sym typeface="Wingdings" panose="05000000000000000000" pitchFamily="2" charset="2"/>
              </a:rPr>
              <a:t></a:t>
            </a:r>
            <a:r>
              <a:rPr lang="de-DE" dirty="0">
                <a:solidFill>
                  <a:srgbClr val="E30051"/>
                </a:solidFill>
              </a:rPr>
              <a:t> </a:t>
            </a:r>
            <a:r>
              <a:rPr lang="de-DE" dirty="0"/>
              <a:t>die Tabelle, welche in der FROM-Klausel steht</a:t>
            </a:r>
          </a:p>
          <a:p>
            <a:r>
              <a:rPr lang="de-DE" dirty="0">
                <a:solidFill>
                  <a:srgbClr val="009633"/>
                </a:solidFill>
              </a:rPr>
              <a:t>rechte Tabelle</a:t>
            </a:r>
            <a:r>
              <a:rPr lang="de-DE" dirty="0">
                <a:solidFill>
                  <a:srgbClr val="009633"/>
                </a:solidFill>
                <a:sym typeface="Wingdings" panose="05000000000000000000" pitchFamily="2" charset="2"/>
              </a:rPr>
              <a:t></a:t>
            </a:r>
            <a:r>
              <a:rPr lang="de-DE" dirty="0">
                <a:solidFill>
                  <a:srgbClr val="009633"/>
                </a:solidFill>
              </a:rPr>
              <a:t> </a:t>
            </a:r>
            <a:r>
              <a:rPr lang="de-DE" dirty="0"/>
              <a:t>die Tabelle, welche in der JOIN-Klausel steht</a:t>
            </a:r>
          </a:p>
          <a:p>
            <a:r>
              <a:rPr lang="de-DE" b="1" u="sng" dirty="0"/>
              <a:t>INNER JOIN</a:t>
            </a:r>
            <a:r>
              <a:rPr lang="de-DE" u="sng" dirty="0"/>
              <a:t>: </a:t>
            </a:r>
            <a:r>
              <a:rPr lang="de-DE" dirty="0"/>
              <a:t>Nur übereinstimmende Zeilen</a:t>
            </a:r>
          </a:p>
          <a:p>
            <a:r>
              <a:rPr lang="de-DE" b="1" u="sng" dirty="0"/>
              <a:t>LEFT JOIN</a:t>
            </a:r>
            <a:r>
              <a:rPr lang="de-DE" u="sng" dirty="0"/>
              <a:t>: </a:t>
            </a:r>
            <a:r>
              <a:rPr lang="de-DE" dirty="0"/>
              <a:t>Alle Zeilen der linken Tabelle, mit NULL für nicht übereinstimmende Zeilen der rechten Tabelle</a:t>
            </a:r>
          </a:p>
          <a:p>
            <a:r>
              <a:rPr lang="de-DE" b="1" u="sng" dirty="0"/>
              <a:t>RIGHT JOIN</a:t>
            </a:r>
            <a:r>
              <a:rPr lang="de-DE" u="sng" dirty="0"/>
              <a:t>: </a:t>
            </a:r>
            <a:r>
              <a:rPr lang="de-DE" dirty="0"/>
              <a:t>Alle Zeilen der rechten Tabelle, mit NULL für nicht übereinstimmende Zeilen der linken Tabelle</a:t>
            </a:r>
          </a:p>
          <a:p>
            <a:r>
              <a:rPr lang="de-DE" b="1" u="sng" dirty="0"/>
              <a:t>FULL JOIN</a:t>
            </a:r>
            <a:r>
              <a:rPr lang="de-DE" u="sng" dirty="0"/>
              <a:t>: </a:t>
            </a:r>
            <a:r>
              <a:rPr lang="de-DE" dirty="0"/>
              <a:t>Alle Zeilen beider Tabellen, mit NULL für nicht übereinstimmende Zeilen</a:t>
            </a:r>
          </a:p>
          <a:p>
            <a:r>
              <a:rPr lang="de-DE" b="1" dirty="0"/>
              <a:t>mehrere JOINS sind möglich</a:t>
            </a:r>
          </a:p>
          <a:p>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123592380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br>
              <a:rPr lang="de-DE" dirty="0"/>
            </a:br>
            <a:r>
              <a:rPr lang="de-DE" dirty="0"/>
              <a:t>Erkundung</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a:xfrm>
            <a:off x="160867" y="1825625"/>
            <a:ext cx="10515600" cy="4335478"/>
          </a:xfrm>
        </p:spPr>
        <p:txBody>
          <a:bodyPr>
            <a:normAutofit/>
          </a:bodyPr>
          <a:lstStyle/>
          <a:p>
            <a:r>
              <a:rPr lang="de-DE" dirty="0"/>
              <a:t>Erstellen Sie im SQL-Teacher die Tabellen nachfolgender Abbildungen und testen Sie stets den Befehl</a:t>
            </a:r>
          </a:p>
          <a:p>
            <a:pPr marL="0" indent="0">
              <a:buNone/>
            </a:pPr>
            <a:r>
              <a:rPr lang="de-DE" dirty="0"/>
              <a:t>SELECT *</a:t>
            </a:r>
          </a:p>
          <a:p>
            <a:pPr marL="0" indent="0">
              <a:buNone/>
            </a:pPr>
            <a:r>
              <a:rPr lang="de-DE" dirty="0"/>
              <a:t>FROM Kunde </a:t>
            </a:r>
          </a:p>
          <a:p>
            <a:pPr marL="0" indent="0">
              <a:buNone/>
            </a:pPr>
            <a:r>
              <a:rPr lang="de-DE" dirty="0"/>
              <a:t>FULL JOIN Ort </a:t>
            </a:r>
          </a:p>
          <a:p>
            <a:pPr marL="0" indent="0">
              <a:buNone/>
            </a:pPr>
            <a:r>
              <a:rPr lang="de-DE" dirty="0"/>
              <a:t>ON </a:t>
            </a:r>
            <a:r>
              <a:rPr lang="de-DE" dirty="0" err="1"/>
              <a:t>Kunde.ort_id</a:t>
            </a:r>
            <a:r>
              <a:rPr lang="de-DE" dirty="0"/>
              <a:t> = </a:t>
            </a:r>
            <a:r>
              <a:rPr lang="de-DE" dirty="0" err="1"/>
              <a:t>Ort.ort_id</a:t>
            </a:r>
            <a:r>
              <a:rPr lang="de-DE" dirty="0"/>
              <a:t>;</a:t>
            </a:r>
          </a:p>
          <a:p>
            <a:r>
              <a:rPr lang="de-DE" b="1" u="sng" dirty="0"/>
              <a:t>Abbildungen zu finden auf nächster Folie</a:t>
            </a:r>
          </a:p>
          <a:p>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12055474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br>
              <a:rPr lang="de-DE" dirty="0"/>
            </a:br>
            <a:r>
              <a:rPr lang="de-DE" dirty="0"/>
              <a:t>Erkundung</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5" name="Grafik 4">
            <a:extLst>
              <a:ext uri="{FF2B5EF4-FFF2-40B4-BE49-F238E27FC236}">
                <a16:creationId xmlns:a16="http://schemas.microsoft.com/office/drawing/2014/main" id="{0377875B-45CF-43AB-9AF0-B5DFAAC1E5E4}"/>
              </a:ext>
            </a:extLst>
          </p:cNvPr>
          <p:cNvPicPr>
            <a:picLocks noChangeAspect="1"/>
          </p:cNvPicPr>
          <p:nvPr/>
        </p:nvPicPr>
        <p:blipFill>
          <a:blip r:embed="rId2"/>
          <a:stretch>
            <a:fillRect/>
          </a:stretch>
        </p:blipFill>
        <p:spPr>
          <a:xfrm>
            <a:off x="160867" y="1646238"/>
            <a:ext cx="6802200" cy="1644882"/>
          </a:xfrm>
          <a:prstGeom prst="rect">
            <a:avLst/>
          </a:prstGeom>
        </p:spPr>
      </p:pic>
      <p:pic>
        <p:nvPicPr>
          <p:cNvPr id="6" name="Grafik 5">
            <a:extLst>
              <a:ext uri="{FF2B5EF4-FFF2-40B4-BE49-F238E27FC236}">
                <a16:creationId xmlns:a16="http://schemas.microsoft.com/office/drawing/2014/main" id="{D08524A6-A4AF-4A01-A8F3-E854637D01B6}"/>
              </a:ext>
            </a:extLst>
          </p:cNvPr>
          <p:cNvPicPr>
            <a:picLocks noChangeAspect="1"/>
          </p:cNvPicPr>
          <p:nvPr/>
        </p:nvPicPr>
        <p:blipFill>
          <a:blip r:embed="rId3"/>
          <a:stretch>
            <a:fillRect/>
          </a:stretch>
        </p:blipFill>
        <p:spPr>
          <a:xfrm>
            <a:off x="160867" y="3291120"/>
            <a:ext cx="4238625" cy="1047750"/>
          </a:xfrm>
          <a:prstGeom prst="rect">
            <a:avLst/>
          </a:prstGeom>
        </p:spPr>
      </p:pic>
      <p:pic>
        <p:nvPicPr>
          <p:cNvPr id="7" name="Grafik 6">
            <a:extLst>
              <a:ext uri="{FF2B5EF4-FFF2-40B4-BE49-F238E27FC236}">
                <a16:creationId xmlns:a16="http://schemas.microsoft.com/office/drawing/2014/main" id="{DAF98181-DD52-4C20-8E09-D94B0102A624}"/>
              </a:ext>
            </a:extLst>
          </p:cNvPr>
          <p:cNvPicPr>
            <a:picLocks noChangeAspect="1"/>
          </p:cNvPicPr>
          <p:nvPr/>
        </p:nvPicPr>
        <p:blipFill>
          <a:blip r:embed="rId4"/>
          <a:stretch>
            <a:fillRect/>
          </a:stretch>
        </p:blipFill>
        <p:spPr>
          <a:xfrm>
            <a:off x="160867" y="4399071"/>
            <a:ext cx="9658350" cy="1133475"/>
          </a:xfrm>
          <a:prstGeom prst="rect">
            <a:avLst/>
          </a:prstGeom>
        </p:spPr>
      </p:pic>
      <p:pic>
        <p:nvPicPr>
          <p:cNvPr id="8" name="Grafik 7">
            <a:extLst>
              <a:ext uri="{FF2B5EF4-FFF2-40B4-BE49-F238E27FC236}">
                <a16:creationId xmlns:a16="http://schemas.microsoft.com/office/drawing/2014/main" id="{90677C68-D7B1-4F7C-A463-256239611E22}"/>
              </a:ext>
            </a:extLst>
          </p:cNvPr>
          <p:cNvPicPr>
            <a:picLocks noChangeAspect="1"/>
          </p:cNvPicPr>
          <p:nvPr/>
        </p:nvPicPr>
        <p:blipFill>
          <a:blip r:embed="rId5"/>
          <a:stretch>
            <a:fillRect/>
          </a:stretch>
        </p:blipFill>
        <p:spPr>
          <a:xfrm>
            <a:off x="4399492" y="3355760"/>
            <a:ext cx="2324100" cy="857250"/>
          </a:xfrm>
          <a:prstGeom prst="rect">
            <a:avLst/>
          </a:prstGeom>
        </p:spPr>
      </p:pic>
      <p:pic>
        <p:nvPicPr>
          <p:cNvPr id="9" name="Grafik 8">
            <a:extLst>
              <a:ext uri="{FF2B5EF4-FFF2-40B4-BE49-F238E27FC236}">
                <a16:creationId xmlns:a16="http://schemas.microsoft.com/office/drawing/2014/main" id="{F257C9B0-D70C-4834-9CC7-511CCA2613B2}"/>
              </a:ext>
            </a:extLst>
          </p:cNvPr>
          <p:cNvPicPr>
            <a:picLocks noChangeAspect="1"/>
          </p:cNvPicPr>
          <p:nvPr/>
        </p:nvPicPr>
        <p:blipFill>
          <a:blip r:embed="rId6"/>
          <a:stretch>
            <a:fillRect/>
          </a:stretch>
        </p:blipFill>
        <p:spPr>
          <a:xfrm>
            <a:off x="7035045" y="2004457"/>
            <a:ext cx="3324225" cy="838200"/>
          </a:xfrm>
          <a:prstGeom prst="rect">
            <a:avLst/>
          </a:prstGeom>
        </p:spPr>
      </p:pic>
      <p:sp>
        <p:nvSpPr>
          <p:cNvPr id="11" name="Textfeld 10">
            <a:extLst>
              <a:ext uri="{FF2B5EF4-FFF2-40B4-BE49-F238E27FC236}">
                <a16:creationId xmlns:a16="http://schemas.microsoft.com/office/drawing/2014/main" id="{E0FC38D5-1A09-46AF-816A-6FF93D28FCC4}"/>
              </a:ext>
            </a:extLst>
          </p:cNvPr>
          <p:cNvSpPr txBox="1"/>
          <p:nvPr/>
        </p:nvSpPr>
        <p:spPr>
          <a:xfrm>
            <a:off x="941447" y="4049389"/>
            <a:ext cx="1109295" cy="369332"/>
          </a:xfrm>
          <a:prstGeom prst="rect">
            <a:avLst/>
          </a:prstGeom>
          <a:noFill/>
        </p:spPr>
        <p:txBody>
          <a:bodyPr wrap="square" rtlCol="0">
            <a:spAutoFit/>
          </a:bodyPr>
          <a:lstStyle/>
          <a:p>
            <a:r>
              <a:rPr lang="de-DE" b="1" dirty="0"/>
              <a:t>ORT</a:t>
            </a:r>
          </a:p>
        </p:txBody>
      </p:sp>
      <p:sp>
        <p:nvSpPr>
          <p:cNvPr id="12" name="Textfeld 11">
            <a:extLst>
              <a:ext uri="{FF2B5EF4-FFF2-40B4-BE49-F238E27FC236}">
                <a16:creationId xmlns:a16="http://schemas.microsoft.com/office/drawing/2014/main" id="{7D6D16B7-1BC2-4769-96EF-7DC1C69341AF}"/>
              </a:ext>
            </a:extLst>
          </p:cNvPr>
          <p:cNvSpPr txBox="1"/>
          <p:nvPr/>
        </p:nvSpPr>
        <p:spPr>
          <a:xfrm>
            <a:off x="3494842" y="5478475"/>
            <a:ext cx="1109295" cy="369332"/>
          </a:xfrm>
          <a:prstGeom prst="rect">
            <a:avLst/>
          </a:prstGeom>
          <a:noFill/>
        </p:spPr>
        <p:txBody>
          <a:bodyPr wrap="square" rtlCol="0">
            <a:spAutoFit/>
          </a:bodyPr>
          <a:lstStyle/>
          <a:p>
            <a:r>
              <a:rPr lang="de-DE" b="1" dirty="0"/>
              <a:t>KUNDE</a:t>
            </a:r>
          </a:p>
        </p:txBody>
      </p:sp>
      <p:sp>
        <p:nvSpPr>
          <p:cNvPr id="13" name="Textfeld 12">
            <a:extLst>
              <a:ext uri="{FF2B5EF4-FFF2-40B4-BE49-F238E27FC236}">
                <a16:creationId xmlns:a16="http://schemas.microsoft.com/office/drawing/2014/main" id="{CF5DD36F-C989-453A-9618-5E8079B59938}"/>
              </a:ext>
            </a:extLst>
          </p:cNvPr>
          <p:cNvSpPr txBox="1"/>
          <p:nvPr/>
        </p:nvSpPr>
        <p:spPr>
          <a:xfrm>
            <a:off x="4986705" y="4053405"/>
            <a:ext cx="1109295" cy="369332"/>
          </a:xfrm>
          <a:prstGeom prst="rect">
            <a:avLst/>
          </a:prstGeom>
          <a:noFill/>
        </p:spPr>
        <p:txBody>
          <a:bodyPr wrap="square" rtlCol="0">
            <a:spAutoFit/>
          </a:bodyPr>
          <a:lstStyle/>
          <a:p>
            <a:r>
              <a:rPr lang="de-DE" b="1" dirty="0"/>
              <a:t>AUFTRAG</a:t>
            </a:r>
          </a:p>
        </p:txBody>
      </p:sp>
      <p:sp>
        <p:nvSpPr>
          <p:cNvPr id="14" name="Textfeld 13">
            <a:extLst>
              <a:ext uri="{FF2B5EF4-FFF2-40B4-BE49-F238E27FC236}">
                <a16:creationId xmlns:a16="http://schemas.microsoft.com/office/drawing/2014/main" id="{29540206-C40E-496A-BB66-1D98F4AC611C}"/>
              </a:ext>
            </a:extLst>
          </p:cNvPr>
          <p:cNvSpPr txBox="1"/>
          <p:nvPr/>
        </p:nvSpPr>
        <p:spPr>
          <a:xfrm>
            <a:off x="7495117" y="2729702"/>
            <a:ext cx="2324100" cy="369332"/>
          </a:xfrm>
          <a:prstGeom prst="rect">
            <a:avLst/>
          </a:prstGeom>
          <a:noFill/>
        </p:spPr>
        <p:txBody>
          <a:bodyPr wrap="square" rtlCol="0">
            <a:spAutoFit/>
          </a:bodyPr>
          <a:lstStyle/>
          <a:p>
            <a:r>
              <a:rPr lang="de-DE" b="1" dirty="0"/>
              <a:t>POSITION(APOSITION)</a:t>
            </a:r>
          </a:p>
        </p:txBody>
      </p:sp>
      <p:sp>
        <p:nvSpPr>
          <p:cNvPr id="15" name="Textfeld 14">
            <a:extLst>
              <a:ext uri="{FF2B5EF4-FFF2-40B4-BE49-F238E27FC236}">
                <a16:creationId xmlns:a16="http://schemas.microsoft.com/office/drawing/2014/main" id="{991E168A-4321-45BB-889B-443767278420}"/>
              </a:ext>
            </a:extLst>
          </p:cNvPr>
          <p:cNvSpPr txBox="1"/>
          <p:nvPr/>
        </p:nvSpPr>
        <p:spPr>
          <a:xfrm>
            <a:off x="9031963" y="4022319"/>
            <a:ext cx="1109295" cy="369332"/>
          </a:xfrm>
          <a:prstGeom prst="rect">
            <a:avLst/>
          </a:prstGeom>
          <a:noFill/>
        </p:spPr>
        <p:txBody>
          <a:bodyPr wrap="square" rtlCol="0">
            <a:spAutoFit/>
          </a:bodyPr>
          <a:lstStyle/>
          <a:p>
            <a:r>
              <a:rPr lang="de-DE" b="1" dirty="0"/>
              <a:t>ARTIKEL</a:t>
            </a:r>
          </a:p>
        </p:txBody>
      </p:sp>
      <p:pic>
        <p:nvPicPr>
          <p:cNvPr id="16" name="Grafik 15">
            <a:extLst>
              <a:ext uri="{FF2B5EF4-FFF2-40B4-BE49-F238E27FC236}">
                <a16:creationId xmlns:a16="http://schemas.microsoft.com/office/drawing/2014/main" id="{BBC89CE2-4A21-49F2-BA86-C224C5A9DB97}"/>
              </a:ext>
            </a:extLst>
          </p:cNvPr>
          <p:cNvPicPr>
            <a:picLocks noChangeAspect="1"/>
          </p:cNvPicPr>
          <p:nvPr/>
        </p:nvPicPr>
        <p:blipFill>
          <a:blip r:embed="rId7"/>
          <a:stretch>
            <a:fillRect/>
          </a:stretch>
        </p:blipFill>
        <p:spPr>
          <a:xfrm>
            <a:off x="7011529" y="3250702"/>
            <a:ext cx="4600575" cy="809625"/>
          </a:xfrm>
          <a:prstGeom prst="rect">
            <a:avLst/>
          </a:prstGeom>
        </p:spPr>
      </p:pic>
      <p:pic>
        <p:nvPicPr>
          <p:cNvPr id="17" name="Grafik 16">
            <a:extLst>
              <a:ext uri="{FF2B5EF4-FFF2-40B4-BE49-F238E27FC236}">
                <a16:creationId xmlns:a16="http://schemas.microsoft.com/office/drawing/2014/main" id="{560D7524-C685-4F69-855A-3277D75BB72E}"/>
              </a:ext>
            </a:extLst>
          </p:cNvPr>
          <p:cNvPicPr>
            <a:picLocks noChangeAspect="1"/>
          </p:cNvPicPr>
          <p:nvPr/>
        </p:nvPicPr>
        <p:blipFill>
          <a:blip r:embed="rId8"/>
          <a:stretch>
            <a:fillRect/>
          </a:stretch>
        </p:blipFill>
        <p:spPr>
          <a:xfrm>
            <a:off x="10141258" y="4596530"/>
            <a:ext cx="1628556" cy="1133475"/>
          </a:xfrm>
          <a:prstGeom prst="rect">
            <a:avLst/>
          </a:prstGeom>
        </p:spPr>
      </p:pic>
    </p:spTree>
    <p:extLst>
      <p:ext uri="{BB962C8B-B14F-4D97-AF65-F5344CB8AC3E}">
        <p14:creationId xmlns:p14="http://schemas.microsoft.com/office/powerpoint/2010/main" val="294272657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57193977-0507-4417-8B54-1F3D38B17897}"/>
              </a:ext>
            </a:extLst>
          </p:cNvPr>
          <p:cNvPicPr>
            <a:picLocks noChangeAspect="1"/>
          </p:cNvPicPr>
          <p:nvPr/>
        </p:nvPicPr>
        <p:blipFill>
          <a:blip r:embed="rId2"/>
          <a:stretch>
            <a:fillRect/>
          </a:stretch>
        </p:blipFill>
        <p:spPr>
          <a:xfrm>
            <a:off x="160867" y="4230338"/>
            <a:ext cx="7800868" cy="1886376"/>
          </a:xfrm>
          <a:prstGeom prst="rect">
            <a:avLst/>
          </a:prstGeom>
        </p:spPr>
      </p:pic>
      <p:sp>
        <p:nvSpPr>
          <p:cNvPr id="2" name="Titel 1">
            <a:extLst>
              <a:ext uri="{FF2B5EF4-FFF2-40B4-BE49-F238E27FC236}">
                <a16:creationId xmlns:a16="http://schemas.microsoft.com/office/drawing/2014/main" id="{FA92B471-D47F-4FDE-B0EF-D6E40D117C74}"/>
              </a:ext>
            </a:extLst>
          </p:cNvPr>
          <p:cNvSpPr>
            <a:spLocks noGrp="1"/>
          </p:cNvSpPr>
          <p:nvPr>
            <p:ph type="title"/>
          </p:nvPr>
        </p:nvSpPr>
        <p:spPr/>
        <p:txBody>
          <a:bodyPr/>
          <a:lstStyle/>
          <a:p>
            <a:r>
              <a:rPr lang="de-DE" dirty="0"/>
              <a:t>JOIN - Mehrfachnutzung</a:t>
            </a:r>
          </a:p>
        </p:txBody>
      </p:sp>
      <p:sp>
        <p:nvSpPr>
          <p:cNvPr id="3" name="Inhaltsplatzhalter 2">
            <a:extLst>
              <a:ext uri="{FF2B5EF4-FFF2-40B4-BE49-F238E27FC236}">
                <a16:creationId xmlns:a16="http://schemas.microsoft.com/office/drawing/2014/main" id="{6FBDEF73-FFA5-430E-BD53-0B10B3488D6F}"/>
              </a:ext>
            </a:extLst>
          </p:cNvPr>
          <p:cNvSpPr>
            <a:spLocks noGrp="1"/>
          </p:cNvSpPr>
          <p:nvPr>
            <p:ph idx="1"/>
          </p:nvPr>
        </p:nvSpPr>
        <p:spPr>
          <a:xfrm>
            <a:off x="160867" y="1825625"/>
            <a:ext cx="10515600" cy="2613210"/>
          </a:xfrm>
        </p:spPr>
        <p:txBody>
          <a:bodyPr>
            <a:normAutofit fontScale="92500" lnSpcReduction="10000"/>
          </a:bodyPr>
          <a:lstStyle/>
          <a:p>
            <a:r>
              <a:rPr lang="de-DE" u="sng" dirty="0"/>
              <a:t>Problemstellung:</a:t>
            </a:r>
          </a:p>
          <a:p>
            <a:pPr lvl="1"/>
            <a:r>
              <a:rPr lang="de-DE" dirty="0"/>
              <a:t>linke Tabelle hat keine direkte Verbindung zur rechten Tabelle mit den erforderlichen Informationen</a:t>
            </a:r>
          </a:p>
          <a:p>
            <a:pPr lvl="1"/>
            <a:r>
              <a:rPr lang="de-DE" u="sng" dirty="0" err="1"/>
              <a:t>z.B</a:t>
            </a:r>
            <a:r>
              <a:rPr lang="de-DE" u="sng" dirty="0"/>
              <a:t>:</a:t>
            </a:r>
          </a:p>
          <a:p>
            <a:pPr lvl="2"/>
            <a:r>
              <a:rPr lang="de-DE" dirty="0"/>
              <a:t>Welche Kunden haben Bestellungen mit einem Rabatt von mehr als 5% aufgegeben?</a:t>
            </a:r>
          </a:p>
          <a:p>
            <a:pPr lvl="2"/>
            <a:r>
              <a:rPr lang="de-DE" dirty="0"/>
              <a:t>Gesucht: Daten aus Tabelle Kunde </a:t>
            </a:r>
            <a:r>
              <a:rPr lang="de-DE" dirty="0">
                <a:sym typeface="Wingdings" panose="05000000000000000000" pitchFamily="2" charset="2"/>
              </a:rPr>
              <a:t> hat keine direkte Verbindung mit dem gesuchten Rabatt aus Tabelle Position</a:t>
            </a:r>
          </a:p>
          <a:p>
            <a:pPr lvl="2"/>
            <a:r>
              <a:rPr lang="de-DE" dirty="0">
                <a:sym typeface="Wingdings" panose="05000000000000000000" pitchFamily="2" charset="2"/>
              </a:rPr>
              <a:t>„Der Weg“ muss über Tabelle Auftrag „gegangen“ werden</a:t>
            </a:r>
            <a:endParaRPr lang="de-DE" dirty="0"/>
          </a:p>
        </p:txBody>
      </p:sp>
      <p:sp>
        <p:nvSpPr>
          <p:cNvPr id="6" name="Textfeld 5">
            <a:extLst>
              <a:ext uri="{FF2B5EF4-FFF2-40B4-BE49-F238E27FC236}">
                <a16:creationId xmlns:a16="http://schemas.microsoft.com/office/drawing/2014/main" id="{B70115E9-5114-4E17-95F8-8ADA60BAAA5B}"/>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cxnSp>
        <p:nvCxnSpPr>
          <p:cNvPr id="10" name="Verbinder: gekrümmt 9">
            <a:extLst>
              <a:ext uri="{FF2B5EF4-FFF2-40B4-BE49-F238E27FC236}">
                <a16:creationId xmlns:a16="http://schemas.microsoft.com/office/drawing/2014/main" id="{E99BEC42-AECB-4211-B6C6-9333344AB034}"/>
              </a:ext>
            </a:extLst>
          </p:cNvPr>
          <p:cNvCxnSpPr>
            <a:cxnSpLocks/>
          </p:cNvCxnSpPr>
          <p:nvPr/>
        </p:nvCxnSpPr>
        <p:spPr>
          <a:xfrm flipV="1">
            <a:off x="2868328" y="5291090"/>
            <a:ext cx="1192973" cy="503318"/>
          </a:xfrm>
          <a:prstGeom prst="curvedConnector3">
            <a:avLst>
              <a:gd name="adj1" fmla="val 99217"/>
            </a:avLst>
          </a:prstGeom>
          <a:ln w="38100">
            <a:solidFill>
              <a:srgbClr val="F688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Verbinder: gekrümmt 14">
            <a:extLst>
              <a:ext uri="{FF2B5EF4-FFF2-40B4-BE49-F238E27FC236}">
                <a16:creationId xmlns:a16="http://schemas.microsoft.com/office/drawing/2014/main" id="{32CAD050-5573-4869-B5C4-2063473E2007}"/>
              </a:ext>
            </a:extLst>
          </p:cNvPr>
          <p:cNvCxnSpPr>
            <a:cxnSpLocks/>
          </p:cNvCxnSpPr>
          <p:nvPr/>
        </p:nvCxnSpPr>
        <p:spPr>
          <a:xfrm>
            <a:off x="4543125" y="5141842"/>
            <a:ext cx="587143" cy="3"/>
          </a:xfrm>
          <a:prstGeom prst="curvedConnector3">
            <a:avLst>
              <a:gd name="adj1" fmla="val 50000"/>
            </a:avLst>
          </a:prstGeom>
          <a:ln w="38100">
            <a:solidFill>
              <a:srgbClr val="F68800"/>
            </a:solidFill>
            <a:tailEnd type="triangle"/>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BFF2A221-AE42-4639-B9BE-998BBBE0C3BB}"/>
              </a:ext>
            </a:extLst>
          </p:cNvPr>
          <p:cNvSpPr txBox="1"/>
          <p:nvPr/>
        </p:nvSpPr>
        <p:spPr>
          <a:xfrm>
            <a:off x="7961735" y="4203123"/>
            <a:ext cx="4215213" cy="1277273"/>
          </a:xfrm>
          <a:prstGeom prst="rect">
            <a:avLst/>
          </a:prstGeom>
          <a:noFill/>
        </p:spPr>
        <p:txBody>
          <a:bodyPr wrap="square" rtlCol="0">
            <a:spAutoFit/>
          </a:bodyPr>
          <a:lstStyle/>
          <a:p>
            <a:r>
              <a:rPr lang="de-DE" sz="1100" b="1" u="sng" dirty="0">
                <a:latin typeface="Arial" panose="020B0604020202020204" pitchFamily="34" charset="0"/>
                <a:cs typeface="Arial" panose="020B0604020202020204" pitchFamily="34" charset="0"/>
              </a:rPr>
              <a:t>Der Befehl zum Lösen dieses Problems, lautet also:</a:t>
            </a:r>
          </a:p>
          <a:p>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SELECT </a:t>
            </a:r>
            <a:r>
              <a:rPr lang="de-DE" sz="1100" b="1" dirty="0" err="1">
                <a:latin typeface="Arial" panose="020B0604020202020204" pitchFamily="34" charset="0"/>
                <a:cs typeface="Arial" panose="020B0604020202020204" pitchFamily="34" charset="0"/>
              </a:rPr>
              <a:t>kunde.kun_name</a:t>
            </a:r>
            <a:r>
              <a:rPr lang="de-DE" sz="1100" b="1" dirty="0">
                <a:latin typeface="Arial" panose="020B0604020202020204" pitchFamily="34" charset="0"/>
                <a:cs typeface="Arial" panose="020B0604020202020204" pitchFamily="34" charset="0"/>
              </a:rPr>
              <a:t>, </a:t>
            </a:r>
            <a:r>
              <a:rPr lang="de-DE" sz="1100" b="1" dirty="0" err="1">
                <a:latin typeface="Arial" panose="020B0604020202020204" pitchFamily="34" charset="0"/>
                <a:cs typeface="Arial" panose="020B0604020202020204" pitchFamily="34" charset="0"/>
              </a:rPr>
              <a:t>auftrag.auf_id</a:t>
            </a:r>
            <a:r>
              <a:rPr lang="de-DE" sz="1100" b="1" dirty="0">
                <a:latin typeface="Arial" panose="020B0604020202020204" pitchFamily="34" charset="0"/>
                <a:cs typeface="Arial" panose="020B0604020202020204" pitchFamily="34" charset="0"/>
              </a:rPr>
              <a:t>, </a:t>
            </a:r>
            <a:r>
              <a:rPr lang="de-DE" sz="1100" b="1" dirty="0" err="1">
                <a:latin typeface="Arial" panose="020B0604020202020204" pitchFamily="34" charset="0"/>
                <a:cs typeface="Arial" panose="020B0604020202020204" pitchFamily="34" charset="0"/>
              </a:rPr>
              <a:t>aposition.rabatt</a:t>
            </a:r>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FROM </a:t>
            </a:r>
            <a:r>
              <a:rPr lang="de-DE" sz="1100" b="1" dirty="0" err="1">
                <a:latin typeface="Arial" panose="020B0604020202020204" pitchFamily="34" charset="0"/>
                <a:cs typeface="Arial" panose="020B0604020202020204" pitchFamily="34" charset="0"/>
              </a:rPr>
              <a:t>kunde</a:t>
            </a:r>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INNER JOIN </a:t>
            </a:r>
            <a:r>
              <a:rPr lang="de-DE" sz="1100" b="1" dirty="0" err="1">
                <a:latin typeface="Arial" panose="020B0604020202020204" pitchFamily="34" charset="0"/>
                <a:cs typeface="Arial" panose="020B0604020202020204" pitchFamily="34" charset="0"/>
              </a:rPr>
              <a:t>auftrag</a:t>
            </a:r>
            <a:r>
              <a:rPr lang="de-DE" sz="1100" b="1" dirty="0">
                <a:latin typeface="Arial" panose="020B0604020202020204" pitchFamily="34" charset="0"/>
                <a:cs typeface="Arial" panose="020B0604020202020204" pitchFamily="34" charset="0"/>
              </a:rPr>
              <a:t> ON </a:t>
            </a:r>
            <a:r>
              <a:rPr lang="de-DE" sz="1100" b="1" dirty="0" err="1">
                <a:latin typeface="Arial" panose="020B0604020202020204" pitchFamily="34" charset="0"/>
                <a:cs typeface="Arial" panose="020B0604020202020204" pitchFamily="34" charset="0"/>
              </a:rPr>
              <a:t>kunde.kund_id</a:t>
            </a:r>
            <a:r>
              <a:rPr lang="de-DE" sz="1100" b="1" dirty="0">
                <a:latin typeface="Arial" panose="020B0604020202020204" pitchFamily="34" charset="0"/>
                <a:cs typeface="Arial" panose="020B0604020202020204" pitchFamily="34" charset="0"/>
              </a:rPr>
              <a:t> = </a:t>
            </a:r>
            <a:r>
              <a:rPr lang="de-DE" sz="1100" b="1" dirty="0" err="1">
                <a:latin typeface="Arial" panose="020B0604020202020204" pitchFamily="34" charset="0"/>
                <a:cs typeface="Arial" panose="020B0604020202020204" pitchFamily="34" charset="0"/>
              </a:rPr>
              <a:t>auftrag.kund_id</a:t>
            </a:r>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INNER JOIN </a:t>
            </a:r>
            <a:r>
              <a:rPr lang="de-DE" sz="1100" b="1" dirty="0" err="1">
                <a:latin typeface="Arial" panose="020B0604020202020204" pitchFamily="34" charset="0"/>
                <a:cs typeface="Arial" panose="020B0604020202020204" pitchFamily="34" charset="0"/>
              </a:rPr>
              <a:t>aposition</a:t>
            </a:r>
            <a:r>
              <a:rPr lang="de-DE" sz="1100" b="1" dirty="0">
                <a:latin typeface="Arial" panose="020B0604020202020204" pitchFamily="34" charset="0"/>
                <a:cs typeface="Arial" panose="020B0604020202020204" pitchFamily="34" charset="0"/>
              </a:rPr>
              <a:t> ON </a:t>
            </a:r>
            <a:r>
              <a:rPr lang="de-DE" sz="1100" b="1" dirty="0" err="1">
                <a:latin typeface="Arial" panose="020B0604020202020204" pitchFamily="34" charset="0"/>
                <a:cs typeface="Arial" panose="020B0604020202020204" pitchFamily="34" charset="0"/>
              </a:rPr>
              <a:t>auftrag.auf_id</a:t>
            </a:r>
            <a:r>
              <a:rPr lang="de-DE" sz="1100" b="1" dirty="0">
                <a:latin typeface="Arial" panose="020B0604020202020204" pitchFamily="34" charset="0"/>
                <a:cs typeface="Arial" panose="020B0604020202020204" pitchFamily="34" charset="0"/>
              </a:rPr>
              <a:t> = </a:t>
            </a:r>
            <a:r>
              <a:rPr lang="de-DE" sz="1100" b="1" dirty="0" err="1">
                <a:latin typeface="Arial" panose="020B0604020202020204" pitchFamily="34" charset="0"/>
                <a:cs typeface="Arial" panose="020B0604020202020204" pitchFamily="34" charset="0"/>
              </a:rPr>
              <a:t>aposition.auf_id</a:t>
            </a:r>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WHERE </a:t>
            </a:r>
            <a:r>
              <a:rPr lang="de-DE" sz="1100" b="1" dirty="0" err="1">
                <a:latin typeface="Arial" panose="020B0604020202020204" pitchFamily="34" charset="0"/>
                <a:cs typeface="Arial" panose="020B0604020202020204" pitchFamily="34" charset="0"/>
              </a:rPr>
              <a:t>aposition.rabatt</a:t>
            </a:r>
            <a:r>
              <a:rPr lang="de-DE" sz="1100" b="1" dirty="0">
                <a:latin typeface="Arial" panose="020B0604020202020204" pitchFamily="34" charset="0"/>
                <a:cs typeface="Arial" panose="020B0604020202020204" pitchFamily="34" charset="0"/>
              </a:rPr>
              <a:t> &gt; 5;</a:t>
            </a:r>
            <a:endParaRPr lang="de-DE"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647778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br>
              <a:rPr lang="de-DE" dirty="0"/>
            </a:br>
            <a:r>
              <a:rPr lang="de-DE" dirty="0"/>
              <a:t>Übung</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a:xfrm>
            <a:off x="160867" y="1825625"/>
            <a:ext cx="10515600" cy="4335478"/>
          </a:xfrm>
        </p:spPr>
        <p:txBody>
          <a:bodyPr>
            <a:normAutofit fontScale="55000" lnSpcReduction="20000"/>
          </a:bodyPr>
          <a:lstStyle/>
          <a:p>
            <a:pPr marL="0" indent="0">
              <a:buNone/>
            </a:pPr>
            <a:r>
              <a:rPr lang="de-DE" b="1" u="sng" dirty="0"/>
              <a:t>Nutzen Sie das vorangegangene Wissen um nun folgende Abfragen zu erstellen(SQL-Teacher):</a:t>
            </a:r>
          </a:p>
          <a:p>
            <a:pPr marL="514350" indent="-514350">
              <a:buFont typeface="+mj-lt"/>
              <a:buAutoNum type="arabicPeriod"/>
            </a:pPr>
            <a:r>
              <a:rPr lang="de-DE" sz="2900" dirty="0"/>
              <a:t>Welche Kunden haben Bestellungen mit einem Rabatt von mehr als 10% aufgegeben?</a:t>
            </a:r>
          </a:p>
          <a:p>
            <a:pPr marL="514350" indent="-514350">
              <a:buFont typeface="+mj-lt"/>
              <a:buAutoNum type="arabicPeriod"/>
            </a:pPr>
            <a:r>
              <a:rPr lang="de-DE" sz="2900" dirty="0"/>
              <a:t> Welche Kunden haben eine E-Mail-Adresse, die mit 'gmail.com' endet, und welche Bestellungen haben sie aufgegeben?</a:t>
            </a:r>
          </a:p>
          <a:p>
            <a:pPr marL="514350" indent="-514350">
              <a:buFont typeface="+mj-lt"/>
              <a:buAutoNum type="arabicPeriod"/>
            </a:pPr>
            <a:r>
              <a:rPr lang="de-DE" sz="2900" dirty="0"/>
              <a:t>Welche Bestellungen wurden zwischen dem 01.08.2024 und dem 31.08.2024 aufgegeben und von welchen Kunden?</a:t>
            </a:r>
          </a:p>
          <a:p>
            <a:pPr marL="514350" indent="-514350">
              <a:buFont typeface="+mj-lt"/>
              <a:buAutoNum type="arabicPeriod"/>
            </a:pPr>
            <a:r>
              <a:rPr lang="de-DE" sz="2900" dirty="0"/>
              <a:t> Welche Kunden oder Bestellungen haben entweder eine Telefonnummer, die mit '0372' beginnt, oder einen Rabatt von mehr als 20%?</a:t>
            </a:r>
          </a:p>
          <a:p>
            <a:pPr marL="514350" indent="-514350">
              <a:buFont typeface="+mj-lt"/>
              <a:buAutoNum type="arabicPeriod"/>
            </a:pPr>
            <a:r>
              <a:rPr lang="de-DE" sz="2900" dirty="0"/>
              <a:t>Welche Artikel haben einen Lagerbestand von weniger als 10 und wurden von Kunden aus Chemnitz bestellt?</a:t>
            </a:r>
          </a:p>
          <a:p>
            <a:pPr marL="514350" indent="-514350">
              <a:buFont typeface="+mj-lt"/>
              <a:buAutoNum type="arabicPeriod"/>
            </a:pPr>
            <a:r>
              <a:rPr lang="de-DE" sz="2900" dirty="0"/>
              <a:t>Welche Kunden haben keine Bestellungen aufgegeben?</a:t>
            </a:r>
          </a:p>
          <a:p>
            <a:pPr marL="514350" indent="-514350">
              <a:buFont typeface="+mj-lt"/>
              <a:buAutoNum type="arabicPeriod"/>
            </a:pPr>
            <a:r>
              <a:rPr lang="de-DE" sz="2900" dirty="0"/>
              <a:t>Welche Bestellungen haben eine Menge von mehr als 20 und welche Artikel sind darin enthalten?</a:t>
            </a:r>
          </a:p>
          <a:p>
            <a:pPr marL="514350" indent="-514350">
              <a:buFont typeface="+mj-lt"/>
              <a:buAutoNum type="arabicPeriod"/>
            </a:pPr>
            <a:r>
              <a:rPr lang="de-DE" sz="2900" dirty="0"/>
              <a:t>Welche Kunden haben Bestellungen im August 2024 aufgegeben und haben eine E-Mail-Adresse, die mit 'outlook.com' endet?</a:t>
            </a:r>
          </a:p>
          <a:p>
            <a:pPr marL="514350" indent="-514350">
              <a:buFont typeface="+mj-lt"/>
              <a:buAutoNum type="arabicPeriod"/>
            </a:pPr>
            <a:r>
              <a:rPr lang="de-DE" sz="2900" dirty="0"/>
              <a:t>Welche Artikel haben entweder einen Meldebestand von weniger als 5 oder einen Stückpreis von mehr als 20 Euro?</a:t>
            </a:r>
          </a:p>
          <a:p>
            <a:pPr marL="514350" indent="-514350">
              <a:buFont typeface="+mj-lt"/>
              <a:buAutoNum type="arabicPeriod"/>
            </a:pPr>
            <a:r>
              <a:rPr lang="de-DE" sz="2900" dirty="0"/>
              <a:t>Welche Kunden aus Leipzig haben Bestellungen mit einem Rabatt von mehr als 10% aufgegeben?</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63920566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Abfragen mit </a:t>
            </a:r>
            <a:r>
              <a:rPr lang="de-DE" dirty="0" err="1"/>
              <a:t>Aliassen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a:xfrm>
            <a:off x="160867" y="1825625"/>
            <a:ext cx="10515600" cy="4335478"/>
          </a:xfrm>
        </p:spPr>
        <p:txBody>
          <a:bodyPr>
            <a:normAutofit/>
          </a:bodyPr>
          <a:lstStyle/>
          <a:p>
            <a:r>
              <a:rPr lang="de-DE" sz="2900" dirty="0"/>
              <a:t>zur besseren Übersicht, besteht die Möglichkeit für Spaltennamen – Synonyme (</a:t>
            </a:r>
            <a:r>
              <a:rPr lang="de-DE" sz="2900" dirty="0" err="1"/>
              <a:t>Aliasse</a:t>
            </a:r>
            <a:r>
              <a:rPr lang="de-DE" sz="2900" dirty="0"/>
              <a:t>) zu geben</a:t>
            </a:r>
          </a:p>
          <a:p>
            <a:r>
              <a:rPr lang="de-DE" sz="2900" dirty="0"/>
              <a:t>zum Beispiel können Sie die Spalte „Nachname“ einfach „Name“ nennen, ohne die Spalte selbst zu verändern</a:t>
            </a:r>
          </a:p>
          <a:p>
            <a:r>
              <a:rPr lang="de-DE" sz="2900" dirty="0"/>
              <a:t>Beispiel:</a:t>
            </a:r>
          </a:p>
          <a:p>
            <a:pPr marL="0" indent="0">
              <a:buNone/>
            </a:pPr>
            <a:r>
              <a:rPr lang="en-US" sz="2900" i="1" dirty="0"/>
              <a:t>select </a:t>
            </a:r>
            <a:r>
              <a:rPr lang="en-US" sz="2900" i="1" dirty="0" err="1"/>
              <a:t>kunde.kun_name</a:t>
            </a:r>
            <a:r>
              <a:rPr lang="en-US" sz="2900" i="1" dirty="0"/>
              <a:t> as Name</a:t>
            </a:r>
          </a:p>
          <a:p>
            <a:pPr marL="0" indent="0">
              <a:buNone/>
            </a:pPr>
            <a:r>
              <a:rPr lang="en-US" sz="2900" i="1" dirty="0"/>
              <a:t>from Kunde</a:t>
            </a:r>
          </a:p>
          <a:p>
            <a:r>
              <a:rPr lang="de-DE" sz="2900" b="1" dirty="0"/>
              <a:t>wählt alle Nachnamen der Kunden aus und nennt die Spalte „Name“ – aussagekräftiger als </a:t>
            </a:r>
            <a:r>
              <a:rPr lang="de-DE" sz="2900" b="1" dirty="0" err="1"/>
              <a:t>kun_name</a:t>
            </a:r>
            <a:endParaRPr lang="en-US" sz="2900"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298944533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SQL</a:t>
            </a:r>
          </a:p>
          <a:p>
            <a:pPr algn="r"/>
            <a:r>
              <a:rPr lang="de-DE" dirty="0">
                <a:solidFill>
                  <a:srgbClr val="009633"/>
                </a:solidFill>
              </a:rPr>
              <a:t>in Java</a:t>
            </a:r>
          </a:p>
          <a:p>
            <a:pPr algn="r"/>
            <a:endParaRPr lang="de-DE" dirty="0">
              <a:solidFill>
                <a:srgbClr val="009633"/>
              </a:solidFill>
            </a:endParaRPr>
          </a:p>
          <a:p>
            <a:pPr algn="r"/>
            <a:endParaRPr lang="de-DE" dirty="0">
              <a:solidFill>
                <a:srgbClr val="F68800"/>
              </a:solidFill>
            </a:endParaRPr>
          </a:p>
        </p:txBody>
      </p:sp>
    </p:spTree>
    <p:extLst>
      <p:ext uri="{BB962C8B-B14F-4D97-AF65-F5344CB8AC3E}">
        <p14:creationId xmlns:p14="http://schemas.microsoft.com/office/powerpoint/2010/main" val="212242088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sz="4000" dirty="0"/>
              <a:t>SQL – Nutzung in Java</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u="sng" dirty="0"/>
              <a:t>Ziel:</a:t>
            </a:r>
          </a:p>
          <a:p>
            <a:pPr lvl="1"/>
            <a:r>
              <a:rPr lang="de-DE" dirty="0"/>
              <a:t>Programmieren von Software inklusive Datenanbindung (hinterlegte Datenbank</a:t>
            </a:r>
          </a:p>
          <a:p>
            <a:r>
              <a:rPr lang="de-DE" u="sng" dirty="0"/>
              <a:t>Aufgaben:</a:t>
            </a:r>
          </a:p>
          <a:p>
            <a:pPr lvl="1"/>
            <a:r>
              <a:rPr lang="de-DE" dirty="0"/>
              <a:t>irgendwo muss eine Datenbank sein (Lokal, in-Memory, Cloud, andere Hosting Dienste)</a:t>
            </a:r>
          </a:p>
          <a:p>
            <a:pPr lvl="1"/>
            <a:r>
              <a:rPr lang="de-DE" dirty="0"/>
              <a:t>SQL in Java implementieren </a:t>
            </a:r>
            <a:r>
              <a:rPr lang="de-DE" dirty="0">
                <a:sym typeface="Wingdings" panose="05000000000000000000" pitchFamily="2" charset="2"/>
              </a:rPr>
              <a:t> nutzbar machen</a:t>
            </a:r>
          </a:p>
          <a:p>
            <a:pPr lvl="1"/>
            <a:r>
              <a:rPr lang="de-DE" dirty="0">
                <a:sym typeface="Wingdings" panose="05000000000000000000" pitchFamily="2" charset="2"/>
              </a:rPr>
              <a:t>SQL in JAVA mit Datenbank verbinden</a:t>
            </a:r>
          </a:p>
          <a:p>
            <a:pPr lvl="1"/>
            <a:r>
              <a:rPr lang="de-DE" dirty="0">
                <a:sym typeface="Wingdings" panose="05000000000000000000" pitchFamily="2" charset="2"/>
              </a:rPr>
              <a:t>Syntax von JAVA nutzen, </a:t>
            </a:r>
            <a:r>
              <a:rPr lang="de-DE" b="1" dirty="0">
                <a:sym typeface="Wingdings" panose="05000000000000000000" pitchFamily="2" charset="2"/>
              </a:rPr>
              <a:t>um</a:t>
            </a:r>
            <a:r>
              <a:rPr lang="de-DE" dirty="0">
                <a:sym typeface="Wingdings" panose="05000000000000000000" pitchFamily="2" charset="2"/>
              </a:rPr>
              <a:t> SQL nutzen zu können</a:t>
            </a:r>
          </a:p>
          <a:p>
            <a:pPr lvl="1"/>
            <a:endParaRPr lang="de-DE" dirty="0">
              <a:sym typeface="Wingdings" panose="05000000000000000000" pitchFamily="2" charset="2"/>
            </a:endParaRPr>
          </a:p>
          <a:p>
            <a:pPr lvl="1"/>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3397851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Datenbankumgebung</a:t>
            </a:r>
          </a:p>
        </p:txBody>
      </p:sp>
      <p:sp>
        <p:nvSpPr>
          <p:cNvPr id="3" name="Inhaltsplatzhalter 2">
            <a:extLst>
              <a:ext uri="{FF2B5EF4-FFF2-40B4-BE49-F238E27FC236}">
                <a16:creationId xmlns:a16="http://schemas.microsoft.com/office/drawing/2014/main" id="{61B0665A-D4CD-4F22-BA8D-337E1DC902B6}"/>
              </a:ext>
            </a:extLst>
          </p:cNvPr>
          <p:cNvSpPr>
            <a:spLocks noGrp="1"/>
          </p:cNvSpPr>
          <p:nvPr>
            <p:ph idx="1"/>
          </p:nvPr>
        </p:nvSpPr>
        <p:spPr/>
        <p:txBody>
          <a:bodyPr>
            <a:normAutofit fontScale="92500"/>
          </a:bodyPr>
          <a:lstStyle/>
          <a:p>
            <a:r>
              <a:rPr lang="de-DE" dirty="0"/>
              <a:t>wir wollen SQL</a:t>
            </a:r>
            <a:r>
              <a:rPr lang="de-DE" dirty="0">
                <a:sym typeface="Wingdings" panose="05000000000000000000" pitchFamily="2" charset="2"/>
              </a:rPr>
              <a:t>JAVA über eine gewisse Zeitspanne testen</a:t>
            </a:r>
          </a:p>
          <a:p>
            <a:r>
              <a:rPr lang="de-DE" dirty="0">
                <a:sym typeface="Wingdings" panose="05000000000000000000" pitchFamily="2" charset="2"/>
              </a:rPr>
              <a:t>um Kosten zu umgehen, und möglichst wenig Probleme zu haben nutzen wir hier SQLite</a:t>
            </a:r>
          </a:p>
          <a:p>
            <a:r>
              <a:rPr lang="de-DE" dirty="0">
                <a:sym typeface="Wingdings" panose="05000000000000000000" pitchFamily="2" charset="2"/>
              </a:rPr>
              <a:t>bei SQLite handelt es sich um eine Kostenfreie – Lokale Datenbank</a:t>
            </a:r>
          </a:p>
          <a:p>
            <a:r>
              <a:rPr lang="de-DE" dirty="0">
                <a:sym typeface="Wingdings" panose="05000000000000000000" pitchFamily="2" charset="2"/>
              </a:rPr>
              <a:t>wir wollen SQLite nutzen um </a:t>
            </a:r>
            <a:r>
              <a:rPr lang="de-DE" b="1" dirty="0">
                <a:sym typeface="Wingdings" panose="05000000000000000000" pitchFamily="2" charset="2"/>
              </a:rPr>
              <a:t>NUR</a:t>
            </a:r>
            <a:r>
              <a:rPr lang="de-DE" dirty="0">
                <a:sym typeface="Wingdings" panose="05000000000000000000" pitchFamily="2" charset="2"/>
              </a:rPr>
              <a:t> die </a:t>
            </a:r>
            <a:r>
              <a:rPr lang="de-DE" b="1" dirty="0">
                <a:sym typeface="Wingdings" panose="05000000000000000000" pitchFamily="2" charset="2"/>
              </a:rPr>
              <a:t>LEERE</a:t>
            </a:r>
            <a:r>
              <a:rPr lang="de-DE" dirty="0">
                <a:sym typeface="Wingdings" panose="05000000000000000000" pitchFamily="2" charset="2"/>
              </a:rPr>
              <a:t> Datenbank zu erstellen, der Rest soll in JAVA geschehen</a:t>
            </a:r>
          </a:p>
          <a:p>
            <a:r>
              <a:rPr lang="de-DE" dirty="0">
                <a:sym typeface="Wingdings" panose="05000000000000000000" pitchFamily="2" charset="2"/>
              </a:rPr>
              <a:t>dennoch benötigen wir ein paar vordefinierte Tabellen, ungefähr mit Schema  Nutzer, Rollen, Berechtigungen, Zuordnungstabelle für Nutzer und Rollen</a:t>
            </a:r>
          </a:p>
          <a:p>
            <a:r>
              <a:rPr lang="de-DE" b="1" dirty="0">
                <a:sym typeface="Wingdings" panose="05000000000000000000" pitchFamily="2" charset="2"/>
              </a:rPr>
              <a:t>Warum benötigen wir oberen Punkt?</a:t>
            </a:r>
            <a:endParaRPr lang="de-DE" b="1" dirty="0"/>
          </a:p>
        </p:txBody>
      </p:sp>
      <p:sp>
        <p:nvSpPr>
          <p:cNvPr id="4" name="Textfeld 3">
            <a:extLst>
              <a:ext uri="{FF2B5EF4-FFF2-40B4-BE49-F238E27FC236}">
                <a16:creationId xmlns:a16="http://schemas.microsoft.com/office/drawing/2014/main" id="{B64A4E18-3624-4B3B-B0A6-EB1CFEBCE167}"/>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210608884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 </a:t>
            </a:r>
            <a:r>
              <a:rPr lang="de-DE" dirty="0">
                <a:sym typeface="Wingdings" panose="05000000000000000000" pitchFamily="2" charset="2"/>
              </a:rPr>
              <a:t> Datenbankumgebung erstellen</a:t>
            </a:r>
            <a:endParaRPr lang="de-DE" dirty="0"/>
          </a:p>
        </p:txBody>
      </p:sp>
      <p:sp>
        <p:nvSpPr>
          <p:cNvPr id="3" name="Inhaltsplatzhalter 2">
            <a:extLst>
              <a:ext uri="{FF2B5EF4-FFF2-40B4-BE49-F238E27FC236}">
                <a16:creationId xmlns:a16="http://schemas.microsoft.com/office/drawing/2014/main" id="{61B0665A-D4CD-4F22-BA8D-337E1DC902B6}"/>
              </a:ext>
            </a:extLst>
          </p:cNvPr>
          <p:cNvSpPr>
            <a:spLocks noGrp="1"/>
          </p:cNvSpPr>
          <p:nvPr>
            <p:ph idx="1"/>
          </p:nvPr>
        </p:nvSpPr>
        <p:spPr/>
        <p:txBody>
          <a:bodyPr/>
          <a:lstStyle/>
          <a:p>
            <a:r>
              <a:rPr lang="de-DE" dirty="0"/>
              <a:t>Öffne „SQLITE“</a:t>
            </a:r>
          </a:p>
          <a:p>
            <a:r>
              <a:rPr lang="de-DE" dirty="0"/>
              <a:t>Erstellen einer neuen Datenbank, wählen Sie einen geeigneten Speicherpfad hierfür aus</a:t>
            </a:r>
          </a:p>
          <a:p>
            <a:r>
              <a:rPr lang="de-DE" dirty="0"/>
              <a:t>um später Zugriff auf die Datenbank zu haben, benötigen wir einen Nutzer (Administrator) der diesen Zugriff besitzt</a:t>
            </a:r>
          </a:p>
          <a:p>
            <a:r>
              <a:rPr lang="de-DE" dirty="0"/>
              <a:t>Erstellen einer neuen Tabelle „</a:t>
            </a:r>
            <a:r>
              <a:rPr lang="de-DE" dirty="0" err="1"/>
              <a:t>user</a:t>
            </a:r>
            <a:r>
              <a:rPr lang="de-DE" dirty="0"/>
              <a:t>“</a:t>
            </a:r>
          </a:p>
          <a:p>
            <a:r>
              <a:rPr lang="de-DE" dirty="0"/>
              <a:t>Ansicht von „neue Tabelle“ siehe nächste Folie</a:t>
            </a:r>
          </a:p>
        </p:txBody>
      </p:sp>
      <p:pic>
        <p:nvPicPr>
          <p:cNvPr id="4" name="Grafik 3">
            <a:extLst>
              <a:ext uri="{FF2B5EF4-FFF2-40B4-BE49-F238E27FC236}">
                <a16:creationId xmlns:a16="http://schemas.microsoft.com/office/drawing/2014/main" id="{752721CF-D284-43CD-AA92-6232311477FB}"/>
              </a:ext>
            </a:extLst>
          </p:cNvPr>
          <p:cNvPicPr>
            <a:picLocks noChangeAspect="1"/>
          </p:cNvPicPr>
          <p:nvPr/>
        </p:nvPicPr>
        <p:blipFill>
          <a:blip r:embed="rId2"/>
          <a:stretch>
            <a:fillRect/>
          </a:stretch>
        </p:blipFill>
        <p:spPr>
          <a:xfrm>
            <a:off x="7147170" y="1303008"/>
            <a:ext cx="1881421" cy="1045234"/>
          </a:xfrm>
          <a:prstGeom prst="rect">
            <a:avLst/>
          </a:prstGeom>
        </p:spPr>
      </p:pic>
      <p:pic>
        <p:nvPicPr>
          <p:cNvPr id="5" name="Grafik 4">
            <a:extLst>
              <a:ext uri="{FF2B5EF4-FFF2-40B4-BE49-F238E27FC236}">
                <a16:creationId xmlns:a16="http://schemas.microsoft.com/office/drawing/2014/main" id="{5575F2C3-429D-4F8C-9F75-1C095EDC9EEF}"/>
              </a:ext>
            </a:extLst>
          </p:cNvPr>
          <p:cNvPicPr>
            <a:picLocks noChangeAspect="1"/>
          </p:cNvPicPr>
          <p:nvPr/>
        </p:nvPicPr>
        <p:blipFill>
          <a:blip r:embed="rId3"/>
          <a:stretch>
            <a:fillRect/>
          </a:stretch>
        </p:blipFill>
        <p:spPr>
          <a:xfrm>
            <a:off x="6202414" y="4075492"/>
            <a:ext cx="5652353" cy="540895"/>
          </a:xfrm>
          <a:prstGeom prst="rect">
            <a:avLst/>
          </a:prstGeom>
        </p:spPr>
      </p:pic>
      <p:sp>
        <p:nvSpPr>
          <p:cNvPr id="7" name="Textfeld 6">
            <a:extLst>
              <a:ext uri="{FF2B5EF4-FFF2-40B4-BE49-F238E27FC236}">
                <a16:creationId xmlns:a16="http://schemas.microsoft.com/office/drawing/2014/main" id="{668D2420-F184-4B1A-AE74-BF954280BAB0}"/>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229909959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 </a:t>
            </a:r>
            <a:r>
              <a:rPr lang="de-DE" dirty="0">
                <a:sym typeface="Wingdings" panose="05000000000000000000" pitchFamily="2" charset="2"/>
              </a:rPr>
              <a:t> Datenbankumgebung erstellen</a:t>
            </a:r>
            <a:endParaRPr lang="de-DE" dirty="0"/>
          </a:p>
        </p:txBody>
      </p:sp>
      <p:pic>
        <p:nvPicPr>
          <p:cNvPr id="6" name="Grafik 5">
            <a:extLst>
              <a:ext uri="{FF2B5EF4-FFF2-40B4-BE49-F238E27FC236}">
                <a16:creationId xmlns:a16="http://schemas.microsoft.com/office/drawing/2014/main" id="{BE257C37-3FC9-45F8-8101-9B5FB70C7DAC}"/>
              </a:ext>
            </a:extLst>
          </p:cNvPr>
          <p:cNvPicPr>
            <a:picLocks noChangeAspect="1"/>
          </p:cNvPicPr>
          <p:nvPr/>
        </p:nvPicPr>
        <p:blipFill>
          <a:blip r:embed="rId2"/>
          <a:stretch>
            <a:fillRect/>
          </a:stretch>
        </p:blipFill>
        <p:spPr>
          <a:xfrm>
            <a:off x="2688452" y="1132685"/>
            <a:ext cx="6198096" cy="4884285"/>
          </a:xfrm>
          <a:prstGeom prst="rect">
            <a:avLst/>
          </a:prstGeom>
        </p:spPr>
      </p:pic>
      <p:sp>
        <p:nvSpPr>
          <p:cNvPr id="7" name="Textfeld 6">
            <a:extLst>
              <a:ext uri="{FF2B5EF4-FFF2-40B4-BE49-F238E27FC236}">
                <a16:creationId xmlns:a16="http://schemas.microsoft.com/office/drawing/2014/main" id="{62180164-B261-4666-A315-09FAF1598C4B}"/>
              </a:ext>
            </a:extLst>
          </p:cNvPr>
          <p:cNvSpPr txBox="1"/>
          <p:nvPr/>
        </p:nvSpPr>
        <p:spPr>
          <a:xfrm>
            <a:off x="160867" y="1811917"/>
            <a:ext cx="2203269" cy="923330"/>
          </a:xfrm>
          <a:prstGeom prst="rect">
            <a:avLst/>
          </a:prstGeom>
          <a:noFill/>
        </p:spPr>
        <p:txBody>
          <a:bodyPr wrap="square" rtlCol="0">
            <a:spAutoFit/>
          </a:bodyPr>
          <a:lstStyle/>
          <a:p>
            <a:pPr algn="ctr"/>
            <a:r>
              <a:rPr lang="de-DE" b="1" dirty="0">
                <a:solidFill>
                  <a:srgbClr val="009633"/>
                </a:solidFill>
              </a:rPr>
              <a:t>Hinzufügen einer Tabelle</a:t>
            </a:r>
          </a:p>
          <a:p>
            <a:endParaRPr lang="de-DE" dirty="0"/>
          </a:p>
        </p:txBody>
      </p:sp>
      <p:cxnSp>
        <p:nvCxnSpPr>
          <p:cNvPr id="8" name="Gerade Verbindung mit Pfeil 7">
            <a:extLst>
              <a:ext uri="{FF2B5EF4-FFF2-40B4-BE49-F238E27FC236}">
                <a16:creationId xmlns:a16="http://schemas.microsoft.com/office/drawing/2014/main" id="{3DD8E926-8C1E-4342-A26F-A65ABA4B9335}"/>
              </a:ext>
            </a:extLst>
          </p:cNvPr>
          <p:cNvCxnSpPr>
            <a:cxnSpLocks/>
            <a:stCxn id="7" idx="3"/>
          </p:cNvCxnSpPr>
          <p:nvPr/>
        </p:nvCxnSpPr>
        <p:spPr>
          <a:xfrm>
            <a:off x="2364136" y="2273582"/>
            <a:ext cx="536502" cy="184666"/>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
        <p:nvSpPr>
          <p:cNvPr id="11" name="Textfeld 10">
            <a:extLst>
              <a:ext uri="{FF2B5EF4-FFF2-40B4-BE49-F238E27FC236}">
                <a16:creationId xmlns:a16="http://schemas.microsoft.com/office/drawing/2014/main" id="{A9BD076E-1D67-4538-BE24-4E2440A69D22}"/>
              </a:ext>
            </a:extLst>
          </p:cNvPr>
          <p:cNvSpPr txBox="1"/>
          <p:nvPr/>
        </p:nvSpPr>
        <p:spPr>
          <a:xfrm>
            <a:off x="160867" y="2623927"/>
            <a:ext cx="2203269" cy="923330"/>
          </a:xfrm>
          <a:prstGeom prst="rect">
            <a:avLst/>
          </a:prstGeom>
          <a:noFill/>
        </p:spPr>
        <p:txBody>
          <a:bodyPr wrap="square" rtlCol="0">
            <a:spAutoFit/>
          </a:bodyPr>
          <a:lstStyle/>
          <a:p>
            <a:pPr algn="ctr"/>
            <a:r>
              <a:rPr lang="de-DE" b="1" dirty="0">
                <a:solidFill>
                  <a:srgbClr val="009633"/>
                </a:solidFill>
              </a:rPr>
              <a:t>Parameter anlegen</a:t>
            </a:r>
          </a:p>
          <a:p>
            <a:pPr algn="ctr"/>
            <a:r>
              <a:rPr lang="de-DE" b="1" dirty="0">
                <a:solidFill>
                  <a:srgbClr val="009633"/>
                </a:solidFill>
              </a:rPr>
              <a:t>NN,PK,AI,U?</a:t>
            </a:r>
          </a:p>
          <a:p>
            <a:endParaRPr lang="de-DE" dirty="0"/>
          </a:p>
        </p:txBody>
      </p:sp>
      <p:cxnSp>
        <p:nvCxnSpPr>
          <p:cNvPr id="12" name="Gerade Verbindung mit Pfeil 11">
            <a:extLst>
              <a:ext uri="{FF2B5EF4-FFF2-40B4-BE49-F238E27FC236}">
                <a16:creationId xmlns:a16="http://schemas.microsoft.com/office/drawing/2014/main" id="{F64AFB4B-B18B-40C5-80D3-B29B48FC4429}"/>
              </a:ext>
            </a:extLst>
          </p:cNvPr>
          <p:cNvCxnSpPr>
            <a:cxnSpLocks/>
            <a:stCxn id="11" idx="3"/>
          </p:cNvCxnSpPr>
          <p:nvPr/>
        </p:nvCxnSpPr>
        <p:spPr>
          <a:xfrm>
            <a:off x="2364136" y="2947093"/>
            <a:ext cx="536502" cy="155340"/>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
        <p:nvSpPr>
          <p:cNvPr id="15" name="Textfeld 14">
            <a:extLst>
              <a:ext uri="{FF2B5EF4-FFF2-40B4-BE49-F238E27FC236}">
                <a16:creationId xmlns:a16="http://schemas.microsoft.com/office/drawing/2014/main" id="{1272FDB5-DBDC-4BA4-B17D-15713B5183F3}"/>
              </a:ext>
            </a:extLst>
          </p:cNvPr>
          <p:cNvSpPr txBox="1"/>
          <p:nvPr/>
        </p:nvSpPr>
        <p:spPr>
          <a:xfrm>
            <a:off x="9307116" y="4418759"/>
            <a:ext cx="2203269" cy="923330"/>
          </a:xfrm>
          <a:prstGeom prst="rect">
            <a:avLst/>
          </a:prstGeom>
          <a:noFill/>
        </p:spPr>
        <p:txBody>
          <a:bodyPr wrap="square" rtlCol="0">
            <a:spAutoFit/>
          </a:bodyPr>
          <a:lstStyle/>
          <a:p>
            <a:pPr algn="ctr"/>
            <a:r>
              <a:rPr lang="de-DE" b="1" dirty="0">
                <a:solidFill>
                  <a:srgbClr val="009633"/>
                </a:solidFill>
              </a:rPr>
              <a:t>wird automatisch eingefügt</a:t>
            </a:r>
          </a:p>
          <a:p>
            <a:endParaRPr lang="de-DE" dirty="0"/>
          </a:p>
        </p:txBody>
      </p:sp>
      <p:cxnSp>
        <p:nvCxnSpPr>
          <p:cNvPr id="16" name="Gerade Verbindung mit Pfeil 15">
            <a:extLst>
              <a:ext uri="{FF2B5EF4-FFF2-40B4-BE49-F238E27FC236}">
                <a16:creationId xmlns:a16="http://schemas.microsoft.com/office/drawing/2014/main" id="{AD5DA477-91AB-4B38-8906-717507C914E6}"/>
              </a:ext>
            </a:extLst>
          </p:cNvPr>
          <p:cNvCxnSpPr>
            <a:cxnSpLocks/>
          </p:cNvCxnSpPr>
          <p:nvPr/>
        </p:nvCxnSpPr>
        <p:spPr>
          <a:xfrm flipH="1">
            <a:off x="4937760" y="4716379"/>
            <a:ext cx="4389120" cy="0"/>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36921454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02C1DAA0-C10F-41B6-B52C-15BB1A1EE9C9}"/>
              </a:ext>
            </a:extLst>
          </p:cNvPr>
          <p:cNvPicPr>
            <a:picLocks noChangeAspect="1"/>
          </p:cNvPicPr>
          <p:nvPr/>
        </p:nvPicPr>
        <p:blipFill>
          <a:blip r:embed="rId2"/>
          <a:stretch>
            <a:fillRect/>
          </a:stretch>
        </p:blipFill>
        <p:spPr>
          <a:xfrm>
            <a:off x="148127" y="1498816"/>
            <a:ext cx="5947873" cy="4687102"/>
          </a:xfrm>
          <a:prstGeom prst="rect">
            <a:avLst/>
          </a:prstGeom>
        </p:spPr>
      </p:pic>
      <p:pic>
        <p:nvPicPr>
          <p:cNvPr id="4" name="Grafik 3">
            <a:extLst>
              <a:ext uri="{FF2B5EF4-FFF2-40B4-BE49-F238E27FC236}">
                <a16:creationId xmlns:a16="http://schemas.microsoft.com/office/drawing/2014/main" id="{21730484-CD5C-4606-A27F-2D7FFB8DDE95}"/>
              </a:ext>
            </a:extLst>
          </p:cNvPr>
          <p:cNvPicPr>
            <a:picLocks noChangeAspect="1"/>
          </p:cNvPicPr>
          <p:nvPr/>
        </p:nvPicPr>
        <p:blipFill>
          <a:blip r:embed="rId3"/>
          <a:stretch>
            <a:fillRect/>
          </a:stretch>
        </p:blipFill>
        <p:spPr>
          <a:xfrm>
            <a:off x="6176749" y="1498815"/>
            <a:ext cx="5947874" cy="4687103"/>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a:t>
            </a:r>
            <a:br>
              <a:rPr lang="de-DE" dirty="0"/>
            </a:br>
            <a:r>
              <a:rPr lang="de-DE" dirty="0">
                <a:sym typeface="Wingdings" panose="05000000000000000000" pitchFamily="2" charset="2"/>
              </a:rPr>
              <a:t>Rollen und Berechtigungen</a:t>
            </a:r>
            <a:endParaRPr lang="de-DE"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415210780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02C1DAA0-C10F-41B6-B52C-15BB1A1EE9C9}"/>
              </a:ext>
            </a:extLst>
          </p:cNvPr>
          <p:cNvPicPr>
            <a:picLocks noChangeAspect="1"/>
          </p:cNvPicPr>
          <p:nvPr/>
        </p:nvPicPr>
        <p:blipFill>
          <a:blip r:embed="rId2"/>
          <a:stretch>
            <a:fillRect/>
          </a:stretch>
        </p:blipFill>
        <p:spPr>
          <a:xfrm>
            <a:off x="148127" y="1498816"/>
            <a:ext cx="5947873" cy="4687102"/>
          </a:xfrm>
          <a:prstGeom prst="rect">
            <a:avLst/>
          </a:prstGeom>
        </p:spPr>
      </p:pic>
      <p:pic>
        <p:nvPicPr>
          <p:cNvPr id="4" name="Grafik 3">
            <a:extLst>
              <a:ext uri="{FF2B5EF4-FFF2-40B4-BE49-F238E27FC236}">
                <a16:creationId xmlns:a16="http://schemas.microsoft.com/office/drawing/2014/main" id="{21730484-CD5C-4606-A27F-2D7FFB8DDE95}"/>
              </a:ext>
            </a:extLst>
          </p:cNvPr>
          <p:cNvPicPr>
            <a:picLocks noChangeAspect="1"/>
          </p:cNvPicPr>
          <p:nvPr/>
        </p:nvPicPr>
        <p:blipFill>
          <a:blip r:embed="rId3"/>
          <a:stretch>
            <a:fillRect/>
          </a:stretch>
        </p:blipFill>
        <p:spPr>
          <a:xfrm>
            <a:off x="6176749" y="1498815"/>
            <a:ext cx="5947874" cy="4687103"/>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a:t>
            </a:r>
            <a:br>
              <a:rPr lang="de-DE" dirty="0"/>
            </a:br>
            <a:r>
              <a:rPr lang="de-DE" dirty="0">
                <a:sym typeface="Wingdings" panose="05000000000000000000" pitchFamily="2" charset="2"/>
              </a:rPr>
              <a:t>Rollen und Berechtigungen</a:t>
            </a:r>
            <a:endParaRPr lang="de-DE"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402158271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CA36951-BD44-4EAA-86E7-55103911DD85}"/>
              </a:ext>
            </a:extLst>
          </p:cNvPr>
          <p:cNvPicPr>
            <a:picLocks noChangeAspect="1"/>
          </p:cNvPicPr>
          <p:nvPr/>
        </p:nvPicPr>
        <p:blipFill>
          <a:blip r:embed="rId2"/>
          <a:stretch>
            <a:fillRect/>
          </a:stretch>
        </p:blipFill>
        <p:spPr>
          <a:xfrm>
            <a:off x="2228349" y="983456"/>
            <a:ext cx="6667950" cy="5254545"/>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a:t>
            </a:r>
            <a:br>
              <a:rPr lang="de-DE" dirty="0"/>
            </a:br>
            <a:r>
              <a:rPr lang="de-DE" dirty="0">
                <a:sym typeface="Wingdings" panose="05000000000000000000" pitchFamily="2" charset="2"/>
              </a:rPr>
              <a:t>Rollen und Berechtigungen</a:t>
            </a:r>
            <a:endParaRPr lang="de-DE"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
        <p:nvSpPr>
          <p:cNvPr id="7" name="Textfeld 6">
            <a:extLst>
              <a:ext uri="{FF2B5EF4-FFF2-40B4-BE49-F238E27FC236}">
                <a16:creationId xmlns:a16="http://schemas.microsoft.com/office/drawing/2014/main" id="{14AE2C2F-D1B9-419A-A677-C83B7AD50851}"/>
              </a:ext>
            </a:extLst>
          </p:cNvPr>
          <p:cNvSpPr txBox="1"/>
          <p:nvPr/>
        </p:nvSpPr>
        <p:spPr>
          <a:xfrm>
            <a:off x="9988731" y="2598852"/>
            <a:ext cx="2203269" cy="923330"/>
          </a:xfrm>
          <a:prstGeom prst="rect">
            <a:avLst/>
          </a:prstGeom>
          <a:noFill/>
        </p:spPr>
        <p:txBody>
          <a:bodyPr wrap="square" rtlCol="0">
            <a:spAutoFit/>
          </a:bodyPr>
          <a:lstStyle/>
          <a:p>
            <a:pPr algn="ctr"/>
            <a:r>
              <a:rPr lang="de-DE" b="1" dirty="0">
                <a:solidFill>
                  <a:srgbClr val="009633"/>
                </a:solidFill>
              </a:rPr>
              <a:t>Fremdschlüssel</a:t>
            </a:r>
          </a:p>
          <a:p>
            <a:pPr algn="ctr"/>
            <a:r>
              <a:rPr lang="de-DE" b="1" dirty="0">
                <a:solidFill>
                  <a:srgbClr val="009633"/>
                </a:solidFill>
              </a:rPr>
              <a:t>beachten</a:t>
            </a:r>
          </a:p>
          <a:p>
            <a:endParaRPr lang="de-DE" dirty="0"/>
          </a:p>
        </p:txBody>
      </p:sp>
      <p:cxnSp>
        <p:nvCxnSpPr>
          <p:cNvPr id="8" name="Gerade Verbindung mit Pfeil 7">
            <a:extLst>
              <a:ext uri="{FF2B5EF4-FFF2-40B4-BE49-F238E27FC236}">
                <a16:creationId xmlns:a16="http://schemas.microsoft.com/office/drawing/2014/main" id="{FC620261-6FF5-4756-A1FA-A9E88893F631}"/>
              </a:ext>
            </a:extLst>
          </p:cNvPr>
          <p:cNvCxnSpPr>
            <a:cxnSpLocks/>
          </p:cNvCxnSpPr>
          <p:nvPr/>
        </p:nvCxnSpPr>
        <p:spPr>
          <a:xfrm flipH="1">
            <a:off x="5619375" y="2896472"/>
            <a:ext cx="4389120" cy="0"/>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950157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SQLITE</a:t>
            </a:r>
            <a:br>
              <a:rPr lang="de-DE" sz="3200" dirty="0"/>
            </a:br>
            <a:r>
              <a:rPr lang="de-DE" sz="3200" dirty="0">
                <a:sym typeface="Wingdings" panose="05000000000000000000" pitchFamily="2" charset="2"/>
              </a:rPr>
              <a:t>Erstellen des Nutzers und Zuweisung zur Rolle, sowie Berechtigung festlegen</a:t>
            </a:r>
            <a:endParaRPr lang="de-DE" sz="3200"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pic>
        <p:nvPicPr>
          <p:cNvPr id="3" name="Grafik 2">
            <a:extLst>
              <a:ext uri="{FF2B5EF4-FFF2-40B4-BE49-F238E27FC236}">
                <a16:creationId xmlns:a16="http://schemas.microsoft.com/office/drawing/2014/main" id="{5E88E496-E0D2-4B02-8C6C-AA01E3229DE4}"/>
              </a:ext>
            </a:extLst>
          </p:cNvPr>
          <p:cNvPicPr>
            <a:picLocks noChangeAspect="1"/>
          </p:cNvPicPr>
          <p:nvPr/>
        </p:nvPicPr>
        <p:blipFill>
          <a:blip r:embed="rId2"/>
          <a:stretch>
            <a:fillRect/>
          </a:stretch>
        </p:blipFill>
        <p:spPr>
          <a:xfrm>
            <a:off x="281137" y="1962049"/>
            <a:ext cx="5257800" cy="1085850"/>
          </a:xfrm>
          <a:prstGeom prst="rect">
            <a:avLst/>
          </a:prstGeom>
        </p:spPr>
      </p:pic>
      <p:pic>
        <p:nvPicPr>
          <p:cNvPr id="4" name="Grafik 3">
            <a:extLst>
              <a:ext uri="{FF2B5EF4-FFF2-40B4-BE49-F238E27FC236}">
                <a16:creationId xmlns:a16="http://schemas.microsoft.com/office/drawing/2014/main" id="{EC5BBC55-1003-499F-A2E1-F34C0E933FD4}"/>
              </a:ext>
            </a:extLst>
          </p:cNvPr>
          <p:cNvPicPr>
            <a:picLocks noChangeAspect="1"/>
          </p:cNvPicPr>
          <p:nvPr/>
        </p:nvPicPr>
        <p:blipFill>
          <a:blip r:embed="rId3"/>
          <a:stretch>
            <a:fillRect/>
          </a:stretch>
        </p:blipFill>
        <p:spPr>
          <a:xfrm>
            <a:off x="281137" y="3116680"/>
            <a:ext cx="4010025" cy="276225"/>
          </a:xfrm>
          <a:prstGeom prst="rect">
            <a:avLst/>
          </a:prstGeom>
        </p:spPr>
      </p:pic>
      <p:sp>
        <p:nvSpPr>
          <p:cNvPr id="9" name="Textfeld 8">
            <a:extLst>
              <a:ext uri="{FF2B5EF4-FFF2-40B4-BE49-F238E27FC236}">
                <a16:creationId xmlns:a16="http://schemas.microsoft.com/office/drawing/2014/main" id="{15980043-75F7-402F-AD12-B6709AFE71A6}"/>
              </a:ext>
            </a:extLst>
          </p:cNvPr>
          <p:cNvSpPr txBox="1"/>
          <p:nvPr/>
        </p:nvSpPr>
        <p:spPr>
          <a:xfrm>
            <a:off x="7726795" y="1962049"/>
            <a:ext cx="3082376" cy="646331"/>
          </a:xfrm>
          <a:prstGeom prst="rect">
            <a:avLst/>
          </a:prstGeom>
          <a:noFill/>
        </p:spPr>
        <p:txBody>
          <a:bodyPr wrap="square" rtlCol="0">
            <a:spAutoFit/>
          </a:bodyPr>
          <a:lstStyle/>
          <a:p>
            <a:pPr algn="ctr"/>
            <a:r>
              <a:rPr lang="de-DE" b="1" dirty="0">
                <a:solidFill>
                  <a:srgbClr val="009633"/>
                </a:solidFill>
              </a:rPr>
              <a:t>Aktueller Stand der Tabellen:</a:t>
            </a:r>
          </a:p>
          <a:p>
            <a:endParaRPr lang="de-DE" dirty="0"/>
          </a:p>
        </p:txBody>
      </p:sp>
      <p:pic>
        <p:nvPicPr>
          <p:cNvPr id="14" name="Grafik 13">
            <a:extLst>
              <a:ext uri="{FF2B5EF4-FFF2-40B4-BE49-F238E27FC236}">
                <a16:creationId xmlns:a16="http://schemas.microsoft.com/office/drawing/2014/main" id="{04ABC679-13D0-407D-ABF2-93698CFADCEA}"/>
              </a:ext>
            </a:extLst>
          </p:cNvPr>
          <p:cNvPicPr>
            <a:picLocks noChangeAspect="1"/>
          </p:cNvPicPr>
          <p:nvPr/>
        </p:nvPicPr>
        <p:blipFill>
          <a:blip r:embed="rId4"/>
          <a:stretch>
            <a:fillRect/>
          </a:stretch>
        </p:blipFill>
        <p:spPr>
          <a:xfrm>
            <a:off x="183754" y="3483575"/>
            <a:ext cx="5829300" cy="1181100"/>
          </a:xfrm>
          <a:prstGeom prst="rect">
            <a:avLst/>
          </a:prstGeom>
        </p:spPr>
      </p:pic>
      <p:pic>
        <p:nvPicPr>
          <p:cNvPr id="15" name="Grafik 14">
            <a:extLst>
              <a:ext uri="{FF2B5EF4-FFF2-40B4-BE49-F238E27FC236}">
                <a16:creationId xmlns:a16="http://schemas.microsoft.com/office/drawing/2014/main" id="{32ACE28E-72D8-41C8-B67B-93289D822C2D}"/>
              </a:ext>
            </a:extLst>
          </p:cNvPr>
          <p:cNvPicPr>
            <a:picLocks noChangeAspect="1"/>
          </p:cNvPicPr>
          <p:nvPr/>
        </p:nvPicPr>
        <p:blipFill>
          <a:blip r:embed="rId5"/>
          <a:stretch>
            <a:fillRect/>
          </a:stretch>
        </p:blipFill>
        <p:spPr>
          <a:xfrm>
            <a:off x="281137" y="4632956"/>
            <a:ext cx="4972050" cy="1543050"/>
          </a:xfrm>
          <a:prstGeom prst="rect">
            <a:avLst/>
          </a:prstGeom>
        </p:spPr>
      </p:pic>
      <p:pic>
        <p:nvPicPr>
          <p:cNvPr id="16" name="Grafik 15">
            <a:extLst>
              <a:ext uri="{FF2B5EF4-FFF2-40B4-BE49-F238E27FC236}">
                <a16:creationId xmlns:a16="http://schemas.microsoft.com/office/drawing/2014/main" id="{D4CAB56A-3B8A-4155-9CC4-C8B6EDE0F2C6}"/>
              </a:ext>
            </a:extLst>
          </p:cNvPr>
          <p:cNvPicPr>
            <a:picLocks noChangeAspect="1"/>
          </p:cNvPicPr>
          <p:nvPr/>
        </p:nvPicPr>
        <p:blipFill>
          <a:blip r:embed="rId6"/>
          <a:stretch>
            <a:fillRect/>
          </a:stretch>
        </p:blipFill>
        <p:spPr>
          <a:xfrm>
            <a:off x="6178948" y="2305050"/>
            <a:ext cx="2057400" cy="2247900"/>
          </a:xfrm>
          <a:prstGeom prst="rect">
            <a:avLst/>
          </a:prstGeom>
        </p:spPr>
      </p:pic>
      <p:pic>
        <p:nvPicPr>
          <p:cNvPr id="17" name="Grafik 16">
            <a:extLst>
              <a:ext uri="{FF2B5EF4-FFF2-40B4-BE49-F238E27FC236}">
                <a16:creationId xmlns:a16="http://schemas.microsoft.com/office/drawing/2014/main" id="{4409D439-5D62-4C35-ADDE-14F4B976732E}"/>
              </a:ext>
            </a:extLst>
          </p:cNvPr>
          <p:cNvPicPr>
            <a:picLocks noChangeAspect="1"/>
          </p:cNvPicPr>
          <p:nvPr/>
        </p:nvPicPr>
        <p:blipFill>
          <a:blip r:embed="rId7"/>
          <a:stretch>
            <a:fillRect/>
          </a:stretch>
        </p:blipFill>
        <p:spPr>
          <a:xfrm>
            <a:off x="8305958" y="2277728"/>
            <a:ext cx="1924050" cy="2324100"/>
          </a:xfrm>
          <a:prstGeom prst="rect">
            <a:avLst/>
          </a:prstGeom>
        </p:spPr>
      </p:pic>
      <p:pic>
        <p:nvPicPr>
          <p:cNvPr id="18" name="Grafik 17">
            <a:extLst>
              <a:ext uri="{FF2B5EF4-FFF2-40B4-BE49-F238E27FC236}">
                <a16:creationId xmlns:a16="http://schemas.microsoft.com/office/drawing/2014/main" id="{295C35ED-5924-4F5F-AD09-34686905B4CC}"/>
              </a:ext>
            </a:extLst>
          </p:cNvPr>
          <p:cNvPicPr>
            <a:picLocks noChangeAspect="1"/>
          </p:cNvPicPr>
          <p:nvPr/>
        </p:nvPicPr>
        <p:blipFill>
          <a:blip r:embed="rId8"/>
          <a:stretch>
            <a:fillRect/>
          </a:stretch>
        </p:blipFill>
        <p:spPr>
          <a:xfrm>
            <a:off x="9926281" y="2608380"/>
            <a:ext cx="1905000" cy="1028700"/>
          </a:xfrm>
          <a:prstGeom prst="rect">
            <a:avLst/>
          </a:prstGeom>
        </p:spPr>
      </p:pic>
      <p:pic>
        <p:nvPicPr>
          <p:cNvPr id="20" name="Grafik 19">
            <a:extLst>
              <a:ext uri="{FF2B5EF4-FFF2-40B4-BE49-F238E27FC236}">
                <a16:creationId xmlns:a16="http://schemas.microsoft.com/office/drawing/2014/main" id="{BEF48132-C6FD-4987-9075-486DF4EE860D}"/>
              </a:ext>
            </a:extLst>
          </p:cNvPr>
          <p:cNvPicPr>
            <a:picLocks noChangeAspect="1"/>
          </p:cNvPicPr>
          <p:nvPr/>
        </p:nvPicPr>
        <p:blipFill>
          <a:blip r:embed="rId9"/>
          <a:stretch>
            <a:fillRect/>
          </a:stretch>
        </p:blipFill>
        <p:spPr>
          <a:xfrm>
            <a:off x="9891563" y="3735271"/>
            <a:ext cx="2019300" cy="1028700"/>
          </a:xfrm>
          <a:prstGeom prst="rect">
            <a:avLst/>
          </a:prstGeom>
        </p:spPr>
      </p:pic>
      <p:pic>
        <p:nvPicPr>
          <p:cNvPr id="21" name="Grafik 20">
            <a:extLst>
              <a:ext uri="{FF2B5EF4-FFF2-40B4-BE49-F238E27FC236}">
                <a16:creationId xmlns:a16="http://schemas.microsoft.com/office/drawing/2014/main" id="{CE698332-A1A7-4E45-9372-5FBE283CA34A}"/>
              </a:ext>
            </a:extLst>
          </p:cNvPr>
          <p:cNvPicPr>
            <a:picLocks noChangeAspect="1"/>
          </p:cNvPicPr>
          <p:nvPr/>
        </p:nvPicPr>
        <p:blipFill>
          <a:blip r:embed="rId10"/>
          <a:stretch>
            <a:fillRect/>
          </a:stretch>
        </p:blipFill>
        <p:spPr>
          <a:xfrm>
            <a:off x="8053238" y="4552950"/>
            <a:ext cx="1838325" cy="1123950"/>
          </a:xfrm>
          <a:prstGeom prst="rect">
            <a:avLst/>
          </a:prstGeom>
        </p:spPr>
      </p:pic>
      <p:sp>
        <p:nvSpPr>
          <p:cNvPr id="22" name="Textfeld 21">
            <a:extLst>
              <a:ext uri="{FF2B5EF4-FFF2-40B4-BE49-F238E27FC236}">
                <a16:creationId xmlns:a16="http://schemas.microsoft.com/office/drawing/2014/main" id="{04FB9CEC-DE45-456E-BEF8-BAA48943EA36}"/>
              </a:ext>
            </a:extLst>
          </p:cNvPr>
          <p:cNvSpPr txBox="1"/>
          <p:nvPr/>
        </p:nvSpPr>
        <p:spPr>
          <a:xfrm>
            <a:off x="6828817" y="5728719"/>
            <a:ext cx="4102006" cy="646331"/>
          </a:xfrm>
          <a:prstGeom prst="rect">
            <a:avLst/>
          </a:prstGeom>
          <a:noFill/>
        </p:spPr>
        <p:txBody>
          <a:bodyPr wrap="square" rtlCol="0">
            <a:spAutoFit/>
          </a:bodyPr>
          <a:lstStyle/>
          <a:p>
            <a:r>
              <a:rPr lang="de-DE" b="1" dirty="0">
                <a:solidFill>
                  <a:srgbClr val="009633"/>
                </a:solidFill>
              </a:rPr>
              <a:t>Bringen Sie Ihr SQLITE auf diesen Stand!</a:t>
            </a:r>
          </a:p>
          <a:p>
            <a:endParaRPr lang="de-DE" dirty="0"/>
          </a:p>
        </p:txBody>
      </p:sp>
    </p:spTree>
    <p:extLst>
      <p:ext uri="{BB962C8B-B14F-4D97-AF65-F5344CB8AC3E}">
        <p14:creationId xmlns:p14="http://schemas.microsoft.com/office/powerpoint/2010/main" val="416573739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SQLITE</a:t>
            </a:r>
            <a:br>
              <a:rPr lang="de-DE" sz="3200" dirty="0"/>
            </a:br>
            <a:r>
              <a:rPr lang="de-DE" sz="3200" dirty="0">
                <a:sym typeface="Wingdings" panose="05000000000000000000" pitchFamily="2" charset="2"/>
              </a:rPr>
              <a:t>Berechtigung in Java überprüfen und Authentifizierung (an späterer Stelle)</a:t>
            </a:r>
            <a:endParaRPr lang="de-DE" sz="3200"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
        <p:nvSpPr>
          <p:cNvPr id="5" name="Textfeld 4">
            <a:extLst>
              <a:ext uri="{FF2B5EF4-FFF2-40B4-BE49-F238E27FC236}">
                <a16:creationId xmlns:a16="http://schemas.microsoft.com/office/drawing/2014/main" id="{4A9D7054-1FEB-4743-A2E2-158BD090A20C}"/>
              </a:ext>
            </a:extLst>
          </p:cNvPr>
          <p:cNvSpPr txBox="1"/>
          <p:nvPr/>
        </p:nvSpPr>
        <p:spPr>
          <a:xfrm>
            <a:off x="279133" y="1859339"/>
            <a:ext cx="6362299" cy="3693319"/>
          </a:xfrm>
          <a:prstGeom prst="rect">
            <a:avLst/>
          </a:prstGeom>
          <a:noFill/>
        </p:spPr>
        <p:txBody>
          <a:bodyPr wrap="square" rtlCol="0">
            <a:spAutoFit/>
          </a:bodyPr>
          <a:lstStyle/>
          <a:p>
            <a:r>
              <a:rPr lang="de-DE" dirty="0"/>
              <a:t>String </a:t>
            </a:r>
            <a:r>
              <a:rPr lang="de-DE" dirty="0" err="1"/>
              <a:t>query</a:t>
            </a:r>
            <a:r>
              <a:rPr lang="de-DE" dirty="0"/>
              <a:t> = "SELECT </a:t>
            </a:r>
            <a:r>
              <a:rPr lang="de-DE" dirty="0" err="1"/>
              <a:t>permission_name</a:t>
            </a:r>
            <a:r>
              <a:rPr lang="de-DE" dirty="0"/>
              <a:t> FROM </a:t>
            </a:r>
            <a:r>
              <a:rPr lang="de-DE" dirty="0" err="1"/>
              <a:t>permissions</a:t>
            </a:r>
            <a:r>
              <a:rPr lang="de-DE" dirty="0"/>
              <a:t> "</a:t>
            </a:r>
          </a:p>
          <a:p>
            <a:r>
              <a:rPr lang="de-DE" dirty="0"/>
              <a:t>               + "JOIN </a:t>
            </a:r>
            <a:r>
              <a:rPr lang="de-DE" dirty="0" err="1"/>
              <a:t>user_roles</a:t>
            </a:r>
            <a:r>
              <a:rPr lang="de-DE" dirty="0"/>
              <a:t> ON </a:t>
            </a:r>
            <a:r>
              <a:rPr lang="de-DE" dirty="0" err="1"/>
              <a:t>permissions.roleid</a:t>
            </a:r>
            <a:r>
              <a:rPr lang="de-DE" dirty="0"/>
              <a:t> = </a:t>
            </a:r>
            <a:r>
              <a:rPr lang="de-DE" dirty="0" err="1"/>
              <a:t>user_roles.roleid</a:t>
            </a:r>
            <a:r>
              <a:rPr lang="de-DE" dirty="0"/>
              <a:t> "</a:t>
            </a:r>
          </a:p>
          <a:p>
            <a:r>
              <a:rPr lang="de-DE" dirty="0"/>
              <a:t>               + "WHERE </a:t>
            </a:r>
            <a:r>
              <a:rPr lang="de-DE" dirty="0" err="1"/>
              <a:t>user_roles.userid</a:t>
            </a:r>
            <a:r>
              <a:rPr lang="de-DE" dirty="0"/>
              <a:t> = ?";</a:t>
            </a:r>
          </a:p>
          <a:p>
            <a:r>
              <a:rPr lang="de-DE" dirty="0" err="1"/>
              <a:t>PreparedStatement</a:t>
            </a:r>
            <a:r>
              <a:rPr lang="de-DE" dirty="0"/>
              <a:t> </a:t>
            </a:r>
            <a:r>
              <a:rPr lang="de-DE" dirty="0" err="1"/>
              <a:t>preparedStatement</a:t>
            </a:r>
            <a:r>
              <a:rPr lang="de-DE" dirty="0"/>
              <a:t> = </a:t>
            </a:r>
            <a:r>
              <a:rPr lang="de-DE" dirty="0" err="1"/>
              <a:t>connection.prepareStatement</a:t>
            </a:r>
            <a:r>
              <a:rPr lang="de-DE" dirty="0"/>
              <a:t>(</a:t>
            </a:r>
            <a:r>
              <a:rPr lang="de-DE" dirty="0" err="1"/>
              <a:t>query</a:t>
            </a:r>
            <a:r>
              <a:rPr lang="de-DE" dirty="0"/>
              <a:t>);</a:t>
            </a:r>
          </a:p>
          <a:p>
            <a:r>
              <a:rPr lang="de-DE" dirty="0" err="1"/>
              <a:t>preparedStatement.setInt</a:t>
            </a:r>
            <a:r>
              <a:rPr lang="de-DE" dirty="0"/>
              <a:t>(1, </a:t>
            </a:r>
            <a:r>
              <a:rPr lang="de-DE" dirty="0" err="1"/>
              <a:t>userId</a:t>
            </a:r>
            <a:r>
              <a:rPr lang="de-DE" dirty="0"/>
              <a:t>);</a:t>
            </a:r>
          </a:p>
          <a:p>
            <a:r>
              <a:rPr lang="de-DE" dirty="0" err="1"/>
              <a:t>ResultSet</a:t>
            </a:r>
            <a:r>
              <a:rPr lang="de-DE" dirty="0"/>
              <a:t> </a:t>
            </a:r>
            <a:r>
              <a:rPr lang="de-DE" dirty="0" err="1"/>
              <a:t>resultSet</a:t>
            </a:r>
            <a:r>
              <a:rPr lang="de-DE" dirty="0"/>
              <a:t> = </a:t>
            </a:r>
            <a:r>
              <a:rPr lang="de-DE" dirty="0" err="1"/>
              <a:t>preparedStatement.executeQuery</a:t>
            </a:r>
            <a:r>
              <a:rPr lang="de-DE" dirty="0"/>
              <a:t>();</a:t>
            </a:r>
          </a:p>
          <a:p>
            <a:endParaRPr lang="de-DE" dirty="0"/>
          </a:p>
          <a:p>
            <a:r>
              <a:rPr lang="de-DE" dirty="0" err="1"/>
              <a:t>while</a:t>
            </a:r>
            <a:r>
              <a:rPr lang="de-DE" dirty="0"/>
              <a:t> (</a:t>
            </a:r>
            <a:r>
              <a:rPr lang="de-DE" dirty="0" err="1"/>
              <a:t>resultSet.next</a:t>
            </a:r>
            <a:r>
              <a:rPr lang="de-DE" dirty="0"/>
              <a:t>()) {</a:t>
            </a:r>
          </a:p>
          <a:p>
            <a:r>
              <a:rPr lang="de-DE" dirty="0"/>
              <a:t>    String </a:t>
            </a:r>
            <a:r>
              <a:rPr lang="de-DE" dirty="0" err="1"/>
              <a:t>permission</a:t>
            </a:r>
            <a:r>
              <a:rPr lang="de-DE" dirty="0"/>
              <a:t> = </a:t>
            </a:r>
            <a:r>
              <a:rPr lang="de-DE" dirty="0" err="1"/>
              <a:t>resultSet.getString</a:t>
            </a:r>
            <a:r>
              <a:rPr lang="de-DE" dirty="0"/>
              <a:t>("</a:t>
            </a:r>
            <a:r>
              <a:rPr lang="de-DE" dirty="0" err="1"/>
              <a:t>permissionname</a:t>
            </a:r>
            <a:r>
              <a:rPr lang="de-DE" dirty="0"/>
              <a:t>");</a:t>
            </a:r>
          </a:p>
          <a:p>
            <a:r>
              <a:rPr lang="de-DE" dirty="0"/>
              <a:t>    // Überprüfe die Berechtigung</a:t>
            </a:r>
          </a:p>
          <a:p>
            <a:r>
              <a:rPr lang="de-DE" dirty="0"/>
              <a:t>}</a:t>
            </a:r>
          </a:p>
        </p:txBody>
      </p:sp>
      <p:sp>
        <p:nvSpPr>
          <p:cNvPr id="6" name="Textfeld 5">
            <a:extLst>
              <a:ext uri="{FF2B5EF4-FFF2-40B4-BE49-F238E27FC236}">
                <a16:creationId xmlns:a16="http://schemas.microsoft.com/office/drawing/2014/main" id="{F345FEDE-1898-4036-B810-8706C63FF1E9}"/>
              </a:ext>
            </a:extLst>
          </p:cNvPr>
          <p:cNvSpPr txBox="1"/>
          <p:nvPr/>
        </p:nvSpPr>
        <p:spPr>
          <a:xfrm>
            <a:off x="7344076" y="1646237"/>
            <a:ext cx="3445844" cy="4832092"/>
          </a:xfrm>
          <a:prstGeom prst="rect">
            <a:avLst/>
          </a:prstGeom>
          <a:noFill/>
        </p:spPr>
        <p:txBody>
          <a:bodyPr wrap="square" rtlCol="0">
            <a:spAutoFit/>
          </a:bodyPr>
          <a:lstStyle/>
          <a:p>
            <a:r>
              <a:rPr lang="de-DE" sz="1400" dirty="0"/>
              <a:t>String </a:t>
            </a:r>
            <a:r>
              <a:rPr lang="de-DE" sz="1400" dirty="0" err="1"/>
              <a:t>query</a:t>
            </a:r>
            <a:r>
              <a:rPr lang="de-DE" sz="1400" dirty="0"/>
              <a:t> = "SELECT </a:t>
            </a:r>
            <a:r>
              <a:rPr lang="de-DE" sz="1400" dirty="0" err="1"/>
              <a:t>password</a:t>
            </a:r>
            <a:r>
              <a:rPr lang="de-DE" sz="1400" dirty="0"/>
              <a:t> FROM </a:t>
            </a:r>
            <a:r>
              <a:rPr lang="de-DE" sz="1400" dirty="0" err="1"/>
              <a:t>user</a:t>
            </a:r>
            <a:r>
              <a:rPr lang="de-DE" sz="1400" dirty="0"/>
              <a:t> WHERE </a:t>
            </a:r>
            <a:r>
              <a:rPr lang="de-DE" sz="1400" dirty="0" err="1"/>
              <a:t>username</a:t>
            </a:r>
            <a:r>
              <a:rPr lang="de-DE" sz="1400" dirty="0"/>
              <a:t> = ?";</a:t>
            </a:r>
          </a:p>
          <a:p>
            <a:r>
              <a:rPr lang="de-DE" sz="1400" dirty="0" err="1"/>
              <a:t>PreparedStatement</a:t>
            </a:r>
            <a:r>
              <a:rPr lang="de-DE" sz="1400" dirty="0"/>
              <a:t> </a:t>
            </a:r>
            <a:r>
              <a:rPr lang="de-DE" sz="1400" dirty="0" err="1"/>
              <a:t>preparedStatement</a:t>
            </a:r>
            <a:r>
              <a:rPr lang="de-DE" sz="1400" dirty="0"/>
              <a:t> = </a:t>
            </a:r>
            <a:r>
              <a:rPr lang="de-DE" sz="1400" dirty="0" err="1"/>
              <a:t>connection.prepareStatement</a:t>
            </a:r>
            <a:r>
              <a:rPr lang="de-DE" sz="1400" dirty="0"/>
              <a:t>(</a:t>
            </a:r>
            <a:r>
              <a:rPr lang="de-DE" sz="1400" dirty="0" err="1"/>
              <a:t>query</a:t>
            </a:r>
            <a:r>
              <a:rPr lang="de-DE" sz="1400" dirty="0"/>
              <a:t>);</a:t>
            </a:r>
          </a:p>
          <a:p>
            <a:r>
              <a:rPr lang="de-DE" sz="1400" dirty="0" err="1"/>
              <a:t>preparedStatement.setString</a:t>
            </a:r>
            <a:r>
              <a:rPr lang="de-DE" sz="1400" dirty="0"/>
              <a:t>(1, </a:t>
            </a:r>
            <a:r>
              <a:rPr lang="de-DE" sz="1400" dirty="0" err="1"/>
              <a:t>eingegebenerBenutzername</a:t>
            </a:r>
            <a:r>
              <a:rPr lang="de-DE" sz="1400" dirty="0"/>
              <a:t>);</a:t>
            </a:r>
          </a:p>
          <a:p>
            <a:r>
              <a:rPr lang="de-DE" sz="1400" dirty="0" err="1"/>
              <a:t>ResultSet</a:t>
            </a:r>
            <a:r>
              <a:rPr lang="de-DE" sz="1400" dirty="0"/>
              <a:t> </a:t>
            </a:r>
            <a:r>
              <a:rPr lang="de-DE" sz="1400" dirty="0" err="1"/>
              <a:t>resultSet</a:t>
            </a:r>
            <a:r>
              <a:rPr lang="de-DE" sz="1400" dirty="0"/>
              <a:t> = </a:t>
            </a:r>
            <a:r>
              <a:rPr lang="de-DE" sz="1400" dirty="0" err="1"/>
              <a:t>preparedStatement.executeQuery</a:t>
            </a:r>
            <a:r>
              <a:rPr lang="de-DE" sz="1400" dirty="0"/>
              <a:t>();</a:t>
            </a:r>
          </a:p>
          <a:p>
            <a:endParaRPr lang="de-DE" sz="1400" dirty="0"/>
          </a:p>
          <a:p>
            <a:r>
              <a:rPr lang="de-DE" sz="1400" dirty="0" err="1"/>
              <a:t>if</a:t>
            </a:r>
            <a:r>
              <a:rPr lang="de-DE" sz="1400" dirty="0"/>
              <a:t> (</a:t>
            </a:r>
            <a:r>
              <a:rPr lang="de-DE" sz="1400" dirty="0" err="1"/>
              <a:t>resultSet.next</a:t>
            </a:r>
            <a:r>
              <a:rPr lang="de-DE" sz="1400" dirty="0"/>
              <a:t>()) {</a:t>
            </a:r>
          </a:p>
          <a:p>
            <a:r>
              <a:rPr lang="de-DE" sz="1400" dirty="0"/>
              <a:t>    String </a:t>
            </a:r>
            <a:r>
              <a:rPr lang="de-DE" sz="1400" dirty="0" err="1"/>
              <a:t>gespeichertesPasswort</a:t>
            </a:r>
            <a:r>
              <a:rPr lang="de-DE" sz="1400" dirty="0"/>
              <a:t> = </a:t>
            </a:r>
            <a:r>
              <a:rPr lang="de-DE" sz="1400" dirty="0" err="1"/>
              <a:t>resultSet.getString</a:t>
            </a:r>
            <a:r>
              <a:rPr lang="de-DE" sz="1400" dirty="0"/>
              <a:t>("</a:t>
            </a:r>
            <a:r>
              <a:rPr lang="de-DE" sz="1400" dirty="0" err="1"/>
              <a:t>password</a:t>
            </a:r>
            <a:r>
              <a:rPr lang="de-DE" sz="1400" dirty="0"/>
              <a:t>");</a:t>
            </a:r>
          </a:p>
          <a:p>
            <a:r>
              <a:rPr lang="de-DE" sz="1400" dirty="0"/>
              <a:t>    // Vergleiche das eingegebene Passwort mit dem gespeicherten </a:t>
            </a:r>
            <a:r>
              <a:rPr lang="de-DE" sz="1400" dirty="0" err="1"/>
              <a:t>gehashten</a:t>
            </a:r>
            <a:r>
              <a:rPr lang="de-DE" sz="1400" dirty="0"/>
              <a:t> Passwort</a:t>
            </a:r>
          </a:p>
          <a:p>
            <a:r>
              <a:rPr lang="de-DE" sz="1400" dirty="0"/>
              <a:t>    </a:t>
            </a:r>
            <a:r>
              <a:rPr lang="de-DE" sz="1400" dirty="0" err="1"/>
              <a:t>if</a:t>
            </a:r>
            <a:r>
              <a:rPr lang="de-DE" sz="1400" dirty="0"/>
              <a:t> (</a:t>
            </a:r>
            <a:r>
              <a:rPr lang="de-DE" sz="1400" dirty="0" err="1"/>
              <a:t>PasswordUtils.verifyPassword</a:t>
            </a:r>
            <a:r>
              <a:rPr lang="de-DE" sz="1400" dirty="0"/>
              <a:t>(</a:t>
            </a:r>
            <a:r>
              <a:rPr lang="de-DE" sz="1400" dirty="0" err="1"/>
              <a:t>eingegebenesPasswort</a:t>
            </a:r>
            <a:r>
              <a:rPr lang="de-DE" sz="1400" dirty="0"/>
              <a:t>, </a:t>
            </a:r>
            <a:r>
              <a:rPr lang="de-DE" sz="1400" dirty="0" err="1"/>
              <a:t>gespeichertesPasswort</a:t>
            </a:r>
            <a:r>
              <a:rPr lang="de-DE" sz="1400" dirty="0"/>
              <a:t>)) {</a:t>
            </a:r>
          </a:p>
          <a:p>
            <a:r>
              <a:rPr lang="de-DE" sz="1400" dirty="0"/>
              <a:t>        // Authentifizierung erfolgreich</a:t>
            </a:r>
          </a:p>
          <a:p>
            <a:r>
              <a:rPr lang="de-DE" sz="1400" dirty="0"/>
              <a:t>    } </a:t>
            </a:r>
            <a:r>
              <a:rPr lang="de-DE" sz="1400" dirty="0" err="1"/>
              <a:t>else</a:t>
            </a:r>
            <a:r>
              <a:rPr lang="de-DE" sz="1400" dirty="0"/>
              <a:t> {</a:t>
            </a:r>
          </a:p>
          <a:p>
            <a:r>
              <a:rPr lang="de-DE" sz="1400" dirty="0"/>
              <a:t>        // Authentifizierung fehlgeschlagen</a:t>
            </a:r>
          </a:p>
          <a:p>
            <a:r>
              <a:rPr lang="de-DE" sz="1400" dirty="0"/>
              <a:t>    }</a:t>
            </a:r>
          </a:p>
          <a:p>
            <a:r>
              <a:rPr lang="de-DE" sz="1400" dirty="0"/>
              <a:t>}</a:t>
            </a:r>
          </a:p>
        </p:txBody>
      </p:sp>
    </p:spTree>
    <p:extLst>
      <p:ext uri="{BB962C8B-B14F-4D97-AF65-F5344CB8AC3E}">
        <p14:creationId xmlns:p14="http://schemas.microsoft.com/office/powerpoint/2010/main" val="402777707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E42DA043-FDB7-4456-BE04-EA6BB1D0A3EB}"/>
              </a:ext>
            </a:extLst>
          </p:cNvPr>
          <p:cNvPicPr>
            <a:picLocks noChangeAspect="1"/>
          </p:cNvPicPr>
          <p:nvPr/>
        </p:nvPicPr>
        <p:blipFill>
          <a:blip r:embed="rId2"/>
          <a:stretch>
            <a:fillRect/>
          </a:stretch>
        </p:blipFill>
        <p:spPr>
          <a:xfrm>
            <a:off x="160867" y="4843799"/>
            <a:ext cx="3533248" cy="1382576"/>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Datenbankverbindung zu unserer lokalen SQLite Datenbank herstellen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
        <p:nvSpPr>
          <p:cNvPr id="6" name="Inhaltsplatzhalter 2">
            <a:extLst>
              <a:ext uri="{FF2B5EF4-FFF2-40B4-BE49-F238E27FC236}">
                <a16:creationId xmlns:a16="http://schemas.microsoft.com/office/drawing/2014/main" id="{9BBB4331-3864-4FA3-9E71-A0B196E737C1}"/>
              </a:ext>
            </a:extLst>
          </p:cNvPr>
          <p:cNvSpPr>
            <a:spLocks noGrp="1"/>
          </p:cNvSpPr>
          <p:nvPr>
            <p:ph idx="1"/>
          </p:nvPr>
        </p:nvSpPr>
        <p:spPr>
          <a:xfrm>
            <a:off x="160867" y="1825625"/>
            <a:ext cx="10515600" cy="4305668"/>
          </a:xfrm>
        </p:spPr>
        <p:txBody>
          <a:bodyPr>
            <a:normAutofit/>
          </a:bodyPr>
          <a:lstStyle/>
          <a:p>
            <a:pPr marL="514350" indent="-514350">
              <a:buFont typeface="+mj-lt"/>
              <a:buAutoNum type="arabicPeriod"/>
            </a:pPr>
            <a:r>
              <a:rPr lang="de-DE" sz="2000" dirty="0"/>
              <a:t>SQLITE-JDBC Treiber von der Website herunterladen (diese benötigen wir für eine erfolgreiche Verbindung zur Datenbank) </a:t>
            </a:r>
            <a:r>
              <a:rPr lang="de-DE" sz="1600" i="1" dirty="0">
                <a:hlinkClick r:id="rId3"/>
              </a:rPr>
              <a:t>https://mvnrepository.com/artifact/org.xerial/sqlite-jdbc</a:t>
            </a:r>
            <a:endParaRPr lang="de-DE" sz="1600" i="1" dirty="0"/>
          </a:p>
          <a:p>
            <a:pPr lvl="1">
              <a:buFont typeface="Symbol" panose="05050102010706020507" pitchFamily="18" charset="2"/>
              <a:buChar char="-"/>
            </a:pPr>
            <a:r>
              <a:rPr lang="de-DE" sz="2000" dirty="0"/>
              <a:t>es handelt sich hier um eine .</a:t>
            </a:r>
            <a:r>
              <a:rPr lang="de-DE" sz="2000" dirty="0" err="1"/>
              <a:t>jar</a:t>
            </a:r>
            <a:r>
              <a:rPr lang="de-DE" sz="2000" dirty="0"/>
              <a:t> – Datei</a:t>
            </a:r>
          </a:p>
          <a:p>
            <a:pPr lvl="1">
              <a:buFont typeface="Symbol" panose="05050102010706020507" pitchFamily="18" charset="2"/>
              <a:buChar char="-"/>
            </a:pPr>
            <a:r>
              <a:rPr lang="de-DE" sz="2000" dirty="0"/>
              <a:t>diese liegt bereits in Ihrem Klassenordner </a:t>
            </a:r>
            <a:r>
              <a:rPr lang="de-DE" sz="2000" dirty="0">
                <a:sym typeface="Wingdings" panose="05000000000000000000" pitchFamily="2" charset="2"/>
              </a:rPr>
              <a:t> legen Sie sie den gleich Ordner, indem auch Ihre Datenbank liegt</a:t>
            </a:r>
          </a:p>
          <a:p>
            <a:pPr marL="514350" indent="-514350">
              <a:buFont typeface="+mj-lt"/>
              <a:buAutoNum type="arabicPeriod"/>
            </a:pPr>
            <a:r>
              <a:rPr lang="de-DE" sz="2000" dirty="0">
                <a:sym typeface="Wingdings" panose="05000000000000000000" pitchFamily="2" charset="2"/>
              </a:rPr>
              <a:t>erstellen des JAVA-Projects und der Klassen</a:t>
            </a:r>
          </a:p>
          <a:p>
            <a:pPr marL="514350" indent="-514350">
              <a:buFont typeface="+mj-lt"/>
              <a:buAutoNum type="arabicPeriod"/>
            </a:pPr>
            <a:r>
              <a:rPr lang="de-DE" sz="2000" dirty="0"/>
              <a:t>.</a:t>
            </a:r>
            <a:r>
              <a:rPr lang="de-DE" sz="2000" dirty="0" err="1"/>
              <a:t>jar</a:t>
            </a:r>
            <a:r>
              <a:rPr lang="de-DE" sz="2000" dirty="0"/>
              <a:t> (SQLITE-JDBC Treiber) in den Klassenpfad des Projekts laden (</a:t>
            </a:r>
            <a:r>
              <a:rPr lang="de-DE" sz="2000" dirty="0" err="1"/>
              <a:t>Properties</a:t>
            </a:r>
            <a:r>
              <a:rPr lang="de-DE" sz="2000" dirty="0" err="1">
                <a:sym typeface="Wingdings" panose="05000000000000000000" pitchFamily="2" charset="2"/>
              </a:rPr>
              <a:t>LibrariesClasspath</a:t>
            </a:r>
            <a:r>
              <a:rPr lang="de-DE" sz="2000" dirty="0">
                <a:sym typeface="Wingdings" panose="05000000000000000000" pitchFamily="2" charset="2"/>
              </a:rPr>
              <a:t>…OK</a:t>
            </a:r>
          </a:p>
          <a:p>
            <a:pPr marL="514350" indent="-514350">
              <a:buFont typeface="+mj-lt"/>
              <a:buAutoNum type="arabicPeriod"/>
            </a:pPr>
            <a:r>
              <a:rPr lang="de-DE" sz="2000" dirty="0">
                <a:sym typeface="Wingdings" panose="05000000000000000000" pitchFamily="2" charset="2"/>
              </a:rPr>
              <a:t>Quellcode der beiden Klassen hinzufügen (siehe </a:t>
            </a:r>
            <a:r>
              <a:rPr lang="de-DE" sz="2000" dirty="0" err="1">
                <a:sym typeface="Wingdings" panose="05000000000000000000" pitchFamily="2" charset="2"/>
              </a:rPr>
              <a:t>nächsteFolie</a:t>
            </a:r>
            <a:r>
              <a:rPr lang="de-DE" sz="2000" dirty="0">
                <a:sym typeface="Wingdings" panose="05000000000000000000" pitchFamily="2" charset="2"/>
              </a:rPr>
              <a:t>)</a:t>
            </a:r>
          </a:p>
          <a:p>
            <a:pPr marL="514350" indent="-514350">
              <a:buFont typeface="+mj-lt"/>
              <a:buAutoNum type="arabicPeriod"/>
            </a:pPr>
            <a:endParaRPr lang="de-DE" sz="2000" dirty="0"/>
          </a:p>
          <a:p>
            <a:pPr marL="514350" indent="-514350">
              <a:buFont typeface="+mj-lt"/>
              <a:buAutoNum type="arabicPeriod"/>
            </a:pPr>
            <a:endParaRPr lang="de-DE" b="1" dirty="0"/>
          </a:p>
        </p:txBody>
      </p:sp>
      <p:pic>
        <p:nvPicPr>
          <p:cNvPr id="5" name="Grafik 4">
            <a:extLst>
              <a:ext uri="{FF2B5EF4-FFF2-40B4-BE49-F238E27FC236}">
                <a16:creationId xmlns:a16="http://schemas.microsoft.com/office/drawing/2014/main" id="{19C9903D-18B3-48A2-A308-357C2B88ABB4}"/>
              </a:ext>
            </a:extLst>
          </p:cNvPr>
          <p:cNvPicPr>
            <a:picLocks noChangeAspect="1"/>
          </p:cNvPicPr>
          <p:nvPr/>
        </p:nvPicPr>
        <p:blipFill>
          <a:blip r:embed="rId4"/>
          <a:stretch>
            <a:fillRect/>
          </a:stretch>
        </p:blipFill>
        <p:spPr>
          <a:xfrm>
            <a:off x="8424255" y="3429000"/>
            <a:ext cx="3767745" cy="2724803"/>
          </a:xfrm>
          <a:prstGeom prst="rect">
            <a:avLst/>
          </a:prstGeom>
        </p:spPr>
      </p:pic>
    </p:spTree>
    <p:extLst>
      <p:ext uri="{BB962C8B-B14F-4D97-AF65-F5344CB8AC3E}">
        <p14:creationId xmlns:p14="http://schemas.microsoft.com/office/powerpoint/2010/main" val="333624785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416D3343-F715-4A8D-99D1-3DD8D4DB6706}"/>
              </a:ext>
            </a:extLst>
          </p:cNvPr>
          <p:cNvPicPr>
            <a:picLocks noChangeAspect="1"/>
          </p:cNvPicPr>
          <p:nvPr/>
        </p:nvPicPr>
        <p:blipFill>
          <a:blip r:embed="rId2"/>
          <a:stretch>
            <a:fillRect/>
          </a:stretch>
        </p:blipFill>
        <p:spPr>
          <a:xfrm>
            <a:off x="5648700" y="1646238"/>
            <a:ext cx="6495198" cy="4706198"/>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Datenbankverbindung zu unserer lokalen SQLite Datenbank herstellen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pic>
        <p:nvPicPr>
          <p:cNvPr id="11" name="Grafik 10">
            <a:extLst>
              <a:ext uri="{FF2B5EF4-FFF2-40B4-BE49-F238E27FC236}">
                <a16:creationId xmlns:a16="http://schemas.microsoft.com/office/drawing/2014/main" id="{3F38183F-0F6D-4694-883D-EE4E2F8FDF70}"/>
              </a:ext>
            </a:extLst>
          </p:cNvPr>
          <p:cNvPicPr>
            <a:picLocks noChangeAspect="1"/>
          </p:cNvPicPr>
          <p:nvPr/>
        </p:nvPicPr>
        <p:blipFill>
          <a:blip r:embed="rId3"/>
          <a:stretch>
            <a:fillRect/>
          </a:stretch>
        </p:blipFill>
        <p:spPr>
          <a:xfrm>
            <a:off x="233021" y="1812557"/>
            <a:ext cx="5343525" cy="1657350"/>
          </a:xfrm>
          <a:prstGeom prst="rect">
            <a:avLst/>
          </a:prstGeom>
        </p:spPr>
      </p:pic>
      <p:sp>
        <p:nvSpPr>
          <p:cNvPr id="13" name="Textfeld 12">
            <a:extLst>
              <a:ext uri="{FF2B5EF4-FFF2-40B4-BE49-F238E27FC236}">
                <a16:creationId xmlns:a16="http://schemas.microsoft.com/office/drawing/2014/main" id="{3E02D869-D345-42AE-87C5-B78A2CF63B04}"/>
              </a:ext>
            </a:extLst>
          </p:cNvPr>
          <p:cNvSpPr txBox="1"/>
          <p:nvPr/>
        </p:nvSpPr>
        <p:spPr>
          <a:xfrm>
            <a:off x="998265" y="3291872"/>
            <a:ext cx="3195141" cy="2585323"/>
          </a:xfrm>
          <a:prstGeom prst="rect">
            <a:avLst/>
          </a:prstGeom>
          <a:noFill/>
        </p:spPr>
        <p:txBody>
          <a:bodyPr wrap="square" rtlCol="0">
            <a:spAutoFit/>
          </a:bodyPr>
          <a:lstStyle/>
          <a:p>
            <a:r>
              <a:rPr lang="de-DE" dirty="0">
                <a:solidFill>
                  <a:srgbClr val="009633"/>
                </a:solidFill>
              </a:rPr>
              <a:t>„</a:t>
            </a:r>
            <a:r>
              <a:rPr lang="de-DE" b="1" dirty="0" err="1">
                <a:solidFill>
                  <a:srgbClr val="E30051"/>
                </a:solidFill>
              </a:rPr>
              <a:t>try</a:t>
            </a:r>
            <a:r>
              <a:rPr lang="de-DE" b="1" dirty="0">
                <a:solidFill>
                  <a:srgbClr val="E30051"/>
                </a:solidFill>
              </a:rPr>
              <a:t>-catch</a:t>
            </a:r>
            <a:r>
              <a:rPr lang="de-DE" dirty="0">
                <a:solidFill>
                  <a:srgbClr val="009633"/>
                </a:solidFill>
              </a:rPr>
              <a:t>“-Konstrukt notwendig, hier wird geschaut ob eine Verbindung zur Datenbank hergestellt werden kann</a:t>
            </a:r>
          </a:p>
          <a:p>
            <a:r>
              <a:rPr lang="de-DE" b="1" dirty="0" err="1">
                <a:solidFill>
                  <a:srgbClr val="E30051"/>
                </a:solidFill>
              </a:rPr>
              <a:t>Exception</a:t>
            </a:r>
            <a:r>
              <a:rPr lang="de-DE" b="1" dirty="0">
                <a:solidFill>
                  <a:srgbClr val="E30051"/>
                </a:solidFill>
              </a:rPr>
              <a:t>-handling</a:t>
            </a:r>
            <a:r>
              <a:rPr lang="de-DE" dirty="0">
                <a:solidFill>
                  <a:srgbClr val="009633"/>
                </a:solidFill>
              </a:rPr>
              <a:t> schauen wir uns in der nächste Einheit genauer an</a:t>
            </a:r>
          </a:p>
          <a:p>
            <a:endParaRPr lang="de-DE" dirty="0"/>
          </a:p>
        </p:txBody>
      </p:sp>
      <p:cxnSp>
        <p:nvCxnSpPr>
          <p:cNvPr id="14" name="Gerade Verbindung mit Pfeil 13">
            <a:extLst>
              <a:ext uri="{FF2B5EF4-FFF2-40B4-BE49-F238E27FC236}">
                <a16:creationId xmlns:a16="http://schemas.microsoft.com/office/drawing/2014/main" id="{05D99757-F978-4197-A4E5-73B8964C6838}"/>
              </a:ext>
            </a:extLst>
          </p:cNvPr>
          <p:cNvCxnSpPr>
            <a:cxnSpLocks/>
            <a:stCxn id="13" idx="3"/>
          </p:cNvCxnSpPr>
          <p:nvPr/>
        </p:nvCxnSpPr>
        <p:spPr>
          <a:xfrm flipV="1">
            <a:off x="4193406" y="3994484"/>
            <a:ext cx="2274771" cy="590050"/>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0941655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Datenbankverbindung zu unserer lokalen SQLite Datenbank herstellen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5"/>
            <a:ext cx="10515600" cy="802072"/>
          </a:xfrm>
        </p:spPr>
        <p:txBody>
          <a:bodyPr>
            <a:normAutofit/>
          </a:bodyPr>
          <a:lstStyle/>
          <a:p>
            <a:r>
              <a:rPr lang="de-DE" sz="2000" dirty="0"/>
              <a:t>wenn die Vorbereitungen korrekt durchgeführt wurden, können wir das Programm ausführen</a:t>
            </a:r>
          </a:p>
          <a:p>
            <a:pPr marL="514350" indent="-514350">
              <a:buFont typeface="+mj-lt"/>
              <a:buAutoNum type="arabicPeriod"/>
            </a:pPr>
            <a:endParaRPr lang="de-DE" b="1" dirty="0"/>
          </a:p>
        </p:txBody>
      </p:sp>
      <p:pic>
        <p:nvPicPr>
          <p:cNvPr id="3" name="Grafik 2">
            <a:extLst>
              <a:ext uri="{FF2B5EF4-FFF2-40B4-BE49-F238E27FC236}">
                <a16:creationId xmlns:a16="http://schemas.microsoft.com/office/drawing/2014/main" id="{81830E8A-8B04-43EA-847B-0C195EBFF024}"/>
              </a:ext>
            </a:extLst>
          </p:cNvPr>
          <p:cNvPicPr>
            <a:picLocks noChangeAspect="1"/>
          </p:cNvPicPr>
          <p:nvPr/>
        </p:nvPicPr>
        <p:blipFill>
          <a:blip r:embed="rId2"/>
          <a:stretch>
            <a:fillRect/>
          </a:stretch>
        </p:blipFill>
        <p:spPr>
          <a:xfrm>
            <a:off x="885523" y="2964227"/>
            <a:ext cx="11487041" cy="1918504"/>
          </a:xfrm>
          <a:prstGeom prst="rect">
            <a:avLst/>
          </a:prstGeom>
        </p:spPr>
      </p:pic>
    </p:spTree>
    <p:extLst>
      <p:ext uri="{BB962C8B-B14F-4D97-AF65-F5344CB8AC3E}">
        <p14:creationId xmlns:p14="http://schemas.microsoft.com/office/powerpoint/2010/main" val="347070614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Datenbankfunktionalität über JAVA</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fontScale="77500" lnSpcReduction="20000"/>
          </a:bodyPr>
          <a:lstStyle/>
          <a:p>
            <a:r>
              <a:rPr lang="de-DE" u="sng" dirty="0"/>
              <a:t>Ziel:</a:t>
            </a:r>
          </a:p>
          <a:p>
            <a:pPr lvl="1"/>
            <a:r>
              <a:rPr lang="de-DE" dirty="0"/>
              <a:t>Erweiterung der Datenbank durch verschiedene Funktionalitäten</a:t>
            </a:r>
          </a:p>
          <a:p>
            <a:r>
              <a:rPr lang="de-DE" u="sng" dirty="0"/>
              <a:t>Funktionalitäten:</a:t>
            </a:r>
          </a:p>
          <a:p>
            <a:pPr lvl="1"/>
            <a:r>
              <a:rPr lang="de-DE" dirty="0"/>
              <a:t>ein Auswahlmenü mit verschiedenen Möglichkeiten</a:t>
            </a:r>
          </a:p>
          <a:p>
            <a:pPr lvl="1"/>
            <a:r>
              <a:rPr lang="de-DE" dirty="0"/>
              <a:t>Funktion – Zeigen aller aktuellen User der Datenbank </a:t>
            </a:r>
            <a:r>
              <a:rPr lang="de-DE" i="1" dirty="0">
                <a:solidFill>
                  <a:srgbClr val="009633"/>
                </a:solidFill>
              </a:rPr>
              <a:t>(Beispiel an Tafel)</a:t>
            </a:r>
          </a:p>
          <a:p>
            <a:pPr lvl="1"/>
            <a:r>
              <a:rPr lang="de-DE" dirty="0"/>
              <a:t>Funktion – Zeigen aller aktuellen Berechtigungen der Datenbank </a:t>
            </a:r>
            <a:r>
              <a:rPr lang="de-DE" dirty="0">
                <a:solidFill>
                  <a:srgbClr val="E30051"/>
                </a:solidFill>
              </a:rPr>
              <a:t>(Selbststudium)</a:t>
            </a:r>
          </a:p>
          <a:p>
            <a:pPr lvl="1"/>
            <a:r>
              <a:rPr lang="de-DE" dirty="0"/>
              <a:t>Funktion – Zeigen aller aktuellen Rollen der Datenbank</a:t>
            </a:r>
            <a:r>
              <a:rPr lang="de-DE" dirty="0">
                <a:solidFill>
                  <a:srgbClr val="E30051"/>
                </a:solidFill>
              </a:rPr>
              <a:t>(Selbststudium)</a:t>
            </a:r>
          </a:p>
          <a:p>
            <a:pPr lvl="1"/>
            <a:r>
              <a:rPr lang="de-DE" dirty="0"/>
              <a:t>Funktion – Zeige alle User – Rollen Zuordnungen der Datenbank </a:t>
            </a:r>
            <a:r>
              <a:rPr lang="de-DE" dirty="0">
                <a:solidFill>
                  <a:srgbClr val="E30051"/>
                </a:solidFill>
              </a:rPr>
              <a:t>(Selbststudium)</a:t>
            </a:r>
          </a:p>
          <a:p>
            <a:pPr lvl="1"/>
            <a:r>
              <a:rPr lang="de-DE" dirty="0"/>
              <a:t>Funktion – Schließen der Datenbankverbindung </a:t>
            </a:r>
            <a:r>
              <a:rPr lang="de-DE" dirty="0">
                <a:solidFill>
                  <a:srgbClr val="E30051"/>
                </a:solidFill>
              </a:rPr>
              <a:t>(Selbststudium – erforschen Sie wie das funktionieren könnte)</a:t>
            </a:r>
          </a:p>
          <a:p>
            <a:r>
              <a:rPr lang="de-DE" u="sng" dirty="0"/>
              <a:t>Hinweise:</a:t>
            </a:r>
          </a:p>
          <a:p>
            <a:pPr lvl="1"/>
            <a:r>
              <a:rPr lang="de-DE" dirty="0"/>
              <a:t>Bei den Auswahlmöglichkeiten 2-4 müssen Sie nur den Quellcode kopieren und auf die neuen Variablen anpassen</a:t>
            </a:r>
          </a:p>
          <a:p>
            <a:pPr lvl="1"/>
            <a:r>
              <a:rPr lang="de-DE" dirty="0"/>
              <a:t>Bei Auswahlmöglichkeit 5 können Sie mithilfe von Suchmaschinen und oder AI Lösungsansätze finden</a:t>
            </a:r>
          </a:p>
        </p:txBody>
      </p:sp>
    </p:spTree>
    <p:extLst>
      <p:ext uri="{BB962C8B-B14F-4D97-AF65-F5344CB8AC3E}">
        <p14:creationId xmlns:p14="http://schemas.microsoft.com/office/powerpoint/2010/main" val="5408389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Datenbankfunktionalität Übungen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a:bodyPr>
          <a:lstStyle/>
          <a:p>
            <a:r>
              <a:rPr lang="de-DE" u="sng" dirty="0"/>
              <a:t>Entwickeln</a:t>
            </a:r>
            <a:r>
              <a:rPr lang="de-DE" dirty="0"/>
              <a:t> Sie Ihr Programm mit folgenden Funktionen weiter:</a:t>
            </a:r>
          </a:p>
          <a:p>
            <a:pPr lvl="1"/>
            <a:r>
              <a:rPr lang="de-DE" dirty="0"/>
              <a:t>Option zum Anlegen eines neuen Nutzers </a:t>
            </a:r>
            <a:r>
              <a:rPr lang="de-DE" dirty="0">
                <a:solidFill>
                  <a:srgbClr val="E30051"/>
                </a:solidFill>
              </a:rPr>
              <a:t>(Nutzen Sie hier einen Scanner)</a:t>
            </a:r>
          </a:p>
          <a:p>
            <a:pPr lvl="1"/>
            <a:r>
              <a:rPr lang="de-DE" dirty="0"/>
              <a:t>Eine Methode zum Löschen eines Benutzers</a:t>
            </a:r>
          </a:p>
          <a:p>
            <a:pPr lvl="1"/>
            <a:r>
              <a:rPr lang="de-DE" dirty="0"/>
              <a:t>Eine Methode zum Erstellen einer Tabelle</a:t>
            </a:r>
          </a:p>
          <a:p>
            <a:pPr lvl="1"/>
            <a:endParaRPr lang="de-DE" dirty="0"/>
          </a:p>
          <a:p>
            <a:pPr lvl="1"/>
            <a:endParaRPr lang="de-DE" dirty="0"/>
          </a:p>
          <a:p>
            <a:pPr lvl="1"/>
            <a:endParaRPr lang="de-DE" dirty="0"/>
          </a:p>
          <a:p>
            <a:pPr lvl="1"/>
            <a:endParaRPr lang="de-DE" dirty="0"/>
          </a:p>
        </p:txBody>
      </p:sp>
    </p:spTree>
    <p:extLst>
      <p:ext uri="{BB962C8B-B14F-4D97-AF65-F5344CB8AC3E}">
        <p14:creationId xmlns:p14="http://schemas.microsoft.com/office/powerpoint/2010/main" val="330616020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Praktikum Datenbanken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fontScale="70000" lnSpcReduction="20000"/>
          </a:bodyPr>
          <a:lstStyle/>
          <a:p>
            <a:r>
              <a:rPr lang="de-DE" u="sng" dirty="0"/>
              <a:t>Ziel:</a:t>
            </a:r>
          </a:p>
          <a:p>
            <a:pPr lvl="1"/>
            <a:r>
              <a:rPr lang="de-DE" dirty="0"/>
              <a:t>Selbsterarbeitung eines komplexen Projekts </a:t>
            </a:r>
            <a:r>
              <a:rPr lang="de-DE" dirty="0">
                <a:sym typeface="Wingdings" panose="05000000000000000000" pitchFamily="2" charset="2"/>
              </a:rPr>
              <a:t> 2er Gruppen</a:t>
            </a:r>
          </a:p>
          <a:p>
            <a:pPr lvl="1"/>
            <a:r>
              <a:rPr lang="de-DE" dirty="0">
                <a:sym typeface="Wingdings" panose="05000000000000000000" pitchFamily="2" charset="2"/>
              </a:rPr>
              <a:t>Durchführung in 3 Schritten</a:t>
            </a:r>
          </a:p>
          <a:p>
            <a:pPr marL="1371600" lvl="2" indent="-457200">
              <a:buFont typeface="+mj-lt"/>
              <a:buAutoNum type="arabicPeriod"/>
            </a:pPr>
            <a:r>
              <a:rPr lang="de-DE" sz="2300" dirty="0">
                <a:sym typeface="Wingdings" panose="05000000000000000000" pitchFamily="2" charset="2"/>
              </a:rPr>
              <a:t>absolvieren des „Von Schüler Für Schüler Praktikums“</a:t>
            </a:r>
          </a:p>
          <a:p>
            <a:pPr marL="1371600" lvl="2" indent="-457200">
              <a:buFont typeface="+mj-lt"/>
              <a:buAutoNum type="arabicPeriod"/>
            </a:pPr>
            <a:r>
              <a:rPr lang="de-DE" sz="2300" dirty="0"/>
              <a:t>Lösen des Übungsblattes „JAVAFX“</a:t>
            </a:r>
          </a:p>
          <a:p>
            <a:pPr marL="1371600" lvl="2" indent="-457200">
              <a:buFont typeface="+mj-lt"/>
              <a:buAutoNum type="arabicPeriod"/>
            </a:pPr>
            <a:r>
              <a:rPr lang="de-DE" sz="2300" dirty="0"/>
              <a:t>Erstellen der JAVA-Anwendung und deren Präsentation</a:t>
            </a:r>
          </a:p>
          <a:p>
            <a:r>
              <a:rPr lang="de-DE" u="sng" dirty="0"/>
              <a:t>Benotung:</a:t>
            </a:r>
          </a:p>
          <a:p>
            <a:pPr lvl="1"/>
            <a:r>
              <a:rPr lang="de-DE" sz="2300" dirty="0"/>
              <a:t>diese Leistung wird mit 2 „sonstiger Leistungsnachweis“ bewertet</a:t>
            </a:r>
          </a:p>
          <a:p>
            <a:pPr lvl="2"/>
            <a:r>
              <a:rPr lang="de-DE" sz="2300" dirty="0"/>
              <a:t>Note 1 auf die Lösung des SFS-Praktikums</a:t>
            </a:r>
          </a:p>
          <a:p>
            <a:pPr lvl="2"/>
            <a:r>
              <a:rPr lang="de-DE" sz="2300" dirty="0"/>
              <a:t>Note 2 auf Projekt und Präsentation</a:t>
            </a:r>
          </a:p>
          <a:p>
            <a:endParaRPr lang="de-DE" dirty="0"/>
          </a:p>
          <a:p>
            <a:endParaRPr lang="de-DE" dirty="0"/>
          </a:p>
          <a:p>
            <a:endParaRPr lang="de-DE" dirty="0"/>
          </a:p>
          <a:p>
            <a:pPr marL="0" indent="0">
              <a:buNone/>
            </a:pPr>
            <a:r>
              <a:rPr lang="de-DE" b="1" u="sng" dirty="0"/>
              <a:t>HINWEIS:</a:t>
            </a:r>
            <a:r>
              <a:rPr lang="de-DE" b="1" dirty="0"/>
              <a:t> </a:t>
            </a:r>
            <a:r>
              <a:rPr lang="de-DE" dirty="0"/>
              <a:t>Sie müssen alle Schritte gemeinsam bearbeiten.</a:t>
            </a:r>
            <a:endParaRPr lang="de-DE" b="1" u="sng" dirty="0"/>
          </a:p>
          <a:p>
            <a:pPr lvl="1"/>
            <a:endParaRPr lang="de-DE" dirty="0"/>
          </a:p>
          <a:p>
            <a:pPr lvl="1"/>
            <a:endParaRPr lang="de-DE" dirty="0"/>
          </a:p>
        </p:txBody>
      </p:sp>
    </p:spTree>
    <p:extLst>
      <p:ext uri="{BB962C8B-B14F-4D97-AF65-F5344CB8AC3E}">
        <p14:creationId xmlns:p14="http://schemas.microsoft.com/office/powerpoint/2010/main" val="425023634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Praktikum Datenbanken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5" name="Pfeil: nach rechts 4">
            <a:extLst>
              <a:ext uri="{FF2B5EF4-FFF2-40B4-BE49-F238E27FC236}">
                <a16:creationId xmlns:a16="http://schemas.microsoft.com/office/drawing/2014/main" id="{E69DE623-7E03-4D53-B197-92B672EC793E}"/>
              </a:ext>
            </a:extLst>
          </p:cNvPr>
          <p:cNvSpPr/>
          <p:nvPr/>
        </p:nvSpPr>
        <p:spPr>
          <a:xfrm>
            <a:off x="160867" y="3271101"/>
            <a:ext cx="3921550" cy="1046376"/>
          </a:xfrm>
          <a:prstGeom prst="rightArrow">
            <a:avLst/>
          </a:prstGeom>
          <a:ln w="3810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100" dirty="0">
                <a:latin typeface="Arial" panose="020B0604020202020204" pitchFamily="34" charset="0"/>
                <a:cs typeface="Arial" panose="020B0604020202020204" pitchFamily="34" charset="0"/>
              </a:rPr>
              <a:t>absolvieren des „Von Schüler - Für Schüler Praktikums“</a:t>
            </a:r>
          </a:p>
          <a:p>
            <a:pPr algn="ctr"/>
            <a:endParaRPr lang="de-DE" dirty="0"/>
          </a:p>
        </p:txBody>
      </p:sp>
      <p:sp>
        <p:nvSpPr>
          <p:cNvPr id="9" name="Pfeil: nach rechts 8">
            <a:extLst>
              <a:ext uri="{FF2B5EF4-FFF2-40B4-BE49-F238E27FC236}">
                <a16:creationId xmlns:a16="http://schemas.microsoft.com/office/drawing/2014/main" id="{2FAEB4A1-BBB8-47AE-8F79-CAD810DCA5CB}"/>
              </a:ext>
            </a:extLst>
          </p:cNvPr>
          <p:cNvSpPr/>
          <p:nvPr/>
        </p:nvSpPr>
        <p:spPr>
          <a:xfrm>
            <a:off x="4135225" y="3271101"/>
            <a:ext cx="3921550" cy="1046376"/>
          </a:xfrm>
          <a:prstGeom prst="rightArrow">
            <a:avLst/>
          </a:prstGeom>
          <a:solidFill>
            <a:srgbClr val="E30051"/>
          </a:solidFill>
          <a:ln w="3810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100" dirty="0">
                <a:latin typeface="Arial" panose="020B0604020202020204" pitchFamily="34" charset="0"/>
                <a:cs typeface="Arial" panose="020B0604020202020204" pitchFamily="34" charset="0"/>
              </a:rPr>
              <a:t>Lösen des Übungsblattes „JAVAFX“</a:t>
            </a:r>
          </a:p>
          <a:p>
            <a:pPr algn="ctr"/>
            <a:endParaRPr lang="de-DE" dirty="0"/>
          </a:p>
        </p:txBody>
      </p:sp>
      <p:sp>
        <p:nvSpPr>
          <p:cNvPr id="10" name="Pfeil: nach rechts 9">
            <a:extLst>
              <a:ext uri="{FF2B5EF4-FFF2-40B4-BE49-F238E27FC236}">
                <a16:creationId xmlns:a16="http://schemas.microsoft.com/office/drawing/2014/main" id="{20514DFA-2767-4029-9012-005EAABFE7B6}"/>
              </a:ext>
            </a:extLst>
          </p:cNvPr>
          <p:cNvSpPr/>
          <p:nvPr/>
        </p:nvSpPr>
        <p:spPr>
          <a:xfrm>
            <a:off x="8109583" y="3271101"/>
            <a:ext cx="3921550" cy="1046376"/>
          </a:xfrm>
          <a:prstGeom prst="rightArrow">
            <a:avLst/>
          </a:prstGeom>
          <a:solidFill>
            <a:srgbClr val="F68800"/>
          </a:solidFill>
          <a:ln w="3810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100" dirty="0">
                <a:latin typeface="Arial" panose="020B0604020202020204" pitchFamily="34" charset="0"/>
                <a:cs typeface="Arial" panose="020B0604020202020204" pitchFamily="34" charset="0"/>
              </a:rPr>
              <a:t>Erstellen der JAVA-Anwendung</a:t>
            </a:r>
          </a:p>
          <a:p>
            <a:pPr algn="ctr"/>
            <a:endParaRPr lang="de-DE" dirty="0"/>
          </a:p>
        </p:txBody>
      </p:sp>
      <p:sp>
        <p:nvSpPr>
          <p:cNvPr id="6" name="Pfeil: nach unten gekrümmt 5">
            <a:extLst>
              <a:ext uri="{FF2B5EF4-FFF2-40B4-BE49-F238E27FC236}">
                <a16:creationId xmlns:a16="http://schemas.microsoft.com/office/drawing/2014/main" id="{999C280C-B5B1-4B68-B5F5-D519454456BE}"/>
              </a:ext>
            </a:extLst>
          </p:cNvPr>
          <p:cNvSpPr/>
          <p:nvPr/>
        </p:nvSpPr>
        <p:spPr>
          <a:xfrm>
            <a:off x="1405204" y="2656002"/>
            <a:ext cx="4816487" cy="772998"/>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sp>
        <p:nvSpPr>
          <p:cNvPr id="11" name="Pfeil: nach unten gekrümmt 10">
            <a:extLst>
              <a:ext uri="{FF2B5EF4-FFF2-40B4-BE49-F238E27FC236}">
                <a16:creationId xmlns:a16="http://schemas.microsoft.com/office/drawing/2014/main" id="{1654F8A5-6262-40A0-8BBC-8870FDDE14C9}"/>
              </a:ext>
            </a:extLst>
          </p:cNvPr>
          <p:cNvSpPr/>
          <p:nvPr/>
        </p:nvSpPr>
        <p:spPr>
          <a:xfrm rot="10800000">
            <a:off x="1405203" y="4102230"/>
            <a:ext cx="4816487" cy="772998"/>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sp>
        <p:nvSpPr>
          <p:cNvPr id="7" name="Textfeld 6">
            <a:extLst>
              <a:ext uri="{FF2B5EF4-FFF2-40B4-BE49-F238E27FC236}">
                <a16:creationId xmlns:a16="http://schemas.microsoft.com/office/drawing/2014/main" id="{223596FE-8559-4B0F-A400-032ACBE2E609}"/>
              </a:ext>
            </a:extLst>
          </p:cNvPr>
          <p:cNvSpPr txBox="1"/>
          <p:nvPr/>
        </p:nvSpPr>
        <p:spPr>
          <a:xfrm>
            <a:off x="2586154" y="2261337"/>
            <a:ext cx="2454583" cy="369332"/>
          </a:xfrm>
          <a:prstGeom prst="rect">
            <a:avLst/>
          </a:prstGeom>
          <a:noFill/>
        </p:spPr>
        <p:txBody>
          <a:bodyPr wrap="none" rtlCol="0">
            <a:spAutoFit/>
          </a:bodyPr>
          <a:lstStyle/>
          <a:p>
            <a:r>
              <a:rPr lang="de-DE" dirty="0">
                <a:latin typeface="Arial" panose="020B0604020202020204" pitchFamily="34" charset="0"/>
                <a:cs typeface="Arial" panose="020B0604020202020204" pitchFamily="34" charset="0"/>
              </a:rPr>
              <a:t>Vertauschung möglich</a:t>
            </a:r>
          </a:p>
        </p:txBody>
      </p:sp>
      <p:sp>
        <p:nvSpPr>
          <p:cNvPr id="13" name="Textfeld 12">
            <a:extLst>
              <a:ext uri="{FF2B5EF4-FFF2-40B4-BE49-F238E27FC236}">
                <a16:creationId xmlns:a16="http://schemas.microsoft.com/office/drawing/2014/main" id="{46FEE98D-39BF-440B-B6DE-C1C2EF89A6D9}"/>
              </a:ext>
            </a:extLst>
          </p:cNvPr>
          <p:cNvSpPr txBox="1"/>
          <p:nvPr/>
        </p:nvSpPr>
        <p:spPr>
          <a:xfrm>
            <a:off x="2586154" y="4894270"/>
            <a:ext cx="2847896" cy="646331"/>
          </a:xfrm>
          <a:prstGeom prst="rect">
            <a:avLst/>
          </a:prstGeom>
          <a:noFill/>
        </p:spPr>
        <p:txBody>
          <a:bodyPr wrap="none" rtlCol="0">
            <a:spAutoFit/>
          </a:bodyPr>
          <a:lstStyle/>
          <a:p>
            <a:pPr algn="ctr"/>
            <a:r>
              <a:rPr lang="de-DE" dirty="0">
                <a:latin typeface="Arial" panose="020B0604020202020204" pitchFamily="34" charset="0"/>
                <a:cs typeface="Arial" panose="020B0604020202020204" pitchFamily="34" charset="0"/>
              </a:rPr>
              <a:t>Sie müssen jedes Thema </a:t>
            </a:r>
          </a:p>
          <a:p>
            <a:pPr algn="ctr"/>
            <a:r>
              <a:rPr lang="de-DE" dirty="0">
                <a:latin typeface="Arial" panose="020B0604020202020204" pitchFamily="34" charset="0"/>
                <a:cs typeface="Arial" panose="020B0604020202020204" pitchFamily="34" charset="0"/>
              </a:rPr>
              <a:t>zu zweit bearbeiten!</a:t>
            </a:r>
          </a:p>
        </p:txBody>
      </p:sp>
      <p:sp>
        <p:nvSpPr>
          <p:cNvPr id="14" name="Pfeil: nach unten gekrümmt 13">
            <a:extLst>
              <a:ext uri="{FF2B5EF4-FFF2-40B4-BE49-F238E27FC236}">
                <a16:creationId xmlns:a16="http://schemas.microsoft.com/office/drawing/2014/main" id="{D58B1726-79CC-410B-8775-3BB183249C02}"/>
              </a:ext>
            </a:extLst>
          </p:cNvPr>
          <p:cNvSpPr/>
          <p:nvPr/>
        </p:nvSpPr>
        <p:spPr>
          <a:xfrm>
            <a:off x="6221690" y="2656002"/>
            <a:ext cx="4816487" cy="772998"/>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sp>
        <p:nvSpPr>
          <p:cNvPr id="15" name="Textfeld 14">
            <a:extLst>
              <a:ext uri="{FF2B5EF4-FFF2-40B4-BE49-F238E27FC236}">
                <a16:creationId xmlns:a16="http://schemas.microsoft.com/office/drawing/2014/main" id="{D84B4048-8AD6-463F-8E84-FCAD5F2274B3}"/>
              </a:ext>
            </a:extLst>
          </p:cNvPr>
          <p:cNvSpPr txBox="1"/>
          <p:nvPr/>
        </p:nvSpPr>
        <p:spPr>
          <a:xfrm>
            <a:off x="6221690" y="1720006"/>
            <a:ext cx="5006563" cy="923330"/>
          </a:xfrm>
          <a:prstGeom prst="rect">
            <a:avLst/>
          </a:prstGeom>
          <a:noFill/>
        </p:spPr>
        <p:txBody>
          <a:bodyPr wrap="none" rtlCol="0">
            <a:spAutoFit/>
          </a:bodyPr>
          <a:lstStyle/>
          <a:p>
            <a:pPr algn="ctr"/>
            <a:r>
              <a:rPr lang="de-DE" u="sng" dirty="0">
                <a:latin typeface="Arial" panose="020B0604020202020204" pitchFamily="34" charset="0"/>
                <a:cs typeface="Arial" panose="020B0604020202020204" pitchFamily="34" charset="0"/>
              </a:rPr>
              <a:t>Nutzen des Erarbeiteten:</a:t>
            </a:r>
          </a:p>
          <a:p>
            <a:pPr algn="ctr"/>
            <a:r>
              <a:rPr lang="de-DE" dirty="0">
                <a:latin typeface="Arial" panose="020B0604020202020204" pitchFamily="34" charset="0"/>
                <a:cs typeface="Arial" panose="020B0604020202020204" pitchFamily="34" charset="0"/>
              </a:rPr>
              <a:t>Ihr Java-Project muss durch Sie beide</a:t>
            </a:r>
          </a:p>
          <a:p>
            <a:pPr algn="ctr"/>
            <a:r>
              <a:rPr lang="de-DE" dirty="0">
                <a:latin typeface="Arial" panose="020B0604020202020204" pitchFamily="34" charset="0"/>
                <a:cs typeface="Arial" panose="020B0604020202020204" pitchFamily="34" charset="0"/>
              </a:rPr>
              <a:t> im Verteilten System </a:t>
            </a:r>
            <a:r>
              <a:rPr lang="de-DE" dirty="0" err="1">
                <a:latin typeface="Arial" panose="020B0604020202020204" pitchFamily="34" charset="0"/>
                <a:cs typeface="Arial" panose="020B0604020202020204" pitchFamily="34" charset="0"/>
              </a:rPr>
              <a:t>Github</a:t>
            </a:r>
            <a:r>
              <a:rPr lang="de-DE" dirty="0">
                <a:latin typeface="Arial" panose="020B0604020202020204" pitchFamily="34" charset="0"/>
                <a:cs typeface="Arial" panose="020B0604020202020204" pitchFamily="34" charset="0"/>
              </a:rPr>
              <a:t> bearbeitet werden</a:t>
            </a:r>
          </a:p>
        </p:txBody>
      </p:sp>
      <p:sp>
        <p:nvSpPr>
          <p:cNvPr id="16" name="Pfeil: nach unten gekrümmt 15">
            <a:extLst>
              <a:ext uri="{FF2B5EF4-FFF2-40B4-BE49-F238E27FC236}">
                <a16:creationId xmlns:a16="http://schemas.microsoft.com/office/drawing/2014/main" id="{E3D8E7D6-88A8-4D5C-B83A-1A45E3ACB3A3}"/>
              </a:ext>
            </a:extLst>
          </p:cNvPr>
          <p:cNvSpPr/>
          <p:nvPr/>
        </p:nvSpPr>
        <p:spPr>
          <a:xfrm rot="10800000">
            <a:off x="6149419" y="4083090"/>
            <a:ext cx="4816487" cy="772998"/>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sp>
        <p:nvSpPr>
          <p:cNvPr id="17" name="Textfeld 16">
            <a:extLst>
              <a:ext uri="{FF2B5EF4-FFF2-40B4-BE49-F238E27FC236}">
                <a16:creationId xmlns:a16="http://schemas.microsoft.com/office/drawing/2014/main" id="{5CA8400B-6F00-4A4E-8C6C-87152B393B1A}"/>
              </a:ext>
            </a:extLst>
          </p:cNvPr>
          <p:cNvSpPr txBox="1"/>
          <p:nvPr/>
        </p:nvSpPr>
        <p:spPr>
          <a:xfrm>
            <a:off x="7560003" y="4932576"/>
            <a:ext cx="2672591" cy="369332"/>
          </a:xfrm>
          <a:prstGeom prst="rect">
            <a:avLst/>
          </a:prstGeom>
          <a:noFill/>
        </p:spPr>
        <p:txBody>
          <a:bodyPr wrap="none" rtlCol="0">
            <a:spAutoFit/>
          </a:bodyPr>
          <a:lstStyle/>
          <a:p>
            <a:pPr algn="ctr"/>
            <a:r>
              <a:rPr lang="de-DE" dirty="0">
                <a:latin typeface="Arial" panose="020B0604020202020204" pitchFamily="34" charset="0"/>
                <a:cs typeface="Arial" panose="020B0604020202020204" pitchFamily="34" charset="0"/>
              </a:rPr>
              <a:t>Vorwissen wird benötigt</a:t>
            </a:r>
            <a:r>
              <a:rPr lang="de-DE" u="sng" dirty="0">
                <a:latin typeface="Arial" panose="020B0604020202020204" pitchFamily="34" charset="0"/>
                <a:cs typeface="Arial" panose="020B0604020202020204" pitchFamily="34" charset="0"/>
              </a:rPr>
              <a:t>!</a:t>
            </a:r>
            <a:endParaRPr lang="de-D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739262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1. Absolvieren des Schüler Für Schüler - Praktikums</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fontScale="92500" lnSpcReduction="10000"/>
          </a:bodyPr>
          <a:lstStyle/>
          <a:p>
            <a:r>
              <a:rPr lang="de-DE" u="sng" dirty="0"/>
              <a:t>Ziel:</a:t>
            </a:r>
          </a:p>
          <a:p>
            <a:pPr lvl="1"/>
            <a:r>
              <a:rPr lang="de-DE" dirty="0"/>
              <a:t>Aneignung des GitHub Wissens, Sie benötigen dies für Ihr Projekt</a:t>
            </a:r>
          </a:p>
          <a:p>
            <a:pPr lvl="1"/>
            <a:r>
              <a:rPr lang="de-DE" dirty="0"/>
              <a:t>Sie können Projekte auf GitHub hochladen, sowie diese in Ihrer IDE bearbeiten</a:t>
            </a:r>
          </a:p>
          <a:p>
            <a:r>
              <a:rPr lang="de-DE" u="sng" dirty="0"/>
              <a:t>Aufgaben:</a:t>
            </a:r>
          </a:p>
          <a:p>
            <a:pPr lvl="1"/>
            <a:r>
              <a:rPr lang="de-DE" u="sng" dirty="0"/>
              <a:t>Absolvieren</a:t>
            </a:r>
            <a:r>
              <a:rPr lang="de-DE" dirty="0"/>
              <a:t> Sie die Schritte aus der Datei </a:t>
            </a:r>
            <a:r>
              <a:rPr lang="de-DE" dirty="0">
                <a:hlinkClick r:id="rId2" action="ppaction://hlinkfile"/>
              </a:rPr>
              <a:t>„Praktikum.pdf“</a:t>
            </a:r>
            <a:endParaRPr lang="de-DE" dirty="0"/>
          </a:p>
          <a:p>
            <a:pPr lvl="1"/>
            <a:r>
              <a:rPr lang="de-DE" u="sng" dirty="0">
                <a:hlinkClick r:id="rId3" action="ppaction://hlinkfile"/>
              </a:rPr>
              <a:t>„Github_Anleitung.mp4“</a:t>
            </a:r>
            <a:r>
              <a:rPr lang="de-DE" dirty="0">
                <a:hlinkClick r:id="rId3" action="ppaction://hlinkfile"/>
              </a:rPr>
              <a:t> </a:t>
            </a:r>
            <a:r>
              <a:rPr lang="de-DE" dirty="0"/>
              <a:t>können Sie zur Hilfe nutzen</a:t>
            </a:r>
          </a:p>
          <a:p>
            <a:pPr lvl="1"/>
            <a:r>
              <a:rPr lang="de-DE" dirty="0"/>
              <a:t>Lösen Sie die Aufgabenstellung, zu finden in der Datei </a:t>
            </a:r>
            <a:r>
              <a:rPr lang="de-DE" dirty="0">
                <a:hlinkClick r:id="rId4" action="ppaction://hlinkfile"/>
              </a:rPr>
              <a:t>„Aufgabenstellung.pdf“</a:t>
            </a:r>
            <a:endParaRPr lang="de-DE" dirty="0"/>
          </a:p>
          <a:p>
            <a:r>
              <a:rPr lang="de-DE" u="sng" dirty="0"/>
              <a:t>Hilfe:</a:t>
            </a:r>
          </a:p>
          <a:p>
            <a:pPr lvl="1"/>
            <a:r>
              <a:rPr lang="de-DE" dirty="0"/>
              <a:t>das Praktikum wurde erstellt von den Schülern Julian Holfeld(BGY24) und Jonas Löschner(BGY23), Sie dürfen/sollen diese Schüler dazu befragen</a:t>
            </a:r>
          </a:p>
          <a:p>
            <a:pPr lvl="1"/>
            <a:endParaRPr lang="de-DE" u="sng" dirty="0"/>
          </a:p>
          <a:p>
            <a:pPr lvl="1"/>
            <a:endParaRPr lang="de-DE" dirty="0"/>
          </a:p>
        </p:txBody>
      </p:sp>
    </p:spTree>
    <p:extLst>
      <p:ext uri="{BB962C8B-B14F-4D97-AF65-F5344CB8AC3E}">
        <p14:creationId xmlns:p14="http://schemas.microsoft.com/office/powerpoint/2010/main" val="419574165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2. </a:t>
            </a:r>
            <a:r>
              <a:rPr lang="de-DE" sz="3200" dirty="0" err="1"/>
              <a:t>Selbstudium</a:t>
            </a:r>
            <a:r>
              <a:rPr lang="de-DE" sz="3200" dirty="0"/>
              <a:t> mithilfe des JavaFX Übungsblatts</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a:bodyPr>
          <a:lstStyle/>
          <a:p>
            <a:r>
              <a:rPr lang="de-DE" u="sng" dirty="0"/>
              <a:t>Ziel:</a:t>
            </a:r>
          </a:p>
          <a:p>
            <a:pPr lvl="1"/>
            <a:r>
              <a:rPr lang="de-DE" dirty="0"/>
              <a:t>Sie können JAVAFX in Ihren Projekten nutzen</a:t>
            </a:r>
          </a:p>
          <a:p>
            <a:pPr lvl="1"/>
            <a:r>
              <a:rPr lang="de-DE" dirty="0"/>
              <a:t>Sie können grafische Oberflächen in JAVA erstellen</a:t>
            </a:r>
          </a:p>
          <a:p>
            <a:r>
              <a:rPr lang="de-DE" u="sng" dirty="0"/>
              <a:t>Aufgaben:</a:t>
            </a:r>
          </a:p>
          <a:p>
            <a:pPr lvl="1"/>
            <a:r>
              <a:rPr lang="de-DE" dirty="0"/>
              <a:t>Lesen Sie das </a:t>
            </a:r>
            <a:r>
              <a:rPr lang="de-DE" dirty="0">
                <a:hlinkClick r:id="rId2" action="ppaction://hlinkfile"/>
              </a:rPr>
              <a:t>Übungsblatt_JFX.pdf</a:t>
            </a:r>
            <a:endParaRPr lang="de-DE" dirty="0"/>
          </a:p>
          <a:p>
            <a:pPr lvl="1"/>
            <a:r>
              <a:rPr lang="de-DE" dirty="0"/>
              <a:t>Erstellen Sie mithilfe des soeben angeeigneten Wissens ein kleines Verständnisprojekt in JAVA, in welchem Sie sich eine Benutzeroberfläche bauen und diese per CSS anpassen</a:t>
            </a:r>
            <a:endParaRPr lang="de-DE" u="sng" dirty="0"/>
          </a:p>
          <a:p>
            <a:pPr lvl="1"/>
            <a:endParaRPr lang="de-DE" dirty="0"/>
          </a:p>
        </p:txBody>
      </p:sp>
    </p:spTree>
    <p:extLst>
      <p:ext uri="{BB962C8B-B14F-4D97-AF65-F5344CB8AC3E}">
        <p14:creationId xmlns:p14="http://schemas.microsoft.com/office/powerpoint/2010/main" val="14043563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3. Erstellen der JAVA-Anwendung</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fontScale="70000" lnSpcReduction="20000"/>
          </a:bodyPr>
          <a:lstStyle/>
          <a:p>
            <a:r>
              <a:rPr lang="de-DE" u="sng" dirty="0"/>
              <a:t>Hauptteil des Projekts</a:t>
            </a:r>
          </a:p>
          <a:p>
            <a:r>
              <a:rPr lang="de-DE" u="sng" dirty="0"/>
              <a:t>Ziel:</a:t>
            </a:r>
          </a:p>
          <a:p>
            <a:pPr lvl="1"/>
            <a:r>
              <a:rPr lang="de-DE" dirty="0"/>
              <a:t>Sie haben eine startfähige JAVA-Anwendung, welche über eine Grafische Benutzeroberfläche (GUI) zugänglich ist</a:t>
            </a:r>
          </a:p>
          <a:p>
            <a:r>
              <a:rPr lang="de-DE" u="sng" dirty="0"/>
              <a:t>Aufgabe:</a:t>
            </a:r>
          </a:p>
          <a:p>
            <a:pPr lvl="1"/>
            <a:r>
              <a:rPr lang="de-DE" dirty="0"/>
              <a:t>Überlegen Sie sich eine Datenbank Ihrer Wahl</a:t>
            </a:r>
          </a:p>
          <a:p>
            <a:pPr lvl="1"/>
            <a:r>
              <a:rPr lang="de-DE" dirty="0"/>
              <a:t>setzen Sie diese Datenbank in SQLite mit Ihren Beziehungen, Tabellen und Objekten um (Mindestens 5 Tabellen)</a:t>
            </a:r>
          </a:p>
          <a:p>
            <a:pPr lvl="1"/>
            <a:r>
              <a:rPr lang="de-DE" dirty="0"/>
              <a:t>die Benutzeroberfläche muss folgende Funktionalitäten erfüllen:</a:t>
            </a:r>
          </a:p>
          <a:p>
            <a:pPr lvl="2"/>
            <a:r>
              <a:rPr lang="de-DE" dirty="0"/>
              <a:t>Login per Nutzername und Passwort</a:t>
            </a:r>
          </a:p>
          <a:p>
            <a:pPr lvl="2"/>
            <a:r>
              <a:rPr lang="de-DE" dirty="0"/>
              <a:t>Daten aus den verschiedenen Tabellen anzeigen</a:t>
            </a:r>
          </a:p>
          <a:p>
            <a:pPr lvl="2"/>
            <a:r>
              <a:rPr lang="de-DE" dirty="0"/>
              <a:t>Ein Export der Daten in eine PDF-Datei</a:t>
            </a:r>
          </a:p>
          <a:p>
            <a:pPr lvl="1"/>
            <a:r>
              <a:rPr lang="de-DE" dirty="0"/>
              <a:t>die Datei soll nicht in Ihrer IDE gestartet werden, sondern eine separate Ausführbare .</a:t>
            </a:r>
            <a:r>
              <a:rPr lang="de-DE" dirty="0" err="1"/>
              <a:t>jar</a:t>
            </a:r>
            <a:r>
              <a:rPr lang="de-DE" dirty="0"/>
              <a:t> Datei sein</a:t>
            </a:r>
          </a:p>
          <a:p>
            <a:pPr lvl="1"/>
            <a:r>
              <a:rPr lang="de-DE" dirty="0"/>
              <a:t>Ihr Projekt muss in der GitHub-Umgebung bearbeitet werden</a:t>
            </a:r>
          </a:p>
          <a:p>
            <a:r>
              <a:rPr lang="de-DE" dirty="0"/>
              <a:t>abschließend präsentieren Sie Ihre Datenbank Ihren Mitschülern und gehen dabei auf Ihre Kreativen Besonderheiten ein</a:t>
            </a:r>
          </a:p>
          <a:p>
            <a:pPr lvl="2"/>
            <a:endParaRPr lang="de-DE" dirty="0"/>
          </a:p>
          <a:p>
            <a:pPr marL="457200" lvl="1" indent="0">
              <a:buNone/>
            </a:pPr>
            <a:endParaRPr lang="de-DE" dirty="0"/>
          </a:p>
          <a:p>
            <a:pPr lvl="1"/>
            <a:endParaRPr lang="de-DE" dirty="0"/>
          </a:p>
          <a:p>
            <a:pPr lvl="1"/>
            <a:endParaRPr lang="de-DE" dirty="0"/>
          </a:p>
          <a:p>
            <a:pPr lvl="1"/>
            <a:endParaRPr lang="de-DE" dirty="0"/>
          </a:p>
          <a:p>
            <a:pPr lvl="1"/>
            <a:endParaRPr lang="de-DE" dirty="0"/>
          </a:p>
        </p:txBody>
      </p:sp>
    </p:spTree>
    <p:extLst>
      <p:ext uri="{BB962C8B-B14F-4D97-AF65-F5344CB8AC3E}">
        <p14:creationId xmlns:p14="http://schemas.microsoft.com/office/powerpoint/2010/main" val="343661050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Hilfestellungen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a:bodyPr>
          <a:lstStyle/>
          <a:p>
            <a:r>
              <a:rPr lang="de-DE" dirty="0"/>
              <a:t>Sie dürfen Quellen nutzen, müssen aber stets eine Quellenangabe machen</a:t>
            </a:r>
          </a:p>
          <a:p>
            <a:r>
              <a:rPr lang="de-DE" dirty="0"/>
              <a:t>eine Quellenangabe muss auch beim Nutzen von KI erfolgen</a:t>
            </a:r>
          </a:p>
          <a:p>
            <a:r>
              <a:rPr lang="de-DE" dirty="0"/>
              <a:t>Teilen Sie Ihre Arbeit sinnvoll auf</a:t>
            </a:r>
          </a:p>
          <a:p>
            <a:endParaRPr lang="de-DE" dirty="0"/>
          </a:p>
          <a:p>
            <a:pPr marL="457200" lvl="1" indent="0">
              <a:buNone/>
            </a:pPr>
            <a:endParaRPr lang="de-DE" dirty="0"/>
          </a:p>
          <a:p>
            <a:pPr lvl="1"/>
            <a:endParaRPr lang="de-DE" dirty="0"/>
          </a:p>
          <a:p>
            <a:pPr lvl="1"/>
            <a:endParaRPr lang="de-DE" dirty="0"/>
          </a:p>
          <a:p>
            <a:pPr lvl="1"/>
            <a:endParaRPr lang="de-DE" dirty="0"/>
          </a:p>
          <a:p>
            <a:pPr lvl="1"/>
            <a:endParaRPr lang="de-DE" dirty="0"/>
          </a:p>
        </p:txBody>
      </p:sp>
    </p:spTree>
    <p:extLst>
      <p:ext uri="{BB962C8B-B14F-4D97-AF65-F5344CB8AC3E}">
        <p14:creationId xmlns:p14="http://schemas.microsoft.com/office/powerpoint/2010/main" val="78963396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Abgaben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a:bodyPr>
          <a:lstStyle/>
          <a:p>
            <a:r>
              <a:rPr lang="de-DE" dirty="0"/>
              <a:t>Aufgabe aus dem SFS-Praktikums</a:t>
            </a:r>
          </a:p>
          <a:p>
            <a:r>
              <a:rPr lang="de-DE" dirty="0"/>
              <a:t>Abgabe der JAVA-Anwendung (Quellcode und JAR)</a:t>
            </a:r>
          </a:p>
          <a:p>
            <a:r>
              <a:rPr lang="de-DE"/>
              <a:t>Vortrag halten</a:t>
            </a:r>
            <a:endParaRPr lang="de-DE" dirty="0"/>
          </a:p>
          <a:p>
            <a:endParaRPr lang="de-DE" dirty="0"/>
          </a:p>
          <a:p>
            <a:pPr marL="457200" lvl="1" indent="0">
              <a:buNone/>
            </a:pPr>
            <a:endParaRPr lang="de-DE" dirty="0"/>
          </a:p>
          <a:p>
            <a:pPr lvl="1"/>
            <a:endParaRPr lang="de-DE" dirty="0"/>
          </a:p>
          <a:p>
            <a:pPr lvl="1"/>
            <a:endParaRPr lang="de-DE" dirty="0"/>
          </a:p>
          <a:p>
            <a:pPr lvl="1"/>
            <a:endParaRPr lang="de-DE" dirty="0"/>
          </a:p>
          <a:p>
            <a:pPr lvl="1"/>
            <a:endParaRPr lang="de-DE" dirty="0"/>
          </a:p>
        </p:txBody>
      </p:sp>
    </p:spTree>
    <p:extLst>
      <p:ext uri="{BB962C8B-B14F-4D97-AF65-F5344CB8AC3E}">
        <p14:creationId xmlns:p14="http://schemas.microsoft.com/office/powerpoint/2010/main" val="133314783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normAutofit/>
          </a:bodyPr>
          <a:lstStyle/>
          <a:p>
            <a:pPr algn="r"/>
            <a:r>
              <a:rPr lang="de-DE" dirty="0">
                <a:solidFill>
                  <a:srgbClr val="009633"/>
                </a:solidFill>
              </a:rPr>
              <a:t>BGY Klasse 12 – Informatiksysteme</a:t>
            </a:r>
          </a:p>
          <a:p>
            <a:r>
              <a:rPr lang="de-DE" dirty="0"/>
              <a:t>Lernbereich 1: Architektur und Betrieb von </a:t>
            </a:r>
            <a:r>
              <a:rPr lang="de-DE" dirty="0" err="1"/>
              <a:t>IuK</a:t>
            </a:r>
            <a:r>
              <a:rPr lang="de-DE" dirty="0"/>
              <a:t>-Systemen</a:t>
            </a:r>
          </a:p>
          <a:p>
            <a:pPr algn="r"/>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331202901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feld 10">
            <a:extLst>
              <a:ext uri="{FF2B5EF4-FFF2-40B4-BE49-F238E27FC236}">
                <a16:creationId xmlns:a16="http://schemas.microsoft.com/office/drawing/2014/main" id="{BDDA411B-262E-44F8-8F42-9FB12DBC2EA1}"/>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7" name="Ellipse 6">
            <a:extLst>
              <a:ext uri="{FF2B5EF4-FFF2-40B4-BE49-F238E27FC236}">
                <a16:creationId xmlns:a16="http://schemas.microsoft.com/office/drawing/2014/main" id="{CB926096-EB85-44CE-B5B9-5DE3B28F883C}"/>
              </a:ext>
            </a:extLst>
          </p:cNvPr>
          <p:cNvSpPr/>
          <p:nvPr/>
        </p:nvSpPr>
        <p:spPr>
          <a:xfrm>
            <a:off x="4242061" y="1923067"/>
            <a:ext cx="3384223" cy="3384223"/>
          </a:xfrm>
          <a:prstGeom prst="ellipse">
            <a:avLst/>
          </a:prstGeom>
          <a:solidFill>
            <a:srgbClr val="F68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latin typeface="Arial" panose="020B0604020202020204" pitchFamily="34" charset="0"/>
                <a:cs typeface="Arial" panose="020B0604020202020204" pitchFamily="34" charset="0"/>
              </a:rPr>
              <a:t>Architektur und Betrieb von </a:t>
            </a:r>
            <a:r>
              <a:rPr lang="de-DE" sz="2400" dirty="0" err="1">
                <a:latin typeface="Arial" panose="020B0604020202020204" pitchFamily="34" charset="0"/>
                <a:cs typeface="Arial" panose="020B0604020202020204" pitchFamily="34" charset="0"/>
              </a:rPr>
              <a:t>IuK</a:t>
            </a:r>
            <a:r>
              <a:rPr lang="de-DE" sz="2400" dirty="0">
                <a:latin typeface="Arial" panose="020B0604020202020204" pitchFamily="34" charset="0"/>
                <a:cs typeface="Arial" panose="020B0604020202020204" pitchFamily="34" charset="0"/>
              </a:rPr>
              <a:t>-Systemen</a:t>
            </a:r>
          </a:p>
          <a:p>
            <a:pPr algn="ctr"/>
            <a:endParaRPr lang="de-DE" dirty="0"/>
          </a:p>
        </p:txBody>
      </p:sp>
      <p:cxnSp>
        <p:nvCxnSpPr>
          <p:cNvPr id="13" name="Gerade Verbindung mit Pfeil 12">
            <a:extLst>
              <a:ext uri="{FF2B5EF4-FFF2-40B4-BE49-F238E27FC236}">
                <a16:creationId xmlns:a16="http://schemas.microsoft.com/office/drawing/2014/main" id="{606E6768-0773-41B4-989D-4222528D01E0}"/>
              </a:ext>
            </a:extLst>
          </p:cNvPr>
          <p:cNvCxnSpPr>
            <a:cxnSpLocks/>
            <a:stCxn id="7" idx="1"/>
          </p:cNvCxnSpPr>
          <p:nvPr/>
        </p:nvCxnSpPr>
        <p:spPr>
          <a:xfrm flipH="1" flipV="1">
            <a:off x="3128790" y="1421176"/>
            <a:ext cx="1608879" cy="997499"/>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6" name="Textfeld 15">
            <a:extLst>
              <a:ext uri="{FF2B5EF4-FFF2-40B4-BE49-F238E27FC236}">
                <a16:creationId xmlns:a16="http://schemas.microsoft.com/office/drawing/2014/main" id="{3FE3916C-E8FF-4B28-BC5D-08368FC1F6A7}"/>
              </a:ext>
            </a:extLst>
          </p:cNvPr>
          <p:cNvSpPr txBox="1"/>
          <p:nvPr/>
        </p:nvSpPr>
        <p:spPr>
          <a:xfrm>
            <a:off x="873561" y="463397"/>
            <a:ext cx="3368500" cy="923330"/>
          </a:xfrm>
          <a:prstGeom prst="rect">
            <a:avLst/>
          </a:prstGeom>
          <a:no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Grundschaltungen in der Prozessor- und Speichertechnik</a:t>
            </a:r>
          </a:p>
        </p:txBody>
      </p:sp>
      <p:cxnSp>
        <p:nvCxnSpPr>
          <p:cNvPr id="17" name="Gerade Verbindung mit Pfeil 16">
            <a:extLst>
              <a:ext uri="{FF2B5EF4-FFF2-40B4-BE49-F238E27FC236}">
                <a16:creationId xmlns:a16="http://schemas.microsoft.com/office/drawing/2014/main" id="{7D09A40D-BAA9-4B90-AE3A-FF503091338A}"/>
              </a:ext>
            </a:extLst>
          </p:cNvPr>
          <p:cNvCxnSpPr>
            <a:cxnSpLocks/>
            <a:stCxn id="7" idx="0"/>
            <a:endCxn id="18" idx="2"/>
          </p:cNvCxnSpPr>
          <p:nvPr/>
        </p:nvCxnSpPr>
        <p:spPr>
          <a:xfrm flipH="1" flipV="1">
            <a:off x="5926311" y="875098"/>
            <a:ext cx="7862" cy="1047969"/>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8" name="Textfeld 17">
            <a:extLst>
              <a:ext uri="{FF2B5EF4-FFF2-40B4-BE49-F238E27FC236}">
                <a16:creationId xmlns:a16="http://schemas.microsoft.com/office/drawing/2014/main" id="{24055662-FBA0-4474-9FDB-340602DC7A80}"/>
              </a:ext>
            </a:extLst>
          </p:cNvPr>
          <p:cNvSpPr txBox="1"/>
          <p:nvPr/>
        </p:nvSpPr>
        <p:spPr>
          <a:xfrm>
            <a:off x="4242061" y="228767"/>
            <a:ext cx="3368500" cy="646331"/>
          </a:xfrm>
          <a:prstGeom prst="rect">
            <a:avLst/>
          </a:prstGeom>
          <a:no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Schaltungen zur Datenübertragung </a:t>
            </a:r>
          </a:p>
        </p:txBody>
      </p:sp>
      <p:sp>
        <p:nvSpPr>
          <p:cNvPr id="23" name="Textfeld 22">
            <a:extLst>
              <a:ext uri="{FF2B5EF4-FFF2-40B4-BE49-F238E27FC236}">
                <a16:creationId xmlns:a16="http://schemas.microsoft.com/office/drawing/2014/main" id="{CFE101FD-8784-46A8-B554-FFE672EAB3C8}"/>
              </a:ext>
            </a:extLst>
          </p:cNvPr>
          <p:cNvSpPr txBox="1"/>
          <p:nvPr/>
        </p:nvSpPr>
        <p:spPr>
          <a:xfrm>
            <a:off x="160867" y="3418960"/>
            <a:ext cx="3078092" cy="923330"/>
          </a:xfrm>
          <a:prstGeom prst="rect">
            <a:avLst/>
          </a:prstGeom>
          <a:no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Übertragen der Kenntnisse zu Rechnerarchitekturen auf aktuelle PC-Hardware</a:t>
            </a:r>
          </a:p>
        </p:txBody>
      </p:sp>
      <p:cxnSp>
        <p:nvCxnSpPr>
          <p:cNvPr id="34" name="Gerade Verbindung mit Pfeil 33">
            <a:extLst>
              <a:ext uri="{FF2B5EF4-FFF2-40B4-BE49-F238E27FC236}">
                <a16:creationId xmlns:a16="http://schemas.microsoft.com/office/drawing/2014/main" id="{B0A9B061-02D5-49FA-A662-C235F4174A33}"/>
              </a:ext>
            </a:extLst>
          </p:cNvPr>
          <p:cNvCxnSpPr>
            <a:cxnSpLocks/>
            <a:endCxn id="23" idx="3"/>
          </p:cNvCxnSpPr>
          <p:nvPr/>
        </p:nvCxnSpPr>
        <p:spPr>
          <a:xfrm flipH="1">
            <a:off x="3238959" y="3660907"/>
            <a:ext cx="1003102" cy="219718"/>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36" name="Textfeld 35">
            <a:extLst>
              <a:ext uri="{FF2B5EF4-FFF2-40B4-BE49-F238E27FC236}">
                <a16:creationId xmlns:a16="http://schemas.microsoft.com/office/drawing/2014/main" id="{567CA11D-2A03-4061-BE5C-95B00A8AAF4E}"/>
              </a:ext>
            </a:extLst>
          </p:cNvPr>
          <p:cNvSpPr txBox="1"/>
          <p:nvPr/>
        </p:nvSpPr>
        <p:spPr>
          <a:xfrm>
            <a:off x="1268913" y="4342290"/>
            <a:ext cx="3078092" cy="1569660"/>
          </a:xfrm>
          <a:prstGeom prst="rect">
            <a:avLst/>
          </a:prstGeom>
          <a:solidFill>
            <a:srgbClr val="E30051"/>
          </a:solidFill>
          <a:ln w="38100">
            <a:solidFill>
              <a:schemeClr val="tx1"/>
            </a:solidFill>
          </a:ln>
        </p:spPr>
        <p:txBody>
          <a:bodyPr wrap="square" rtlCol="0">
            <a:spAutoFit/>
          </a:bodyPr>
          <a:lstStyle/>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Prozessoren</a:t>
            </a:r>
          </a:p>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Bussysteme</a:t>
            </a:r>
          </a:p>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Speichersysteme</a:t>
            </a:r>
          </a:p>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Controller, Schnittstellen, Protokolle</a:t>
            </a:r>
          </a:p>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Interrupt-System</a:t>
            </a:r>
          </a:p>
        </p:txBody>
      </p:sp>
      <p:cxnSp>
        <p:nvCxnSpPr>
          <p:cNvPr id="37" name="Gerade Verbindung mit Pfeil 36">
            <a:extLst>
              <a:ext uri="{FF2B5EF4-FFF2-40B4-BE49-F238E27FC236}">
                <a16:creationId xmlns:a16="http://schemas.microsoft.com/office/drawing/2014/main" id="{CCC69227-E075-47D1-8AE9-D3E7307EAD19}"/>
              </a:ext>
            </a:extLst>
          </p:cNvPr>
          <p:cNvCxnSpPr>
            <a:cxnSpLocks/>
            <a:stCxn id="7" idx="6"/>
            <a:endCxn id="40" idx="1"/>
          </p:cNvCxnSpPr>
          <p:nvPr/>
        </p:nvCxnSpPr>
        <p:spPr>
          <a:xfrm flipV="1">
            <a:off x="7626284" y="3237022"/>
            <a:ext cx="1326757" cy="378157"/>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40" name="Textfeld 39">
            <a:extLst>
              <a:ext uri="{FF2B5EF4-FFF2-40B4-BE49-F238E27FC236}">
                <a16:creationId xmlns:a16="http://schemas.microsoft.com/office/drawing/2014/main" id="{7C129C07-DB5A-4027-9FC2-5AF7A141111C}"/>
              </a:ext>
            </a:extLst>
          </p:cNvPr>
          <p:cNvSpPr txBox="1"/>
          <p:nvPr/>
        </p:nvSpPr>
        <p:spPr>
          <a:xfrm>
            <a:off x="8953041" y="2636857"/>
            <a:ext cx="3078092" cy="1200329"/>
          </a:xfrm>
          <a:prstGeom prst="rect">
            <a:avLst/>
          </a:prstGeom>
          <a:no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Übertragen der Kenntnisse zu Betriebssystemen auf konkrete praktische Einsatzfälle</a:t>
            </a:r>
          </a:p>
        </p:txBody>
      </p:sp>
      <p:sp>
        <p:nvSpPr>
          <p:cNvPr id="42" name="Textfeld 41">
            <a:extLst>
              <a:ext uri="{FF2B5EF4-FFF2-40B4-BE49-F238E27FC236}">
                <a16:creationId xmlns:a16="http://schemas.microsoft.com/office/drawing/2014/main" id="{7694CA09-6FF7-4D47-B5C2-B3E43370F746}"/>
              </a:ext>
            </a:extLst>
          </p:cNvPr>
          <p:cNvSpPr txBox="1"/>
          <p:nvPr/>
        </p:nvSpPr>
        <p:spPr>
          <a:xfrm>
            <a:off x="8450074" y="3836651"/>
            <a:ext cx="3078092" cy="584775"/>
          </a:xfrm>
          <a:prstGeom prst="rect">
            <a:avLst/>
          </a:prstGeom>
          <a:solidFill>
            <a:srgbClr val="E30051"/>
          </a:solidFill>
          <a:ln w="38100">
            <a:solidFill>
              <a:schemeClr val="tx1"/>
            </a:solidFill>
          </a:ln>
        </p:spPr>
        <p:txBody>
          <a:bodyPr wrap="square" rtlCol="0">
            <a:spAutoFit/>
          </a:bodyPr>
          <a:lstStyle/>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Klassifizierung und Auswahl</a:t>
            </a:r>
          </a:p>
          <a:p>
            <a:pPr marL="285750" indent="-285750" algn="ctr">
              <a:buFont typeface="Arial" panose="020B0604020202020204" pitchFamily="34" charset="0"/>
              <a:buChar char="•"/>
            </a:pPr>
            <a:r>
              <a:rPr lang="de-DE" sz="1600" dirty="0">
                <a:latin typeface="Arial" panose="020B0604020202020204" pitchFamily="34" charset="0"/>
                <a:cs typeface="Arial" panose="020B0604020202020204" pitchFamily="34" charset="0"/>
              </a:rPr>
              <a:t>Aufbau und Funktion</a:t>
            </a:r>
          </a:p>
        </p:txBody>
      </p:sp>
      <p:sp>
        <p:nvSpPr>
          <p:cNvPr id="43" name="Textfeld 42">
            <a:extLst>
              <a:ext uri="{FF2B5EF4-FFF2-40B4-BE49-F238E27FC236}">
                <a16:creationId xmlns:a16="http://schemas.microsoft.com/office/drawing/2014/main" id="{04D24513-337D-4F7C-90C0-3F3CA333E939}"/>
              </a:ext>
            </a:extLst>
          </p:cNvPr>
          <p:cNvSpPr txBox="1"/>
          <p:nvPr/>
        </p:nvSpPr>
        <p:spPr>
          <a:xfrm>
            <a:off x="8124939" y="4711621"/>
            <a:ext cx="3078092" cy="923330"/>
          </a:xfrm>
          <a:prstGeom prst="rect">
            <a:avLst/>
          </a:prstGeom>
          <a:no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Beurteilen der Einsatzmöglichkeiten von Systemsoftware</a:t>
            </a:r>
          </a:p>
        </p:txBody>
      </p:sp>
      <p:cxnSp>
        <p:nvCxnSpPr>
          <p:cNvPr id="44" name="Gerade Verbindung mit Pfeil 43">
            <a:extLst>
              <a:ext uri="{FF2B5EF4-FFF2-40B4-BE49-F238E27FC236}">
                <a16:creationId xmlns:a16="http://schemas.microsoft.com/office/drawing/2014/main" id="{43A9D577-3EFD-4B2B-8D14-47E6E7617B76}"/>
              </a:ext>
            </a:extLst>
          </p:cNvPr>
          <p:cNvCxnSpPr>
            <a:cxnSpLocks/>
            <a:stCxn id="7" idx="5"/>
            <a:endCxn id="43" idx="1"/>
          </p:cNvCxnSpPr>
          <p:nvPr/>
        </p:nvCxnSpPr>
        <p:spPr>
          <a:xfrm>
            <a:off x="7130676" y="4811682"/>
            <a:ext cx="994263" cy="361604"/>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35698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1000"/>
                                        <p:tgtEl>
                                          <p:spTgt spid="34"/>
                                        </p:tgtEl>
                                      </p:cBhvr>
                                    </p:animEffect>
                                    <p:anim calcmode="lin" valueType="num">
                                      <p:cBhvr>
                                        <p:cTn id="32" dur="1000" fill="hold"/>
                                        <p:tgtEl>
                                          <p:spTgt spid="34"/>
                                        </p:tgtEl>
                                        <p:attrNameLst>
                                          <p:attrName>ppt_x</p:attrName>
                                        </p:attrNameLst>
                                      </p:cBhvr>
                                      <p:tavLst>
                                        <p:tav tm="0">
                                          <p:val>
                                            <p:strVal val="#ppt_x"/>
                                          </p:val>
                                        </p:tav>
                                        <p:tav tm="100000">
                                          <p:val>
                                            <p:strVal val="#ppt_x"/>
                                          </p:val>
                                        </p:tav>
                                      </p:tavLst>
                                    </p:anim>
                                    <p:anim calcmode="lin" valueType="num">
                                      <p:cBhvr>
                                        <p:cTn id="33" dur="1000" fill="hold"/>
                                        <p:tgtEl>
                                          <p:spTgt spid="34"/>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1000"/>
                                        <p:tgtEl>
                                          <p:spTgt spid="23"/>
                                        </p:tgtEl>
                                      </p:cBhvr>
                                    </p:animEffect>
                                    <p:anim calcmode="lin" valueType="num">
                                      <p:cBhvr>
                                        <p:cTn id="37" dur="1000" fill="hold"/>
                                        <p:tgtEl>
                                          <p:spTgt spid="23"/>
                                        </p:tgtEl>
                                        <p:attrNameLst>
                                          <p:attrName>ppt_x</p:attrName>
                                        </p:attrNameLst>
                                      </p:cBhvr>
                                      <p:tavLst>
                                        <p:tav tm="0">
                                          <p:val>
                                            <p:strVal val="#ppt_x"/>
                                          </p:val>
                                        </p:tav>
                                        <p:tav tm="100000">
                                          <p:val>
                                            <p:strVal val="#ppt_x"/>
                                          </p:val>
                                        </p:tav>
                                      </p:tavLst>
                                    </p:anim>
                                    <p:anim calcmode="lin" valueType="num">
                                      <p:cBhvr>
                                        <p:cTn id="38" dur="1000" fill="hold"/>
                                        <p:tgtEl>
                                          <p:spTgt spid="23"/>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1000"/>
                                        <p:tgtEl>
                                          <p:spTgt spid="36"/>
                                        </p:tgtEl>
                                      </p:cBhvr>
                                    </p:animEffect>
                                    <p:anim calcmode="lin" valueType="num">
                                      <p:cBhvr>
                                        <p:cTn id="42" dur="1000" fill="hold"/>
                                        <p:tgtEl>
                                          <p:spTgt spid="36"/>
                                        </p:tgtEl>
                                        <p:attrNameLst>
                                          <p:attrName>ppt_x</p:attrName>
                                        </p:attrNameLst>
                                      </p:cBhvr>
                                      <p:tavLst>
                                        <p:tav tm="0">
                                          <p:val>
                                            <p:strVal val="#ppt_x"/>
                                          </p:val>
                                        </p:tav>
                                        <p:tav tm="100000">
                                          <p:val>
                                            <p:strVal val="#ppt_x"/>
                                          </p:val>
                                        </p:tav>
                                      </p:tavLst>
                                    </p:anim>
                                    <p:anim calcmode="lin" valueType="num">
                                      <p:cBhvr>
                                        <p:cTn id="43"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fade">
                                      <p:cBhvr>
                                        <p:cTn id="48" dur="1000"/>
                                        <p:tgtEl>
                                          <p:spTgt spid="44"/>
                                        </p:tgtEl>
                                      </p:cBhvr>
                                    </p:animEffect>
                                    <p:anim calcmode="lin" valueType="num">
                                      <p:cBhvr>
                                        <p:cTn id="49" dur="1000" fill="hold"/>
                                        <p:tgtEl>
                                          <p:spTgt spid="44"/>
                                        </p:tgtEl>
                                        <p:attrNameLst>
                                          <p:attrName>ppt_x</p:attrName>
                                        </p:attrNameLst>
                                      </p:cBhvr>
                                      <p:tavLst>
                                        <p:tav tm="0">
                                          <p:val>
                                            <p:strVal val="#ppt_x"/>
                                          </p:val>
                                        </p:tav>
                                        <p:tav tm="100000">
                                          <p:val>
                                            <p:strVal val="#ppt_x"/>
                                          </p:val>
                                        </p:tav>
                                      </p:tavLst>
                                    </p:anim>
                                    <p:anim calcmode="lin" valueType="num">
                                      <p:cBhvr>
                                        <p:cTn id="50" dur="1000" fill="hold"/>
                                        <p:tgtEl>
                                          <p:spTgt spid="44"/>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fade">
                                      <p:cBhvr>
                                        <p:cTn id="53" dur="1000"/>
                                        <p:tgtEl>
                                          <p:spTgt spid="43"/>
                                        </p:tgtEl>
                                      </p:cBhvr>
                                    </p:animEffect>
                                    <p:anim calcmode="lin" valueType="num">
                                      <p:cBhvr>
                                        <p:cTn id="54" dur="1000" fill="hold"/>
                                        <p:tgtEl>
                                          <p:spTgt spid="43"/>
                                        </p:tgtEl>
                                        <p:attrNameLst>
                                          <p:attrName>ppt_x</p:attrName>
                                        </p:attrNameLst>
                                      </p:cBhvr>
                                      <p:tavLst>
                                        <p:tav tm="0">
                                          <p:val>
                                            <p:strVal val="#ppt_x"/>
                                          </p:val>
                                        </p:tav>
                                        <p:tav tm="100000">
                                          <p:val>
                                            <p:strVal val="#ppt_x"/>
                                          </p:val>
                                        </p:tav>
                                      </p:tavLst>
                                    </p:anim>
                                    <p:anim calcmode="lin" valueType="num">
                                      <p:cBhvr>
                                        <p:cTn id="55"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1000"/>
                                        <p:tgtEl>
                                          <p:spTgt spid="37"/>
                                        </p:tgtEl>
                                      </p:cBhvr>
                                    </p:animEffect>
                                    <p:anim calcmode="lin" valueType="num">
                                      <p:cBhvr>
                                        <p:cTn id="61" dur="1000" fill="hold"/>
                                        <p:tgtEl>
                                          <p:spTgt spid="37"/>
                                        </p:tgtEl>
                                        <p:attrNameLst>
                                          <p:attrName>ppt_x</p:attrName>
                                        </p:attrNameLst>
                                      </p:cBhvr>
                                      <p:tavLst>
                                        <p:tav tm="0">
                                          <p:val>
                                            <p:strVal val="#ppt_x"/>
                                          </p:val>
                                        </p:tav>
                                        <p:tav tm="100000">
                                          <p:val>
                                            <p:strVal val="#ppt_x"/>
                                          </p:val>
                                        </p:tav>
                                      </p:tavLst>
                                    </p:anim>
                                    <p:anim calcmode="lin" valueType="num">
                                      <p:cBhvr>
                                        <p:cTn id="62" dur="1000" fill="hold"/>
                                        <p:tgtEl>
                                          <p:spTgt spid="37"/>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fade">
                                      <p:cBhvr>
                                        <p:cTn id="65" dur="1000"/>
                                        <p:tgtEl>
                                          <p:spTgt spid="42"/>
                                        </p:tgtEl>
                                      </p:cBhvr>
                                    </p:animEffect>
                                    <p:anim calcmode="lin" valueType="num">
                                      <p:cBhvr>
                                        <p:cTn id="66" dur="1000" fill="hold"/>
                                        <p:tgtEl>
                                          <p:spTgt spid="42"/>
                                        </p:tgtEl>
                                        <p:attrNameLst>
                                          <p:attrName>ppt_x</p:attrName>
                                        </p:attrNameLst>
                                      </p:cBhvr>
                                      <p:tavLst>
                                        <p:tav tm="0">
                                          <p:val>
                                            <p:strVal val="#ppt_x"/>
                                          </p:val>
                                        </p:tav>
                                        <p:tav tm="100000">
                                          <p:val>
                                            <p:strVal val="#ppt_x"/>
                                          </p:val>
                                        </p:tav>
                                      </p:tavLst>
                                    </p:anim>
                                    <p:anim calcmode="lin" valueType="num">
                                      <p:cBhvr>
                                        <p:cTn id="67" dur="1000" fill="hold"/>
                                        <p:tgtEl>
                                          <p:spTgt spid="42"/>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1000"/>
                                        <p:tgtEl>
                                          <p:spTgt spid="40"/>
                                        </p:tgtEl>
                                      </p:cBhvr>
                                    </p:animEffect>
                                    <p:anim calcmode="lin" valueType="num">
                                      <p:cBhvr>
                                        <p:cTn id="71" dur="1000" fill="hold"/>
                                        <p:tgtEl>
                                          <p:spTgt spid="40"/>
                                        </p:tgtEl>
                                        <p:attrNameLst>
                                          <p:attrName>ppt_x</p:attrName>
                                        </p:attrNameLst>
                                      </p:cBhvr>
                                      <p:tavLst>
                                        <p:tav tm="0">
                                          <p:val>
                                            <p:strVal val="#ppt_x"/>
                                          </p:val>
                                        </p:tav>
                                        <p:tav tm="100000">
                                          <p:val>
                                            <p:strVal val="#ppt_x"/>
                                          </p:val>
                                        </p:tav>
                                      </p:tavLst>
                                    </p:anim>
                                    <p:anim calcmode="lin" valueType="num">
                                      <p:cBhvr>
                                        <p:cTn id="72"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3" grpId="0" animBg="1"/>
      <p:bldP spid="36" grpId="0" animBg="1"/>
      <p:bldP spid="40" grpId="0" animBg="1"/>
      <p:bldP spid="42" grpId="0" animBg="1"/>
      <p:bldP spid="43"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2DD6DE-00EA-46C8-AF01-1ED593ED93E4}"/>
              </a:ext>
            </a:extLst>
          </p:cNvPr>
          <p:cNvSpPr>
            <a:spLocks noGrp="1"/>
          </p:cNvSpPr>
          <p:nvPr>
            <p:ph type="title"/>
          </p:nvPr>
        </p:nvSpPr>
        <p:spPr/>
        <p:txBody>
          <a:bodyPr/>
          <a:lstStyle/>
          <a:p>
            <a:r>
              <a:rPr lang="de-DE" dirty="0"/>
              <a:t>Symbolik / Legende</a:t>
            </a:r>
          </a:p>
        </p:txBody>
      </p:sp>
      <p:pic>
        <p:nvPicPr>
          <p:cNvPr id="5" name="Grafik 4">
            <a:extLst>
              <a:ext uri="{FF2B5EF4-FFF2-40B4-BE49-F238E27FC236}">
                <a16:creationId xmlns:a16="http://schemas.microsoft.com/office/drawing/2014/main" id="{FC5DCF7C-EB0B-416A-B8CE-4E004AC792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8195" y="1646238"/>
            <a:ext cx="525054" cy="1235797"/>
          </a:xfrm>
          <a:prstGeom prst="rect">
            <a:avLst/>
          </a:prstGeom>
        </p:spPr>
      </p:pic>
      <p:sp>
        <p:nvSpPr>
          <p:cNvPr id="6" name="Textfeld 5">
            <a:extLst>
              <a:ext uri="{FF2B5EF4-FFF2-40B4-BE49-F238E27FC236}">
                <a16:creationId xmlns:a16="http://schemas.microsoft.com/office/drawing/2014/main" id="{4892A9CF-7EFE-4940-9B68-819B3D88198F}"/>
              </a:ext>
            </a:extLst>
          </p:cNvPr>
          <p:cNvSpPr txBox="1"/>
          <p:nvPr/>
        </p:nvSpPr>
        <p:spPr>
          <a:xfrm>
            <a:off x="2480734" y="1802471"/>
            <a:ext cx="6273800" cy="923330"/>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sind wichtige </a:t>
            </a:r>
            <a:r>
              <a:rPr lang="de-DE" dirty="0">
                <a:solidFill>
                  <a:srgbClr val="FF0000"/>
                </a:solidFill>
                <a:latin typeface="Arial" panose="020B0604020202020204" pitchFamily="34" charset="0"/>
                <a:cs typeface="Arial" panose="020B0604020202020204" pitchFamily="34" charset="0"/>
              </a:rPr>
              <a:t>Fakten und Definitionen</a:t>
            </a:r>
            <a:r>
              <a:rPr lang="de-DE" dirty="0">
                <a:latin typeface="Arial" panose="020B0604020202020204" pitchFamily="34" charset="0"/>
                <a:cs typeface="Arial" panose="020B0604020202020204" pitchFamily="34" charset="0"/>
              </a:rPr>
              <a:t>, die Sie kennen und beherrschen müssen</a:t>
            </a:r>
          </a:p>
          <a:p>
            <a:r>
              <a:rPr lang="de-DE" dirty="0">
                <a:latin typeface="Arial" panose="020B0604020202020204" pitchFamily="34" charset="0"/>
                <a:cs typeface="Arial" panose="020B0604020202020204" pitchFamily="34" charset="0"/>
              </a:rPr>
              <a:t>(es bietet sich an, diese aufzuschreiben)</a:t>
            </a:r>
          </a:p>
        </p:txBody>
      </p:sp>
      <p:pic>
        <p:nvPicPr>
          <p:cNvPr id="8" name="Grafik 7">
            <a:extLst>
              <a:ext uri="{FF2B5EF4-FFF2-40B4-BE49-F238E27FC236}">
                <a16:creationId xmlns:a16="http://schemas.microsoft.com/office/drawing/2014/main" id="{B71A273C-FC7C-408E-852A-5DC93CAA94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2332" y="3683000"/>
            <a:ext cx="1076780" cy="1443263"/>
          </a:xfrm>
          <a:prstGeom prst="rect">
            <a:avLst/>
          </a:prstGeom>
        </p:spPr>
      </p:pic>
      <p:sp>
        <p:nvSpPr>
          <p:cNvPr id="9" name="Textfeld 8">
            <a:extLst>
              <a:ext uri="{FF2B5EF4-FFF2-40B4-BE49-F238E27FC236}">
                <a16:creationId xmlns:a16="http://schemas.microsoft.com/office/drawing/2014/main" id="{B56868A6-F6EC-46D6-841A-1520CE442D6D}"/>
              </a:ext>
            </a:extLst>
          </p:cNvPr>
          <p:cNvSpPr txBox="1"/>
          <p:nvPr/>
        </p:nvSpPr>
        <p:spPr>
          <a:xfrm>
            <a:off x="2480733" y="3942966"/>
            <a:ext cx="7636933" cy="369332"/>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sind Aufgaben, die Ihnen helfen das Gelernte zu festigen und zu vertiefen</a:t>
            </a:r>
          </a:p>
        </p:txBody>
      </p:sp>
      <p:sp>
        <p:nvSpPr>
          <p:cNvPr id="10" name="Textfeld 9">
            <a:extLst>
              <a:ext uri="{FF2B5EF4-FFF2-40B4-BE49-F238E27FC236}">
                <a16:creationId xmlns:a16="http://schemas.microsoft.com/office/drawing/2014/main" id="{1CD0AE80-D5E1-4340-977D-3A6322ED669C}"/>
              </a:ext>
            </a:extLst>
          </p:cNvPr>
          <p:cNvSpPr txBox="1"/>
          <p:nvPr/>
        </p:nvSpPr>
        <p:spPr>
          <a:xfrm>
            <a:off x="2057400" y="5810295"/>
            <a:ext cx="7636933" cy="369332"/>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alle anderen Folien dienen zum besseren Verständnis des Fachgebiets </a:t>
            </a:r>
          </a:p>
        </p:txBody>
      </p:sp>
      <p:sp>
        <p:nvSpPr>
          <p:cNvPr id="11" name="Textfeld 10">
            <a:extLst>
              <a:ext uri="{FF2B5EF4-FFF2-40B4-BE49-F238E27FC236}">
                <a16:creationId xmlns:a16="http://schemas.microsoft.com/office/drawing/2014/main" id="{BDDA411B-262E-44F8-8F42-9FB12DBC2EA1}"/>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Tree>
    <p:extLst>
      <p:ext uri="{BB962C8B-B14F-4D97-AF65-F5344CB8AC3E}">
        <p14:creationId xmlns:p14="http://schemas.microsoft.com/office/powerpoint/2010/main" val="65796742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normAutofit/>
          </a:bodyPr>
          <a:lstStyle/>
          <a:p>
            <a:pPr algn="r"/>
            <a:r>
              <a:rPr lang="de-DE" dirty="0">
                <a:solidFill>
                  <a:srgbClr val="009633"/>
                </a:solidFill>
              </a:rPr>
              <a:t>BGY Klasse 12 – Informatiksysteme</a:t>
            </a:r>
          </a:p>
          <a:p>
            <a:r>
              <a:rPr lang="de-DE" dirty="0"/>
              <a:t>Grundschaltungen in der Prozessor- und Speichertechnik</a:t>
            </a:r>
          </a:p>
          <a:p>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426925531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Teil 1 - Logische Grundoperationen</a:t>
            </a:r>
          </a:p>
        </p:txBody>
      </p:sp>
      <p:sp>
        <p:nvSpPr>
          <p:cNvPr id="5" name="Textfeld 4">
            <a:extLst>
              <a:ext uri="{FF2B5EF4-FFF2-40B4-BE49-F238E27FC236}">
                <a16:creationId xmlns:a16="http://schemas.microsoft.com/office/drawing/2014/main" id="{5F8CB992-BA05-4179-9C1F-3255BE9C01AE}"/>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6" name="Grafik 5">
            <a:extLst>
              <a:ext uri="{FF2B5EF4-FFF2-40B4-BE49-F238E27FC236}">
                <a16:creationId xmlns:a16="http://schemas.microsoft.com/office/drawing/2014/main" id="{35830FD9-AA39-4256-8D66-76FFB1390E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6079" y="1646238"/>
            <a:ext cx="525054" cy="1235797"/>
          </a:xfrm>
          <a:prstGeom prst="rect">
            <a:avLst/>
          </a:prstGeom>
        </p:spPr>
      </p:pic>
      <p:sp>
        <p:nvSpPr>
          <p:cNvPr id="7" name="Text Box 4">
            <a:extLst>
              <a:ext uri="{FF2B5EF4-FFF2-40B4-BE49-F238E27FC236}">
                <a16:creationId xmlns:a16="http://schemas.microsoft.com/office/drawing/2014/main" id="{0309E075-EB50-4CB9-83C4-9C2B24F47AF4}"/>
              </a:ext>
            </a:extLst>
          </p:cNvPr>
          <p:cNvSpPr txBox="1">
            <a:spLocks noChangeArrowheads="1"/>
          </p:cNvSpPr>
          <p:nvPr/>
        </p:nvSpPr>
        <p:spPr bwMode="auto">
          <a:xfrm>
            <a:off x="182511" y="1295400"/>
            <a:ext cx="8713788" cy="701675"/>
          </a:xfrm>
          <a:prstGeom prst="rect">
            <a:avLst/>
          </a:prstGeom>
          <a:noFill/>
          <a:ln>
            <a:noFill/>
          </a:ln>
          <a:effectLst>
            <a:prstShdw prst="shdw17" dist="17961" dir="2700000">
              <a:srgbClr val="97998C"/>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tabLst>
                <a:tab pos="1333500" algn="l"/>
              </a:tabLst>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tabLst>
                <a:tab pos="1333500" algn="l"/>
              </a:tabLst>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tabLst>
                <a:tab pos="1333500" algn="l"/>
              </a:tabLst>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tabLst>
                <a:tab pos="1333500" algn="l"/>
              </a:tabLst>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cs typeface="Arial" panose="020B0604020202020204" pitchFamily="34" charset="0"/>
              </a:rPr>
              <a:t>Problem: 	Ein Aufzug soll sich nur dann nach oben bewegen,</a:t>
            </a:r>
            <a:br>
              <a:rPr lang="de-DE" altLang="de-DE" sz="2000" dirty="0">
                <a:latin typeface="Arial" panose="020B0604020202020204" pitchFamily="34" charset="0"/>
                <a:cs typeface="Arial" panose="020B0604020202020204" pitchFamily="34" charset="0"/>
              </a:rPr>
            </a:br>
            <a:r>
              <a:rPr lang="de-DE" altLang="de-DE" sz="2000" dirty="0">
                <a:latin typeface="Arial" panose="020B0604020202020204" pitchFamily="34" charset="0"/>
                <a:cs typeface="Arial" panose="020B0604020202020204" pitchFamily="34" charset="0"/>
              </a:rPr>
              <a:t>	wenn der Knopf gedrückt und die Tür zu ist.</a:t>
            </a:r>
          </a:p>
        </p:txBody>
      </p:sp>
      <p:pic>
        <p:nvPicPr>
          <p:cNvPr id="10" name="Grafik 9">
            <a:extLst>
              <a:ext uri="{FF2B5EF4-FFF2-40B4-BE49-F238E27FC236}">
                <a16:creationId xmlns:a16="http://schemas.microsoft.com/office/drawing/2014/main" id="{5DCA92DC-98E1-40E7-B349-B3F255A89FFD}"/>
              </a:ext>
            </a:extLst>
          </p:cNvPr>
          <p:cNvPicPr>
            <a:picLocks noChangeAspect="1"/>
          </p:cNvPicPr>
          <p:nvPr/>
        </p:nvPicPr>
        <p:blipFill>
          <a:blip r:embed="rId3"/>
          <a:stretch>
            <a:fillRect/>
          </a:stretch>
        </p:blipFill>
        <p:spPr>
          <a:xfrm>
            <a:off x="5404611" y="1997075"/>
            <a:ext cx="5452301" cy="3697298"/>
          </a:xfrm>
          <a:prstGeom prst="rect">
            <a:avLst/>
          </a:prstGeom>
        </p:spPr>
      </p:pic>
      <p:sp>
        <p:nvSpPr>
          <p:cNvPr id="11" name="Text Box 23">
            <a:extLst>
              <a:ext uri="{FF2B5EF4-FFF2-40B4-BE49-F238E27FC236}">
                <a16:creationId xmlns:a16="http://schemas.microsoft.com/office/drawing/2014/main" id="{F39B463F-DB87-4D43-AB82-E1794F829382}"/>
              </a:ext>
            </a:extLst>
          </p:cNvPr>
          <p:cNvSpPr txBox="1">
            <a:spLocks noChangeArrowheads="1"/>
          </p:cNvSpPr>
          <p:nvPr/>
        </p:nvSpPr>
        <p:spPr bwMode="auto">
          <a:xfrm>
            <a:off x="1027019" y="5570509"/>
            <a:ext cx="11776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tabLst>
                <a:tab pos="1333500" algn="l"/>
              </a:tabLst>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tabLst>
                <a:tab pos="1333500" algn="l"/>
              </a:tabLst>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tabLst>
                <a:tab pos="1333500" algn="l"/>
              </a:tabLst>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tabLst>
                <a:tab pos="1333500" algn="l"/>
              </a:tabLst>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cs typeface="Arial" panose="020B0604020202020204" pitchFamily="34" charset="0"/>
              </a:rPr>
              <a:t>Lösung?</a:t>
            </a:r>
            <a:endParaRPr lang="de-DE" altLang="de-DE" sz="2000" b="1" dirty="0">
              <a:latin typeface="Arial" panose="020B0604020202020204" pitchFamily="34" charset="0"/>
              <a:cs typeface="Arial" panose="020B0604020202020204" pitchFamily="34" charset="0"/>
            </a:endParaRPr>
          </a:p>
        </p:txBody>
      </p:sp>
      <p:sp>
        <p:nvSpPr>
          <p:cNvPr id="12" name="Text Box 10">
            <a:extLst>
              <a:ext uri="{FF2B5EF4-FFF2-40B4-BE49-F238E27FC236}">
                <a16:creationId xmlns:a16="http://schemas.microsoft.com/office/drawing/2014/main" id="{A0C4F093-36B7-45E0-ABD1-6956E8606D25}"/>
              </a:ext>
            </a:extLst>
          </p:cNvPr>
          <p:cNvSpPr txBox="1">
            <a:spLocks noChangeArrowheads="1"/>
          </p:cNvSpPr>
          <p:nvPr/>
        </p:nvSpPr>
        <p:spPr bwMode="auto">
          <a:xfrm>
            <a:off x="2151357" y="5562600"/>
            <a:ext cx="748895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tabLst>
                <a:tab pos="1333500" algn="l"/>
              </a:tabLst>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tabLst>
                <a:tab pos="1333500" algn="l"/>
              </a:tabLst>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tabLst>
                <a:tab pos="1333500" algn="l"/>
              </a:tabLst>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tabLst>
                <a:tab pos="1333500" algn="l"/>
              </a:tabLst>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tabLst>
                <a:tab pos="1333500" algn="l"/>
              </a:tabLst>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cs typeface="Arial" panose="020B0604020202020204" pitchFamily="34" charset="0"/>
                <a:sym typeface="Wingdings" panose="05000000000000000000" pitchFamily="2" charset="2"/>
              </a:rPr>
              <a:t> </a:t>
            </a:r>
            <a:r>
              <a:rPr lang="de-DE" altLang="de-DE" sz="2000" dirty="0">
                <a:latin typeface="Arial" panose="020B0604020202020204" pitchFamily="34" charset="0"/>
                <a:cs typeface="Arial" panose="020B0604020202020204" pitchFamily="34" charset="0"/>
              </a:rPr>
              <a:t>mittels Elektrotechnik (Physik 5. Klasse):   </a:t>
            </a:r>
            <a:r>
              <a:rPr lang="de-DE" altLang="de-DE" sz="2000" b="1" dirty="0">
                <a:solidFill>
                  <a:srgbClr val="009633"/>
                </a:solidFill>
                <a:latin typeface="Arial" panose="020B0604020202020204" pitchFamily="34" charset="0"/>
                <a:cs typeface="Arial" panose="020B0604020202020204" pitchFamily="34" charset="0"/>
              </a:rPr>
              <a:t>Reihenschaltung</a:t>
            </a:r>
          </a:p>
        </p:txBody>
      </p:sp>
    </p:spTree>
    <p:extLst>
      <p:ext uri="{BB962C8B-B14F-4D97-AF65-F5344CB8AC3E}">
        <p14:creationId xmlns:p14="http://schemas.microsoft.com/office/powerpoint/2010/main" val="1344616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Binäre Kodierung und Schaltvariablen</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3192482" y="1451626"/>
            <a:ext cx="6746709" cy="4095781"/>
          </a:xfrm>
        </p:spPr>
        <p:txBody>
          <a:bodyPr>
            <a:normAutofit/>
          </a:bodyPr>
          <a:lstStyle/>
          <a:p>
            <a:endParaRPr lang="de-DE" dirty="0"/>
          </a:p>
          <a:p>
            <a:pPr marL="457200" lvl="1" indent="0">
              <a:buNone/>
            </a:pPr>
            <a:endParaRPr lang="de-DE" dirty="0"/>
          </a:p>
          <a:p>
            <a:pPr lvl="1"/>
            <a:endParaRPr lang="de-DE" dirty="0"/>
          </a:p>
          <a:p>
            <a:pPr lvl="1"/>
            <a:endParaRPr lang="de-DE" dirty="0"/>
          </a:p>
          <a:p>
            <a:pPr lvl="1"/>
            <a:endParaRPr lang="de-DE" dirty="0"/>
          </a:p>
          <a:p>
            <a:pPr lvl="1"/>
            <a:endParaRPr lang="de-DE" dirty="0"/>
          </a:p>
        </p:txBody>
      </p:sp>
      <p:pic>
        <p:nvPicPr>
          <p:cNvPr id="5" name="Grafik 4">
            <a:extLst>
              <a:ext uri="{FF2B5EF4-FFF2-40B4-BE49-F238E27FC236}">
                <a16:creationId xmlns:a16="http://schemas.microsoft.com/office/drawing/2014/main" id="{97BD68D0-C29E-462B-BB2E-3EA6BA1B8B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6079" y="1447935"/>
            <a:ext cx="525054" cy="1235797"/>
          </a:xfrm>
          <a:prstGeom prst="rect">
            <a:avLst/>
          </a:prstGeom>
        </p:spPr>
      </p:pic>
      <p:pic>
        <p:nvPicPr>
          <p:cNvPr id="6" name="Grafik 5">
            <a:extLst>
              <a:ext uri="{FF2B5EF4-FFF2-40B4-BE49-F238E27FC236}">
                <a16:creationId xmlns:a16="http://schemas.microsoft.com/office/drawing/2014/main" id="{A67D5E6D-0006-4D49-8AFC-587B1B3A9029}"/>
              </a:ext>
            </a:extLst>
          </p:cNvPr>
          <p:cNvPicPr>
            <a:picLocks noChangeAspect="1"/>
          </p:cNvPicPr>
          <p:nvPr/>
        </p:nvPicPr>
        <p:blipFill>
          <a:blip r:embed="rId3"/>
          <a:stretch>
            <a:fillRect/>
          </a:stretch>
        </p:blipFill>
        <p:spPr>
          <a:xfrm>
            <a:off x="160867" y="1447935"/>
            <a:ext cx="3031615" cy="1910549"/>
          </a:xfrm>
          <a:prstGeom prst="rect">
            <a:avLst/>
          </a:prstGeom>
        </p:spPr>
      </p:pic>
      <p:sp>
        <p:nvSpPr>
          <p:cNvPr id="7" name="Text Box 23">
            <a:extLst>
              <a:ext uri="{FF2B5EF4-FFF2-40B4-BE49-F238E27FC236}">
                <a16:creationId xmlns:a16="http://schemas.microsoft.com/office/drawing/2014/main" id="{60B0F035-C2DB-4E0C-9FDC-DA9F3D0B5D4F}"/>
              </a:ext>
            </a:extLst>
          </p:cNvPr>
          <p:cNvSpPr txBox="1">
            <a:spLocks noChangeArrowheads="1"/>
          </p:cNvSpPr>
          <p:nvPr/>
        </p:nvSpPr>
        <p:spPr bwMode="auto">
          <a:xfrm>
            <a:off x="160867" y="3860254"/>
            <a:ext cx="3624263" cy="17843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000" u="sng" dirty="0">
                <a:latin typeface="Arial" panose="020B0604020202020204" pitchFamily="34" charset="0"/>
                <a:cs typeface="Arial" panose="020B0604020202020204" pitchFamily="34" charset="0"/>
              </a:rPr>
              <a:t>Definition der Schaltvariablen:</a:t>
            </a:r>
          </a:p>
          <a:p>
            <a:pPr eaLnBrk="1" hangingPunct="1">
              <a:spcBef>
                <a:spcPct val="50000"/>
              </a:spcBef>
              <a:buClrTx/>
              <a:buSzTx/>
              <a:buFontTx/>
              <a:buNone/>
            </a:pPr>
            <a:r>
              <a:rPr lang="de-DE" altLang="de-DE" sz="2000" dirty="0">
                <a:latin typeface="Arial" panose="020B0604020202020204" pitchFamily="34" charset="0"/>
                <a:cs typeface="Arial" panose="020B0604020202020204" pitchFamily="34" charset="0"/>
              </a:rPr>
              <a:t>x</a:t>
            </a:r>
            <a:r>
              <a:rPr lang="de-DE" altLang="de-DE" sz="2000" baseline="-25000" dirty="0">
                <a:latin typeface="Arial" panose="020B0604020202020204" pitchFamily="34" charset="0"/>
                <a:cs typeface="Arial" panose="020B0604020202020204" pitchFamily="34" charset="0"/>
              </a:rPr>
              <a:t>1</a:t>
            </a:r>
            <a:r>
              <a:rPr lang="de-DE" altLang="de-DE" sz="2000" dirty="0">
                <a:latin typeface="Arial" panose="020B0604020202020204" pitchFamily="34" charset="0"/>
                <a:cs typeface="Arial" panose="020B0604020202020204" pitchFamily="34" charset="0"/>
              </a:rPr>
              <a:t>: „Tür geschlossen?“ </a:t>
            </a:r>
          </a:p>
          <a:p>
            <a:pPr eaLnBrk="1" hangingPunct="1">
              <a:spcBef>
                <a:spcPct val="50000"/>
              </a:spcBef>
              <a:buClrTx/>
              <a:buSzTx/>
              <a:buFontTx/>
              <a:buNone/>
            </a:pPr>
            <a:r>
              <a:rPr lang="de-DE" altLang="de-DE" sz="2000" dirty="0">
                <a:latin typeface="Arial" panose="020B0604020202020204" pitchFamily="34" charset="0"/>
                <a:cs typeface="Arial" panose="020B0604020202020204" pitchFamily="34" charset="0"/>
              </a:rPr>
              <a:t>x</a:t>
            </a:r>
            <a:r>
              <a:rPr lang="de-DE" altLang="de-DE" sz="2000" baseline="-25000" dirty="0">
                <a:latin typeface="Arial" panose="020B0604020202020204" pitchFamily="34" charset="0"/>
                <a:cs typeface="Arial" panose="020B0604020202020204" pitchFamily="34" charset="0"/>
              </a:rPr>
              <a:t>2</a:t>
            </a:r>
            <a:r>
              <a:rPr lang="de-DE" altLang="de-DE" sz="2000" dirty="0">
                <a:latin typeface="Arial" panose="020B0604020202020204" pitchFamily="34" charset="0"/>
                <a:cs typeface="Arial" panose="020B0604020202020204" pitchFamily="34" charset="0"/>
              </a:rPr>
              <a:t>: „Knopf gedrückt?“</a:t>
            </a:r>
          </a:p>
          <a:p>
            <a:pPr eaLnBrk="1" hangingPunct="1">
              <a:spcBef>
                <a:spcPct val="50000"/>
              </a:spcBef>
              <a:buClrTx/>
              <a:buSzTx/>
              <a:buFontTx/>
              <a:buNone/>
            </a:pPr>
            <a:r>
              <a:rPr lang="de-DE" altLang="de-DE" sz="2000" dirty="0">
                <a:latin typeface="Arial" panose="020B0604020202020204" pitchFamily="34" charset="0"/>
                <a:cs typeface="Arial" panose="020B0604020202020204" pitchFamily="34" charset="0"/>
              </a:rPr>
              <a:t>y : „Motor läuft?“</a:t>
            </a:r>
          </a:p>
        </p:txBody>
      </p:sp>
      <p:sp>
        <p:nvSpPr>
          <p:cNvPr id="9" name="Text Box 24">
            <a:extLst>
              <a:ext uri="{FF2B5EF4-FFF2-40B4-BE49-F238E27FC236}">
                <a16:creationId xmlns:a16="http://schemas.microsoft.com/office/drawing/2014/main" id="{C0D62CD7-76FF-4367-9BE0-BE3C711A6495}"/>
              </a:ext>
            </a:extLst>
          </p:cNvPr>
          <p:cNvSpPr txBox="1">
            <a:spLocks noChangeArrowheads="1"/>
          </p:cNvSpPr>
          <p:nvPr/>
        </p:nvSpPr>
        <p:spPr bwMode="auto">
          <a:xfrm>
            <a:off x="3881256" y="1276897"/>
            <a:ext cx="4908550" cy="1616075"/>
          </a:xfrm>
          <a:prstGeom prst="rect">
            <a:avLst/>
          </a:prstGeom>
          <a:solidFill>
            <a:srgbClr val="EFFAFF"/>
          </a:solidFill>
          <a:ln w="9525">
            <a:solidFill>
              <a:schemeClr val="accent5">
                <a:lumMod val="40000"/>
                <a:lumOff val="60000"/>
              </a:schemeClr>
            </a:solidFill>
            <a:miter lim="800000"/>
            <a:headEnd/>
            <a:tailEnd/>
          </a:ln>
          <a:effectLst>
            <a:prstShdw prst="shdw17" dist="17961" dir="2700000">
              <a:srgbClr val="8F9699"/>
            </a:prstShdw>
          </a:effectLs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b="1" dirty="0">
                <a:latin typeface="Arial" panose="020B0604020202020204" pitchFamily="34" charset="0"/>
                <a:cs typeface="Arial" panose="020B0604020202020204" pitchFamily="34" charset="0"/>
              </a:rPr>
              <a:t>Schaltvariablen</a:t>
            </a:r>
            <a:r>
              <a:rPr lang="de-DE" altLang="de-DE" sz="2000" dirty="0">
                <a:latin typeface="Arial" panose="020B0604020202020204" pitchFamily="34" charset="0"/>
                <a:cs typeface="Arial" panose="020B0604020202020204" pitchFamily="34" charset="0"/>
              </a:rPr>
              <a:t> bzw. logische Variablen können nur zwei Werte annehmen:</a:t>
            </a:r>
          </a:p>
          <a:p>
            <a:pP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cs typeface="Arial" panose="020B0604020202020204" pitchFamily="34" charset="0"/>
              </a:rPr>
              <a:t> 0   bzw. </a:t>
            </a:r>
            <a:r>
              <a:rPr lang="de-DE" altLang="de-DE" sz="2000" dirty="0" err="1">
                <a:latin typeface="Arial" panose="020B0604020202020204" pitchFamily="34" charset="0"/>
                <a:cs typeface="Arial" panose="020B0604020202020204" pitchFamily="34" charset="0"/>
              </a:rPr>
              <a:t>false</a:t>
            </a:r>
            <a:r>
              <a:rPr lang="de-DE" altLang="de-DE" sz="2000" dirty="0">
                <a:latin typeface="Arial" panose="020B0604020202020204" pitchFamily="34" charset="0"/>
                <a:cs typeface="Arial" panose="020B0604020202020204" pitchFamily="34" charset="0"/>
              </a:rPr>
              <a:t>,  „nein“		oder</a:t>
            </a:r>
          </a:p>
          <a:p>
            <a:pP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   bzw. </a:t>
            </a:r>
            <a:r>
              <a:rPr lang="de-DE" altLang="de-DE" sz="2000" dirty="0" err="1">
                <a:latin typeface="Arial" panose="020B0604020202020204" pitchFamily="34" charset="0"/>
                <a:cs typeface="Arial" panose="020B0604020202020204" pitchFamily="34" charset="0"/>
              </a:rPr>
              <a:t>true</a:t>
            </a:r>
            <a:r>
              <a:rPr lang="de-DE" altLang="de-DE" sz="2000" dirty="0">
                <a:latin typeface="Arial" panose="020B0604020202020204" pitchFamily="34" charset="0"/>
                <a:cs typeface="Arial" panose="020B0604020202020204" pitchFamily="34" charset="0"/>
              </a:rPr>
              <a:t>,   „ja“	</a:t>
            </a:r>
          </a:p>
        </p:txBody>
      </p:sp>
      <p:sp>
        <p:nvSpPr>
          <p:cNvPr id="10" name="Text Box 6">
            <a:extLst>
              <a:ext uri="{FF2B5EF4-FFF2-40B4-BE49-F238E27FC236}">
                <a16:creationId xmlns:a16="http://schemas.microsoft.com/office/drawing/2014/main" id="{2715C490-A4ED-4293-910C-79FACFA2B4E1}"/>
              </a:ext>
            </a:extLst>
          </p:cNvPr>
          <p:cNvSpPr txBox="1">
            <a:spLocks noChangeArrowheads="1"/>
          </p:cNvSpPr>
          <p:nvPr/>
        </p:nvSpPr>
        <p:spPr bwMode="auto">
          <a:xfrm>
            <a:off x="5186382" y="3069719"/>
            <a:ext cx="4321175"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000" dirty="0"/>
              <a:t>Übung: 	Interpretieren Sie die 	folgenden Systemzustände:</a:t>
            </a:r>
          </a:p>
          <a:p>
            <a:pPr eaLnBrk="1" hangingPunct="1">
              <a:spcBef>
                <a:spcPct val="50000"/>
              </a:spcBef>
              <a:buClrTx/>
              <a:buSzTx/>
              <a:buFontTx/>
              <a:buAutoNum type="alphaLcParenR"/>
            </a:pPr>
            <a:r>
              <a:rPr lang="de-DE" altLang="de-DE" sz="2000" dirty="0"/>
              <a:t>x</a:t>
            </a:r>
            <a:r>
              <a:rPr lang="de-DE" altLang="de-DE" sz="2000" baseline="-25000" dirty="0"/>
              <a:t>1</a:t>
            </a:r>
            <a:r>
              <a:rPr lang="de-DE" altLang="de-DE" sz="2000" dirty="0"/>
              <a:t>=1,  x</a:t>
            </a:r>
            <a:r>
              <a:rPr lang="de-DE" altLang="de-DE" sz="2000" baseline="-25000" dirty="0"/>
              <a:t>2</a:t>
            </a:r>
            <a:r>
              <a:rPr lang="de-DE" altLang="de-DE" sz="2000" dirty="0"/>
              <a:t>=0</a:t>
            </a:r>
          </a:p>
          <a:p>
            <a:pPr eaLnBrk="1" hangingPunct="1">
              <a:spcBef>
                <a:spcPct val="50000"/>
              </a:spcBef>
              <a:buClrTx/>
              <a:buSzTx/>
              <a:buFontTx/>
              <a:buAutoNum type="alphaLcParenR"/>
            </a:pPr>
            <a:r>
              <a:rPr lang="de-DE" altLang="de-DE" sz="2000" dirty="0"/>
              <a:t>x</a:t>
            </a:r>
            <a:r>
              <a:rPr lang="de-DE" altLang="de-DE" sz="2000" baseline="-25000" dirty="0"/>
              <a:t>1</a:t>
            </a:r>
            <a:r>
              <a:rPr lang="de-DE" altLang="de-DE" sz="2000" dirty="0"/>
              <a:t>=0,  x</a:t>
            </a:r>
            <a:r>
              <a:rPr lang="de-DE" altLang="de-DE" sz="2000" baseline="-25000" dirty="0"/>
              <a:t>2</a:t>
            </a:r>
            <a:r>
              <a:rPr lang="de-DE" altLang="de-DE" sz="2000" dirty="0"/>
              <a:t>=1</a:t>
            </a:r>
          </a:p>
          <a:p>
            <a:pPr eaLnBrk="1" hangingPunct="1">
              <a:spcBef>
                <a:spcPct val="50000"/>
              </a:spcBef>
              <a:buClrTx/>
              <a:buSzTx/>
              <a:buFontTx/>
              <a:buAutoNum type="alphaLcParenR"/>
            </a:pPr>
            <a:r>
              <a:rPr lang="de-DE" altLang="de-DE" sz="2000" dirty="0"/>
              <a:t>Ergänzen Sie</a:t>
            </a:r>
            <a:br>
              <a:rPr lang="de-DE" altLang="de-DE" sz="2000" dirty="0"/>
            </a:br>
            <a:r>
              <a:rPr lang="de-DE" altLang="de-DE" sz="2000" dirty="0"/>
              <a:t>in der </a:t>
            </a:r>
            <a:r>
              <a:rPr lang="de-DE" altLang="de-DE" sz="2000" b="1" dirty="0"/>
              <a:t>Schalttabelle</a:t>
            </a:r>
            <a:br>
              <a:rPr lang="de-DE" altLang="de-DE" sz="2000" dirty="0"/>
            </a:br>
            <a:r>
              <a:rPr lang="de-DE" altLang="de-DE" sz="2000" dirty="0"/>
              <a:t>das gewünschte</a:t>
            </a:r>
            <a:br>
              <a:rPr lang="de-DE" altLang="de-DE" sz="2000" dirty="0"/>
            </a:br>
            <a:r>
              <a:rPr lang="de-DE" altLang="de-DE" sz="2000" dirty="0"/>
              <a:t>Ausgabe-Verhalten („und“):</a:t>
            </a:r>
          </a:p>
        </p:txBody>
      </p:sp>
      <p:sp>
        <p:nvSpPr>
          <p:cNvPr id="11" name="Text Box 16">
            <a:extLst>
              <a:ext uri="{FF2B5EF4-FFF2-40B4-BE49-F238E27FC236}">
                <a16:creationId xmlns:a16="http://schemas.microsoft.com/office/drawing/2014/main" id="{87EE0A5C-0967-410B-BEC6-84F35583D5EA}"/>
              </a:ext>
            </a:extLst>
          </p:cNvPr>
          <p:cNvSpPr txBox="1">
            <a:spLocks noChangeArrowheads="1"/>
          </p:cNvSpPr>
          <p:nvPr/>
        </p:nvSpPr>
        <p:spPr bwMode="auto">
          <a:xfrm>
            <a:off x="10040957" y="3860254"/>
            <a:ext cx="533400" cy="2225675"/>
          </a:xfrm>
          <a:prstGeom prst="rect">
            <a:avLst/>
          </a:prstGeom>
          <a:solidFill>
            <a:schemeClr val="accent6">
              <a:lumMod val="40000"/>
              <a:lumOff val="60000"/>
            </a:schemeClr>
          </a:solidFill>
          <a:ln>
            <a:noFill/>
          </a:ln>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2" name="Text Box 17">
            <a:extLst>
              <a:ext uri="{FF2B5EF4-FFF2-40B4-BE49-F238E27FC236}">
                <a16:creationId xmlns:a16="http://schemas.microsoft.com/office/drawing/2014/main" id="{4D800C01-107A-4627-8486-20D6A2FECEC8}"/>
              </a:ext>
            </a:extLst>
          </p:cNvPr>
          <p:cNvSpPr txBox="1">
            <a:spLocks noChangeArrowheads="1"/>
          </p:cNvSpPr>
          <p:nvPr/>
        </p:nvSpPr>
        <p:spPr bwMode="auto">
          <a:xfrm>
            <a:off x="10574357" y="3860254"/>
            <a:ext cx="533400" cy="2225675"/>
          </a:xfrm>
          <a:prstGeom prst="rect">
            <a:avLst/>
          </a:prstGeom>
          <a:solidFill>
            <a:schemeClr val="accent6">
              <a:lumMod val="40000"/>
              <a:lumOff val="60000"/>
            </a:schemeClr>
          </a:solidFill>
          <a:ln>
            <a:noFill/>
          </a:ln>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2</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3" name="Text Box 18">
            <a:extLst>
              <a:ext uri="{FF2B5EF4-FFF2-40B4-BE49-F238E27FC236}">
                <a16:creationId xmlns:a16="http://schemas.microsoft.com/office/drawing/2014/main" id="{B69B181F-B2F5-45C6-82B2-4D0410FB1045}"/>
              </a:ext>
            </a:extLst>
          </p:cNvPr>
          <p:cNvSpPr txBox="1">
            <a:spLocks noChangeArrowheads="1"/>
          </p:cNvSpPr>
          <p:nvPr/>
        </p:nvSpPr>
        <p:spPr bwMode="auto">
          <a:xfrm>
            <a:off x="11107757" y="3860254"/>
            <a:ext cx="533400" cy="2225675"/>
          </a:xfrm>
          <a:prstGeom prst="rect">
            <a:avLst/>
          </a:prstGeom>
          <a:solidFill>
            <a:schemeClr val="accent6">
              <a:lumMod val="40000"/>
              <a:lumOff val="60000"/>
            </a:schemeClr>
          </a:solidFill>
          <a:ln>
            <a:noFill/>
          </a:ln>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4" name="Textfeld 13">
            <a:extLst>
              <a:ext uri="{FF2B5EF4-FFF2-40B4-BE49-F238E27FC236}">
                <a16:creationId xmlns:a16="http://schemas.microsoft.com/office/drawing/2014/main" id="{9CC0AD88-B29A-4FEB-A3E8-C56E31155315}"/>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Tree>
    <p:extLst>
      <p:ext uri="{BB962C8B-B14F-4D97-AF65-F5344CB8AC3E}">
        <p14:creationId xmlns:p14="http://schemas.microsoft.com/office/powerpoint/2010/main" val="3967086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 calcmode="lin" valueType="num">
                                      <p:cBhvr additive="base">
                                        <p:cTn id="7" dur="500" fill="hold"/>
                                        <p:tgtEl>
                                          <p:spTgt spid="13">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anim calcmode="lin" valueType="num">
                                      <p:cBhvr additive="base">
                                        <p:cTn id="13" dur="500" fill="hold"/>
                                        <p:tgtEl>
                                          <p:spTgt spid="13">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anim calcmode="lin" valueType="num">
                                      <p:cBhvr additive="base">
                                        <p:cTn id="19" dur="500" fill="hold"/>
                                        <p:tgtEl>
                                          <p:spTgt spid="1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807FB7-6C9D-4951-A617-4E836F78369F}"/>
              </a:ext>
            </a:extLst>
          </p:cNvPr>
          <p:cNvSpPr>
            <a:spLocks noGrp="1"/>
          </p:cNvSpPr>
          <p:nvPr>
            <p:ph type="title"/>
          </p:nvPr>
        </p:nvSpPr>
        <p:spPr/>
        <p:txBody>
          <a:bodyPr>
            <a:normAutofit/>
          </a:bodyPr>
          <a:lstStyle/>
          <a:p>
            <a:r>
              <a:rPr lang="de-DE" sz="4000" dirty="0"/>
              <a:t>Logik-basierte Systembeschreibung</a:t>
            </a:r>
          </a:p>
        </p:txBody>
      </p:sp>
      <p:pic>
        <p:nvPicPr>
          <p:cNvPr id="4" name="Grafik 3">
            <a:extLst>
              <a:ext uri="{FF2B5EF4-FFF2-40B4-BE49-F238E27FC236}">
                <a16:creationId xmlns:a16="http://schemas.microsoft.com/office/drawing/2014/main" id="{63947784-E19E-47DE-9CE3-6D9F1329D36F}"/>
              </a:ext>
            </a:extLst>
          </p:cNvPr>
          <p:cNvPicPr>
            <a:picLocks noChangeAspect="1"/>
          </p:cNvPicPr>
          <p:nvPr/>
        </p:nvPicPr>
        <p:blipFill>
          <a:blip r:embed="rId2"/>
          <a:stretch>
            <a:fillRect/>
          </a:stretch>
        </p:blipFill>
        <p:spPr>
          <a:xfrm>
            <a:off x="658505" y="1254758"/>
            <a:ext cx="3113396" cy="1899607"/>
          </a:xfrm>
          <a:prstGeom prst="rect">
            <a:avLst/>
          </a:prstGeom>
        </p:spPr>
      </p:pic>
      <p:sp>
        <p:nvSpPr>
          <p:cNvPr id="5" name="Text Box 27">
            <a:extLst>
              <a:ext uri="{FF2B5EF4-FFF2-40B4-BE49-F238E27FC236}">
                <a16:creationId xmlns:a16="http://schemas.microsoft.com/office/drawing/2014/main" id="{2C6B8210-B044-4D2A-9D09-75BE39A910BE}"/>
              </a:ext>
            </a:extLst>
          </p:cNvPr>
          <p:cNvSpPr txBox="1">
            <a:spLocks noChangeArrowheads="1"/>
          </p:cNvSpPr>
          <p:nvPr/>
        </p:nvSpPr>
        <p:spPr bwMode="auto">
          <a:xfrm>
            <a:off x="6333067" y="1548923"/>
            <a:ext cx="4343400" cy="1311275"/>
          </a:xfrm>
          <a:prstGeom prst="rect">
            <a:avLst/>
          </a:prstGeom>
          <a:noFill/>
          <a:ln>
            <a:noFill/>
          </a:ln>
          <a:effectLst>
            <a:prstShdw prst="shdw17" dist="17961" dir="2700000">
              <a:srgbClr val="84979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kumimoji="1" lang="de-AT" altLang="de-DE" sz="2000" dirty="0">
                <a:cs typeface="Times New Roman" panose="02020603050405020304" pitchFamily="18" charset="0"/>
              </a:rPr>
              <a:t>Beschreibung des Systemverhaltens durch eine</a:t>
            </a:r>
          </a:p>
          <a:p>
            <a:pPr>
              <a:spcBef>
                <a:spcPct val="0"/>
              </a:spcBef>
              <a:buClrTx/>
              <a:buSzTx/>
              <a:buFontTx/>
              <a:buNone/>
            </a:pPr>
            <a:r>
              <a:rPr kumimoji="1" lang="de-AT" altLang="de-DE" sz="2000" b="1" dirty="0">
                <a:cs typeface="Times New Roman" panose="02020603050405020304" pitchFamily="18" charset="0"/>
              </a:rPr>
              <a:t>aussagenlogische Formel</a:t>
            </a:r>
            <a:r>
              <a:rPr kumimoji="1" lang="de-AT" altLang="de-DE" sz="2000" dirty="0">
                <a:cs typeface="Times New Roman" panose="02020603050405020304" pitchFamily="18" charset="0"/>
              </a:rPr>
              <a:t> (</a:t>
            </a:r>
            <a:r>
              <a:rPr kumimoji="1" lang="de-AT" altLang="de-DE" sz="2000" b="1" dirty="0">
                <a:cs typeface="Times New Roman" panose="02020603050405020304" pitchFamily="18" charset="0"/>
              </a:rPr>
              <a:t>Schaltfunktion</a:t>
            </a:r>
            <a:r>
              <a:rPr kumimoji="1" lang="de-AT" altLang="de-DE" sz="2000" dirty="0">
                <a:cs typeface="Times New Roman" panose="02020603050405020304" pitchFamily="18" charset="0"/>
              </a:rPr>
              <a:t>):</a:t>
            </a:r>
          </a:p>
        </p:txBody>
      </p:sp>
      <p:sp>
        <p:nvSpPr>
          <p:cNvPr id="6" name="Text Box 50">
            <a:extLst>
              <a:ext uri="{FF2B5EF4-FFF2-40B4-BE49-F238E27FC236}">
                <a16:creationId xmlns:a16="http://schemas.microsoft.com/office/drawing/2014/main" id="{DAA65C28-6307-4801-A53A-E97E321FFDD7}"/>
              </a:ext>
            </a:extLst>
          </p:cNvPr>
          <p:cNvSpPr txBox="1">
            <a:spLocks noChangeArrowheads="1"/>
          </p:cNvSpPr>
          <p:nvPr/>
        </p:nvSpPr>
        <p:spPr bwMode="auto">
          <a:xfrm>
            <a:off x="6096000" y="3103562"/>
            <a:ext cx="5724525"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1800" dirty="0"/>
              <a:t>„Motor 	    </a:t>
            </a:r>
            <a:r>
              <a:rPr lang="de-DE" altLang="de-DE" sz="1800" b="1" dirty="0" err="1"/>
              <a:t>gdw</a:t>
            </a:r>
            <a:r>
              <a:rPr lang="de-DE" altLang="de-DE" sz="1800" dirty="0"/>
              <a:t>	   „Tür ist          </a:t>
            </a:r>
            <a:r>
              <a:rPr lang="de-DE" altLang="de-DE" sz="1800" b="1" dirty="0">
                <a:solidFill>
                  <a:schemeClr val="hlink"/>
                </a:solidFill>
              </a:rPr>
              <a:t>und</a:t>
            </a:r>
            <a:r>
              <a:rPr lang="de-DE" altLang="de-DE" sz="1800" dirty="0"/>
              <a:t>     „Knopf ist</a:t>
            </a:r>
            <a:br>
              <a:rPr lang="de-DE" altLang="de-DE" sz="1800" dirty="0"/>
            </a:br>
            <a:r>
              <a:rPr lang="de-DE" altLang="de-DE" sz="1800" dirty="0"/>
              <a:t> läuft“		   geschlossen“	          gedrückt“</a:t>
            </a:r>
            <a:endParaRPr lang="de-DE" altLang="de-DE" sz="2000" dirty="0"/>
          </a:p>
        </p:txBody>
      </p:sp>
      <p:sp>
        <p:nvSpPr>
          <p:cNvPr id="7" name="AutoShape 70">
            <a:extLst>
              <a:ext uri="{FF2B5EF4-FFF2-40B4-BE49-F238E27FC236}">
                <a16:creationId xmlns:a16="http://schemas.microsoft.com/office/drawing/2014/main" id="{E1DB1901-51FC-4D61-9E16-C06011CAD34D}"/>
              </a:ext>
            </a:extLst>
          </p:cNvPr>
          <p:cNvSpPr>
            <a:spLocks noChangeArrowheads="1"/>
          </p:cNvSpPr>
          <p:nvPr/>
        </p:nvSpPr>
        <p:spPr bwMode="auto">
          <a:xfrm>
            <a:off x="7967661" y="4615717"/>
            <a:ext cx="1981200" cy="408623"/>
          </a:xfrm>
          <a:prstGeom prst="wedgeRoundRectCallout">
            <a:avLst>
              <a:gd name="adj1" fmla="val 43111"/>
              <a:gd name="adj2" fmla="val -99403"/>
              <a:gd name="adj3" fmla="val 16667"/>
            </a:avLst>
          </a:prstGeom>
          <a:solidFill>
            <a:srgbClr val="FDFDCB"/>
          </a:solidFill>
          <a:ln w="9525">
            <a:solidFill>
              <a:srgbClr val="000000"/>
            </a:solidFill>
            <a:miter lim="800000"/>
            <a:headEnd/>
            <a:tailEnd/>
          </a:ln>
        </p:spPr>
        <p:txBody>
          <a:bodyPr lIns="54000" rIns="540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b="1">
                <a:solidFill>
                  <a:schemeClr val="hlink"/>
                </a:solidFill>
                <a:cs typeface="Times New Roman" panose="02020603050405020304" pitchFamily="18" charset="0"/>
              </a:rPr>
              <a:t>UND</a:t>
            </a:r>
            <a:r>
              <a:rPr kumimoji="1" lang="de-AT" altLang="de-DE" sz="1800">
                <a:cs typeface="Times New Roman" panose="02020603050405020304" pitchFamily="18" charset="0"/>
              </a:rPr>
              <a:t>-Operator</a:t>
            </a:r>
            <a:endParaRPr kumimoji="1" lang="de-AT" altLang="de-DE" sz="1800">
              <a:latin typeface="Arial" panose="020B0604020202020204" pitchFamily="34" charset="0"/>
            </a:endParaRPr>
          </a:p>
        </p:txBody>
      </p:sp>
      <p:sp>
        <p:nvSpPr>
          <p:cNvPr id="8" name="Text Box 71">
            <a:extLst>
              <a:ext uri="{FF2B5EF4-FFF2-40B4-BE49-F238E27FC236}">
                <a16:creationId xmlns:a16="http://schemas.microsoft.com/office/drawing/2014/main" id="{D4C48A26-55D8-4F00-8740-9594D6370916}"/>
              </a:ext>
            </a:extLst>
          </p:cNvPr>
          <p:cNvSpPr txBox="1">
            <a:spLocks noChangeArrowheads="1"/>
          </p:cNvSpPr>
          <p:nvPr/>
        </p:nvSpPr>
        <p:spPr bwMode="auto">
          <a:xfrm>
            <a:off x="6095999" y="3976445"/>
            <a:ext cx="5724525" cy="519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tIns="10800" rIns="54000" bIns="1080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t>    y 	     =	        x</a:t>
            </a:r>
            <a:r>
              <a:rPr lang="de-DE" altLang="de-DE" sz="2000" baseline="-25000"/>
              <a:t>1</a:t>
            </a:r>
            <a:r>
              <a:rPr lang="de-DE" altLang="de-DE" sz="2000"/>
              <a:t>           </a:t>
            </a:r>
            <a:r>
              <a:rPr lang="de-DE" altLang="de-DE" b="1">
                <a:solidFill>
                  <a:schemeClr val="hlink"/>
                </a:solidFill>
                <a:sym typeface="Symbol" panose="05050102010706020507" pitchFamily="18" charset="2"/>
              </a:rPr>
              <a:t></a:t>
            </a:r>
            <a:r>
              <a:rPr lang="de-DE" altLang="de-DE" sz="2000">
                <a:sym typeface="Symbol" panose="05050102010706020507" pitchFamily="18" charset="2"/>
              </a:rPr>
              <a:t> 	  </a:t>
            </a:r>
            <a:r>
              <a:rPr lang="de-DE" altLang="de-DE" sz="2000"/>
              <a:t>x</a:t>
            </a:r>
            <a:r>
              <a:rPr lang="de-DE" altLang="de-DE" sz="2000" baseline="-25000"/>
              <a:t>2</a:t>
            </a:r>
            <a:r>
              <a:rPr lang="de-DE" altLang="de-DE" sz="2000"/>
              <a:t> </a:t>
            </a:r>
          </a:p>
        </p:txBody>
      </p:sp>
      <p:grpSp>
        <p:nvGrpSpPr>
          <p:cNvPr id="9" name="Group 72">
            <a:extLst>
              <a:ext uri="{FF2B5EF4-FFF2-40B4-BE49-F238E27FC236}">
                <a16:creationId xmlns:a16="http://schemas.microsoft.com/office/drawing/2014/main" id="{94886E5E-CE11-48DF-8470-B4A74F631872}"/>
              </a:ext>
            </a:extLst>
          </p:cNvPr>
          <p:cNvGrpSpPr>
            <a:grpSpLocks/>
          </p:cNvGrpSpPr>
          <p:nvPr/>
        </p:nvGrpSpPr>
        <p:grpSpPr bwMode="auto">
          <a:xfrm>
            <a:off x="4302206" y="3754437"/>
            <a:ext cx="1600200" cy="2225675"/>
            <a:chOff x="2799" y="2754"/>
            <a:chExt cx="1008" cy="1402"/>
          </a:xfrm>
        </p:grpSpPr>
        <p:sp>
          <p:nvSpPr>
            <p:cNvPr id="10" name="Text Box 73">
              <a:extLst>
                <a:ext uri="{FF2B5EF4-FFF2-40B4-BE49-F238E27FC236}">
                  <a16:creationId xmlns:a16="http://schemas.microsoft.com/office/drawing/2014/main" id="{137615D3-0988-419C-8C7F-EDDC6C4664C3}"/>
                </a:ext>
              </a:extLst>
            </p:cNvPr>
            <p:cNvSpPr txBox="1">
              <a:spLocks noChangeArrowheads="1"/>
            </p:cNvSpPr>
            <p:nvPr/>
          </p:nvSpPr>
          <p:spPr bwMode="auto">
            <a:xfrm>
              <a:off x="2799"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1" name="Text Box 74">
              <a:extLst>
                <a:ext uri="{FF2B5EF4-FFF2-40B4-BE49-F238E27FC236}">
                  <a16:creationId xmlns:a16="http://schemas.microsoft.com/office/drawing/2014/main" id="{2361851C-6D9E-4169-92DF-A0E0F6CCF7D8}"/>
                </a:ext>
              </a:extLst>
            </p:cNvPr>
            <p:cNvSpPr txBox="1">
              <a:spLocks noChangeArrowheads="1"/>
            </p:cNvSpPr>
            <p:nvPr/>
          </p:nvSpPr>
          <p:spPr bwMode="auto">
            <a:xfrm>
              <a:off x="3135"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2</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2" name="Text Box 75">
              <a:extLst>
                <a:ext uri="{FF2B5EF4-FFF2-40B4-BE49-F238E27FC236}">
                  <a16:creationId xmlns:a16="http://schemas.microsoft.com/office/drawing/2014/main" id="{1BCE4099-AD5E-49C9-AC52-1ED3CC704796}"/>
                </a:ext>
              </a:extLst>
            </p:cNvPr>
            <p:cNvSpPr txBox="1">
              <a:spLocks noChangeArrowheads="1"/>
            </p:cNvSpPr>
            <p:nvPr/>
          </p:nvSpPr>
          <p:spPr bwMode="auto">
            <a:xfrm>
              <a:off x="3471"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3" name="Rectangle 76">
              <a:extLst>
                <a:ext uri="{FF2B5EF4-FFF2-40B4-BE49-F238E27FC236}">
                  <a16:creationId xmlns:a16="http://schemas.microsoft.com/office/drawing/2014/main" id="{4811A1A5-2E82-4097-9904-AC747FF41514}"/>
                </a:ext>
              </a:extLst>
            </p:cNvPr>
            <p:cNvSpPr>
              <a:spLocks noChangeArrowheads="1"/>
            </p:cNvSpPr>
            <p:nvPr/>
          </p:nvSpPr>
          <p:spPr bwMode="auto">
            <a:xfrm>
              <a:off x="2799" y="3266"/>
              <a:ext cx="1008" cy="36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14" name="Line 77">
              <a:extLst>
                <a:ext uri="{FF2B5EF4-FFF2-40B4-BE49-F238E27FC236}">
                  <a16:creationId xmlns:a16="http://schemas.microsoft.com/office/drawing/2014/main" id="{C74BC493-FD57-4C8C-BD76-010547F24882}"/>
                </a:ext>
              </a:extLst>
            </p:cNvPr>
            <p:cNvSpPr>
              <a:spLocks noChangeShapeType="1"/>
            </p:cNvSpPr>
            <p:nvPr/>
          </p:nvSpPr>
          <p:spPr bwMode="auto">
            <a:xfrm>
              <a:off x="2799" y="3042"/>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5" name="Line 78">
              <a:extLst>
                <a:ext uri="{FF2B5EF4-FFF2-40B4-BE49-F238E27FC236}">
                  <a16:creationId xmlns:a16="http://schemas.microsoft.com/office/drawing/2014/main" id="{AF35B6F5-A5B3-432B-B34B-203EF010C202}"/>
                </a:ext>
              </a:extLst>
            </p:cNvPr>
            <p:cNvSpPr>
              <a:spLocks noChangeShapeType="1"/>
            </p:cNvSpPr>
            <p:nvPr/>
          </p:nvSpPr>
          <p:spPr bwMode="auto">
            <a:xfrm>
              <a:off x="3135" y="2754"/>
              <a:ext cx="0"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6" name="Line 79">
              <a:extLst>
                <a:ext uri="{FF2B5EF4-FFF2-40B4-BE49-F238E27FC236}">
                  <a16:creationId xmlns:a16="http://schemas.microsoft.com/office/drawing/2014/main" id="{6CD7F691-7D26-4563-ACB1-269281345C49}"/>
                </a:ext>
              </a:extLst>
            </p:cNvPr>
            <p:cNvSpPr>
              <a:spLocks noChangeShapeType="1"/>
            </p:cNvSpPr>
            <p:nvPr/>
          </p:nvSpPr>
          <p:spPr bwMode="auto">
            <a:xfrm>
              <a:off x="3471" y="2754"/>
              <a:ext cx="0" cy="13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grpSp>
      <p:sp>
        <p:nvSpPr>
          <p:cNvPr id="17" name="Rectangle 90">
            <a:extLst>
              <a:ext uri="{FF2B5EF4-FFF2-40B4-BE49-F238E27FC236}">
                <a16:creationId xmlns:a16="http://schemas.microsoft.com/office/drawing/2014/main" id="{EA1F96CD-2BE3-41F1-9C7C-A6F64CF38799}"/>
              </a:ext>
            </a:extLst>
          </p:cNvPr>
          <p:cNvSpPr>
            <a:spLocks noChangeArrowheads="1"/>
          </p:cNvSpPr>
          <p:nvPr/>
        </p:nvSpPr>
        <p:spPr bwMode="auto">
          <a:xfrm>
            <a:off x="160867" y="3393862"/>
            <a:ext cx="4114800" cy="1018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de-DE" altLang="de-DE" sz="2800" dirty="0">
                <a:solidFill>
                  <a:srgbClr val="009633"/>
                </a:solidFill>
              </a:rPr>
              <a:t>-technische Realisierung</a:t>
            </a:r>
            <a:br>
              <a:rPr lang="de-DE" altLang="de-DE" sz="2800" dirty="0">
                <a:solidFill>
                  <a:srgbClr val="009633"/>
                </a:solidFill>
              </a:rPr>
            </a:br>
            <a:r>
              <a:rPr lang="de-DE" altLang="de-DE" sz="2800" dirty="0">
                <a:solidFill>
                  <a:srgbClr val="009633"/>
                </a:solidFill>
              </a:rPr>
              <a:t>mit Logikbaustein:</a:t>
            </a:r>
          </a:p>
        </p:txBody>
      </p:sp>
      <p:sp>
        <p:nvSpPr>
          <p:cNvPr id="18" name="AutoShape 81">
            <a:extLst>
              <a:ext uri="{FF2B5EF4-FFF2-40B4-BE49-F238E27FC236}">
                <a16:creationId xmlns:a16="http://schemas.microsoft.com/office/drawing/2014/main" id="{896EE864-0A15-4E6F-99C2-9EB036AE4062}"/>
              </a:ext>
            </a:extLst>
          </p:cNvPr>
          <p:cNvSpPr>
            <a:spLocks noChangeArrowheads="1"/>
          </p:cNvSpPr>
          <p:nvPr/>
        </p:nvSpPr>
        <p:spPr bwMode="auto">
          <a:xfrm>
            <a:off x="1096881" y="5557906"/>
            <a:ext cx="1625600" cy="408623"/>
          </a:xfrm>
          <a:prstGeom prst="wedgeRoundRectCallout">
            <a:avLst>
              <a:gd name="adj1" fmla="val -4005"/>
              <a:gd name="adj2" fmla="val -109361"/>
              <a:gd name="adj3" fmla="val 16667"/>
            </a:avLst>
          </a:prstGeom>
          <a:solidFill>
            <a:srgbClr val="FDFDCB"/>
          </a:solidFill>
          <a:ln w="9525">
            <a:solidFill>
              <a:srgbClr val="000000"/>
            </a:solidFill>
            <a:miter lim="800000"/>
            <a:headEnd/>
            <a:tailEnd/>
          </a:ln>
        </p:spPr>
        <p:txBody>
          <a:bodyPr lIns="18000" rIns="180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kumimoji="1" lang="de-AT" altLang="de-DE" sz="1800" b="1" dirty="0">
                <a:solidFill>
                  <a:schemeClr val="hlink"/>
                </a:solidFill>
                <a:cs typeface="Times New Roman" panose="02020603050405020304" pitchFamily="18" charset="0"/>
              </a:rPr>
              <a:t>UND</a:t>
            </a:r>
            <a:r>
              <a:rPr kumimoji="1" lang="de-AT" altLang="de-DE" sz="1800" dirty="0">
                <a:cs typeface="Times New Roman" panose="02020603050405020304" pitchFamily="18" charset="0"/>
              </a:rPr>
              <a:t>-Gatter</a:t>
            </a:r>
            <a:endParaRPr kumimoji="1" lang="de-AT" altLang="de-DE" sz="1800" dirty="0">
              <a:latin typeface="Arial" panose="020B0604020202020204" pitchFamily="34" charset="0"/>
            </a:endParaRPr>
          </a:p>
        </p:txBody>
      </p:sp>
      <p:grpSp>
        <p:nvGrpSpPr>
          <p:cNvPr id="19" name="Group 91">
            <a:extLst>
              <a:ext uri="{FF2B5EF4-FFF2-40B4-BE49-F238E27FC236}">
                <a16:creationId xmlns:a16="http://schemas.microsoft.com/office/drawing/2014/main" id="{8B1F39DD-A620-46A7-A675-BD8437966E2A}"/>
              </a:ext>
            </a:extLst>
          </p:cNvPr>
          <p:cNvGrpSpPr>
            <a:grpSpLocks/>
          </p:cNvGrpSpPr>
          <p:nvPr/>
        </p:nvGrpSpPr>
        <p:grpSpPr bwMode="auto">
          <a:xfrm>
            <a:off x="852390" y="4495558"/>
            <a:ext cx="2184400" cy="762000"/>
            <a:chOff x="2304" y="3036"/>
            <a:chExt cx="1376" cy="480"/>
          </a:xfrm>
        </p:grpSpPr>
        <p:sp>
          <p:nvSpPr>
            <p:cNvPr id="20" name="Line 82">
              <a:extLst>
                <a:ext uri="{FF2B5EF4-FFF2-40B4-BE49-F238E27FC236}">
                  <a16:creationId xmlns:a16="http://schemas.microsoft.com/office/drawing/2014/main" id="{A28036A3-F88E-486A-B089-EDD52BAAC684}"/>
                </a:ext>
              </a:extLst>
            </p:cNvPr>
            <p:cNvSpPr>
              <a:spLocks noChangeShapeType="1"/>
            </p:cNvSpPr>
            <p:nvPr/>
          </p:nvSpPr>
          <p:spPr bwMode="auto">
            <a:xfrm>
              <a:off x="2496" y="3132"/>
              <a:ext cx="3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1" name="Text Box 83">
              <a:extLst>
                <a:ext uri="{FF2B5EF4-FFF2-40B4-BE49-F238E27FC236}">
                  <a16:creationId xmlns:a16="http://schemas.microsoft.com/office/drawing/2014/main" id="{42883808-35F2-4FF6-95EB-4B5C5C73DAAF}"/>
                </a:ext>
              </a:extLst>
            </p:cNvPr>
            <p:cNvSpPr txBox="1">
              <a:spLocks noChangeArrowheads="1"/>
            </p:cNvSpPr>
            <p:nvPr/>
          </p:nvSpPr>
          <p:spPr bwMode="auto">
            <a:xfrm>
              <a:off x="2304" y="3036"/>
              <a:ext cx="1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t>x</a:t>
              </a:r>
              <a:r>
                <a:rPr lang="de-DE" altLang="de-DE" sz="2000" baseline="-25000"/>
                <a:t>1</a:t>
              </a:r>
            </a:p>
          </p:txBody>
        </p:sp>
        <p:sp>
          <p:nvSpPr>
            <p:cNvPr id="22" name="Rectangle 84">
              <a:extLst>
                <a:ext uri="{FF2B5EF4-FFF2-40B4-BE49-F238E27FC236}">
                  <a16:creationId xmlns:a16="http://schemas.microsoft.com/office/drawing/2014/main" id="{6F421039-6C59-4BBE-A9F4-A83E1531E7AF}"/>
                </a:ext>
              </a:extLst>
            </p:cNvPr>
            <p:cNvSpPr>
              <a:spLocks noChangeArrowheads="1"/>
            </p:cNvSpPr>
            <p:nvPr/>
          </p:nvSpPr>
          <p:spPr bwMode="auto">
            <a:xfrm>
              <a:off x="2832" y="3038"/>
              <a:ext cx="328" cy="478"/>
            </a:xfrm>
            <a:prstGeom prst="rect">
              <a:avLst/>
            </a:prstGeom>
            <a:solidFill>
              <a:srgbClr val="D9FFDB"/>
            </a:solidFill>
            <a:ln w="25400">
              <a:solidFill>
                <a:schemeClr val="hlink"/>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3" name="Text Box 85">
              <a:extLst>
                <a:ext uri="{FF2B5EF4-FFF2-40B4-BE49-F238E27FC236}">
                  <a16:creationId xmlns:a16="http://schemas.microsoft.com/office/drawing/2014/main" id="{45831A28-17C2-4483-84F4-1070D4358870}"/>
                </a:ext>
              </a:extLst>
            </p:cNvPr>
            <p:cNvSpPr txBox="1">
              <a:spLocks noChangeArrowheads="1"/>
            </p:cNvSpPr>
            <p:nvPr/>
          </p:nvSpPr>
          <p:spPr bwMode="auto">
            <a:xfrm>
              <a:off x="2884" y="3120"/>
              <a:ext cx="22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dirty="0">
                  <a:solidFill>
                    <a:schemeClr val="hlink"/>
                  </a:solidFill>
                </a:rPr>
                <a:t>&amp;</a:t>
              </a:r>
            </a:p>
          </p:txBody>
        </p:sp>
        <p:sp>
          <p:nvSpPr>
            <p:cNvPr id="24" name="Text Box 86">
              <a:extLst>
                <a:ext uri="{FF2B5EF4-FFF2-40B4-BE49-F238E27FC236}">
                  <a16:creationId xmlns:a16="http://schemas.microsoft.com/office/drawing/2014/main" id="{E786C008-DE66-44F4-AD85-D2531C2871DD}"/>
                </a:ext>
              </a:extLst>
            </p:cNvPr>
            <p:cNvSpPr txBox="1">
              <a:spLocks noChangeArrowheads="1"/>
            </p:cNvSpPr>
            <p:nvPr/>
          </p:nvSpPr>
          <p:spPr bwMode="auto">
            <a:xfrm>
              <a:off x="2304" y="3324"/>
              <a:ext cx="1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t>x</a:t>
              </a:r>
              <a:r>
                <a:rPr lang="de-DE" altLang="de-DE" sz="2000" baseline="-25000"/>
                <a:t>2</a:t>
              </a:r>
            </a:p>
          </p:txBody>
        </p:sp>
        <p:sp>
          <p:nvSpPr>
            <p:cNvPr id="25" name="Line 87">
              <a:extLst>
                <a:ext uri="{FF2B5EF4-FFF2-40B4-BE49-F238E27FC236}">
                  <a16:creationId xmlns:a16="http://schemas.microsoft.com/office/drawing/2014/main" id="{FC86FDB5-E27B-424E-A0F0-DBBE39504411}"/>
                </a:ext>
              </a:extLst>
            </p:cNvPr>
            <p:cNvSpPr>
              <a:spLocks noChangeShapeType="1"/>
            </p:cNvSpPr>
            <p:nvPr/>
          </p:nvSpPr>
          <p:spPr bwMode="auto">
            <a:xfrm>
              <a:off x="2496" y="3420"/>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6" name="Line 88">
              <a:extLst>
                <a:ext uri="{FF2B5EF4-FFF2-40B4-BE49-F238E27FC236}">
                  <a16:creationId xmlns:a16="http://schemas.microsoft.com/office/drawing/2014/main" id="{F8D07071-FBEC-4A83-9BF1-A81150006C6D}"/>
                </a:ext>
              </a:extLst>
            </p:cNvPr>
            <p:cNvSpPr>
              <a:spLocks noChangeShapeType="1"/>
            </p:cNvSpPr>
            <p:nvPr/>
          </p:nvSpPr>
          <p:spPr bwMode="auto">
            <a:xfrm>
              <a:off x="3168" y="3276"/>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7" name="Text Box 89">
              <a:extLst>
                <a:ext uri="{FF2B5EF4-FFF2-40B4-BE49-F238E27FC236}">
                  <a16:creationId xmlns:a16="http://schemas.microsoft.com/office/drawing/2014/main" id="{A0EBCA3D-B905-4865-BAC2-421A1ED1DB7F}"/>
                </a:ext>
              </a:extLst>
            </p:cNvPr>
            <p:cNvSpPr txBox="1">
              <a:spLocks noChangeArrowheads="1"/>
            </p:cNvSpPr>
            <p:nvPr/>
          </p:nvSpPr>
          <p:spPr bwMode="auto">
            <a:xfrm>
              <a:off x="3600" y="318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t>y</a:t>
              </a:r>
              <a:endParaRPr lang="de-DE" altLang="de-DE" sz="2000" baseline="-25000"/>
            </a:p>
          </p:txBody>
        </p:sp>
      </p:grpSp>
      <p:sp>
        <p:nvSpPr>
          <p:cNvPr id="28" name="Textfeld 27">
            <a:extLst>
              <a:ext uri="{FF2B5EF4-FFF2-40B4-BE49-F238E27FC236}">
                <a16:creationId xmlns:a16="http://schemas.microsoft.com/office/drawing/2014/main" id="{4D53E85D-C11F-4789-9BA1-F6EE7994459A}"/>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29" name="Grafik 28">
            <a:extLst>
              <a:ext uri="{FF2B5EF4-FFF2-40B4-BE49-F238E27FC236}">
                <a16:creationId xmlns:a16="http://schemas.microsoft.com/office/drawing/2014/main" id="{A7ACFB46-3E64-4AF5-A653-48FD8D0B22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08441" y="1429082"/>
            <a:ext cx="525054" cy="1235797"/>
          </a:xfrm>
          <a:prstGeom prst="rect">
            <a:avLst/>
          </a:prstGeom>
        </p:spPr>
      </p:pic>
    </p:spTree>
    <p:extLst>
      <p:ext uri="{BB962C8B-B14F-4D97-AF65-F5344CB8AC3E}">
        <p14:creationId xmlns:p14="http://schemas.microsoft.com/office/powerpoint/2010/main" val="2718088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up)">
                                      <p:cBhvr>
                                        <p:cTn id="24" dur="500"/>
                                        <p:tgtEl>
                                          <p:spTgt spid="19"/>
                                        </p:tgtEl>
                                      </p:cBhvr>
                                    </p:animEffect>
                                  </p:childTnLst>
                                </p:cTn>
                              </p:par>
                            </p:childTnLst>
                          </p:cTn>
                        </p:par>
                        <p:par>
                          <p:cTn id="25" fill="hold">
                            <p:stCondLst>
                              <p:cond delay="1000"/>
                            </p:stCondLst>
                            <p:childTnLst>
                              <p:par>
                                <p:cTn id="26" presetID="22" presetClass="entr" presetSubtype="1"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up)">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8" grpId="0" animBg="1" autoUpdateAnimBg="0"/>
      <p:bldP spid="17" grpId="0" autoUpdateAnimBg="0"/>
      <p:bldP spid="18" grpId="0" animBg="1"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F4E627-72B9-4A70-A07C-A32A5AB21FCB}"/>
              </a:ext>
            </a:extLst>
          </p:cNvPr>
          <p:cNvSpPr>
            <a:spLocks noGrp="1"/>
          </p:cNvSpPr>
          <p:nvPr>
            <p:ph type="title"/>
          </p:nvPr>
        </p:nvSpPr>
        <p:spPr/>
        <p:txBody>
          <a:bodyPr/>
          <a:lstStyle/>
          <a:p>
            <a:r>
              <a:rPr lang="de-DE" dirty="0"/>
              <a:t>Darstellungsarten</a:t>
            </a:r>
            <a:br>
              <a:rPr lang="de-DE" dirty="0"/>
            </a:br>
            <a:r>
              <a:rPr lang="de-DE" dirty="0"/>
              <a:t>Logik &amp; Elektronik</a:t>
            </a:r>
          </a:p>
        </p:txBody>
      </p:sp>
      <p:sp>
        <p:nvSpPr>
          <p:cNvPr id="4" name="Rectangle 3">
            <a:extLst>
              <a:ext uri="{FF2B5EF4-FFF2-40B4-BE49-F238E27FC236}">
                <a16:creationId xmlns:a16="http://schemas.microsoft.com/office/drawing/2014/main" id="{48FB869D-1FE4-4994-BE65-A3CEE1A759F2}"/>
              </a:ext>
            </a:extLst>
          </p:cNvPr>
          <p:cNvSpPr>
            <a:spLocks noChangeArrowheads="1"/>
          </p:cNvSpPr>
          <p:nvPr/>
        </p:nvSpPr>
        <p:spPr bwMode="auto">
          <a:xfrm>
            <a:off x="1165782" y="1679808"/>
            <a:ext cx="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 name="AutoShape 4">
            <a:extLst>
              <a:ext uri="{FF2B5EF4-FFF2-40B4-BE49-F238E27FC236}">
                <a16:creationId xmlns:a16="http://schemas.microsoft.com/office/drawing/2014/main" id="{EFBE288D-15F3-487D-8716-411A0CDAC41A}"/>
              </a:ext>
            </a:extLst>
          </p:cNvPr>
          <p:cNvSpPr>
            <a:spLocks noChangeArrowheads="1"/>
          </p:cNvSpPr>
          <p:nvPr/>
        </p:nvSpPr>
        <p:spPr bwMode="auto">
          <a:xfrm>
            <a:off x="8404782" y="2428958"/>
            <a:ext cx="1524000" cy="457200"/>
          </a:xfrm>
          <a:prstGeom prst="wedgeRoundRectCallout">
            <a:avLst>
              <a:gd name="adj1" fmla="val -25935"/>
              <a:gd name="adj2" fmla="val -3472"/>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2400" dirty="0">
                <a:solidFill>
                  <a:srgbClr val="009633"/>
                </a:solidFill>
                <a:cs typeface="Times New Roman" panose="02020603050405020304" pitchFamily="18" charset="0"/>
              </a:rPr>
              <a:t>Logik</a:t>
            </a:r>
          </a:p>
          <a:p>
            <a:pPr>
              <a:spcBef>
                <a:spcPct val="0"/>
              </a:spcBef>
              <a:buClrTx/>
              <a:buSzTx/>
              <a:buFontTx/>
              <a:buNone/>
            </a:pPr>
            <a:endParaRPr kumimoji="1" lang="de-AT" altLang="de-DE" sz="1800" dirty="0">
              <a:latin typeface="Arial" panose="020B0604020202020204" pitchFamily="34" charset="0"/>
            </a:endParaRPr>
          </a:p>
        </p:txBody>
      </p:sp>
      <p:sp>
        <p:nvSpPr>
          <p:cNvPr id="6" name="Line 5">
            <a:extLst>
              <a:ext uri="{FF2B5EF4-FFF2-40B4-BE49-F238E27FC236}">
                <a16:creationId xmlns:a16="http://schemas.microsoft.com/office/drawing/2014/main" id="{295E7F47-9842-4944-8120-988A35DB0370}"/>
              </a:ext>
            </a:extLst>
          </p:cNvPr>
          <p:cNvSpPr>
            <a:spLocks noChangeShapeType="1"/>
          </p:cNvSpPr>
          <p:nvPr/>
        </p:nvSpPr>
        <p:spPr bwMode="auto">
          <a:xfrm>
            <a:off x="4518583" y="4376647"/>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7" name="Text Box 6">
            <a:extLst>
              <a:ext uri="{FF2B5EF4-FFF2-40B4-BE49-F238E27FC236}">
                <a16:creationId xmlns:a16="http://schemas.microsoft.com/office/drawing/2014/main" id="{1AA1F61C-2089-4C78-A418-0A3769158D0A}"/>
              </a:ext>
            </a:extLst>
          </p:cNvPr>
          <p:cNvSpPr txBox="1">
            <a:spLocks noChangeArrowheads="1"/>
          </p:cNvSpPr>
          <p:nvPr/>
        </p:nvSpPr>
        <p:spPr bwMode="auto">
          <a:xfrm>
            <a:off x="4211911" y="4224248"/>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8" name="Rectangle 7">
            <a:extLst>
              <a:ext uri="{FF2B5EF4-FFF2-40B4-BE49-F238E27FC236}">
                <a16:creationId xmlns:a16="http://schemas.microsoft.com/office/drawing/2014/main" id="{30C431D2-8403-4C24-837F-6190C718BAAF}"/>
              </a:ext>
            </a:extLst>
          </p:cNvPr>
          <p:cNvSpPr>
            <a:spLocks noChangeArrowheads="1"/>
          </p:cNvSpPr>
          <p:nvPr/>
        </p:nvSpPr>
        <p:spPr bwMode="auto">
          <a:xfrm>
            <a:off x="5051982" y="4227423"/>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9" name="Text Box 8">
            <a:extLst>
              <a:ext uri="{FF2B5EF4-FFF2-40B4-BE49-F238E27FC236}">
                <a16:creationId xmlns:a16="http://schemas.microsoft.com/office/drawing/2014/main" id="{081D6C8C-0877-4C0A-924C-A392EDF42AC7}"/>
              </a:ext>
            </a:extLst>
          </p:cNvPr>
          <p:cNvSpPr txBox="1">
            <a:spLocks noChangeArrowheads="1"/>
          </p:cNvSpPr>
          <p:nvPr/>
        </p:nvSpPr>
        <p:spPr bwMode="auto">
          <a:xfrm>
            <a:off x="5134532" y="4449672"/>
            <a:ext cx="357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dirty="0">
                <a:solidFill>
                  <a:schemeClr val="hlink"/>
                </a:solidFill>
                <a:latin typeface="Arial" panose="020B0604020202020204" pitchFamily="34" charset="0"/>
              </a:rPr>
              <a:t>&amp;</a:t>
            </a:r>
          </a:p>
        </p:txBody>
      </p:sp>
      <p:sp>
        <p:nvSpPr>
          <p:cNvPr id="10" name="Text Box 9">
            <a:extLst>
              <a:ext uri="{FF2B5EF4-FFF2-40B4-BE49-F238E27FC236}">
                <a16:creationId xmlns:a16="http://schemas.microsoft.com/office/drawing/2014/main" id="{2B98CB0B-E81C-4FC7-9D74-0E02417873A5}"/>
              </a:ext>
            </a:extLst>
          </p:cNvPr>
          <p:cNvSpPr txBox="1">
            <a:spLocks noChangeArrowheads="1"/>
          </p:cNvSpPr>
          <p:nvPr/>
        </p:nvSpPr>
        <p:spPr bwMode="auto">
          <a:xfrm>
            <a:off x="4211911" y="4681448"/>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11" name="Line 10">
            <a:extLst>
              <a:ext uri="{FF2B5EF4-FFF2-40B4-BE49-F238E27FC236}">
                <a16:creationId xmlns:a16="http://schemas.microsoft.com/office/drawing/2014/main" id="{5553BECC-552A-4657-AD15-1FFD8CEEAC65}"/>
              </a:ext>
            </a:extLst>
          </p:cNvPr>
          <p:cNvSpPr>
            <a:spLocks noChangeShapeType="1"/>
          </p:cNvSpPr>
          <p:nvPr/>
        </p:nvSpPr>
        <p:spPr bwMode="auto">
          <a:xfrm>
            <a:off x="4518582" y="4833847"/>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12" name="Line 11">
            <a:extLst>
              <a:ext uri="{FF2B5EF4-FFF2-40B4-BE49-F238E27FC236}">
                <a16:creationId xmlns:a16="http://schemas.microsoft.com/office/drawing/2014/main" id="{566FF3EB-B5A4-4A7C-B4FD-AB632302434A}"/>
              </a:ext>
            </a:extLst>
          </p:cNvPr>
          <p:cNvSpPr>
            <a:spLocks noChangeShapeType="1"/>
          </p:cNvSpPr>
          <p:nvPr/>
        </p:nvSpPr>
        <p:spPr bwMode="auto">
          <a:xfrm>
            <a:off x="5585382" y="4605247"/>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13" name="Text Box 12">
            <a:extLst>
              <a:ext uri="{FF2B5EF4-FFF2-40B4-BE49-F238E27FC236}">
                <a16:creationId xmlns:a16="http://schemas.microsoft.com/office/drawing/2014/main" id="{B89BE827-0F8C-4315-B86F-7FE49D612972}"/>
              </a:ext>
            </a:extLst>
          </p:cNvPr>
          <p:cNvSpPr txBox="1">
            <a:spLocks noChangeArrowheads="1"/>
          </p:cNvSpPr>
          <p:nvPr/>
        </p:nvSpPr>
        <p:spPr bwMode="auto">
          <a:xfrm>
            <a:off x="6271182" y="445284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14" name="Text Box 14">
            <a:extLst>
              <a:ext uri="{FF2B5EF4-FFF2-40B4-BE49-F238E27FC236}">
                <a16:creationId xmlns:a16="http://schemas.microsoft.com/office/drawing/2014/main" id="{E47C473D-A155-43ED-BCD3-5E5F3A004DAA}"/>
              </a:ext>
            </a:extLst>
          </p:cNvPr>
          <p:cNvSpPr txBox="1">
            <a:spLocks noChangeArrowheads="1"/>
          </p:cNvSpPr>
          <p:nvPr/>
        </p:nvSpPr>
        <p:spPr bwMode="auto">
          <a:xfrm>
            <a:off x="2069070" y="4224247"/>
            <a:ext cx="190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Kontaktschalter</a:t>
            </a:r>
            <a:endParaRPr lang="de-DE" altLang="de-DE" sz="2000" baseline="-25000">
              <a:latin typeface="Arial" panose="020B0604020202020204" pitchFamily="34" charset="0"/>
            </a:endParaRPr>
          </a:p>
        </p:txBody>
      </p:sp>
      <p:sp>
        <p:nvSpPr>
          <p:cNvPr id="15" name="Text Box 16">
            <a:extLst>
              <a:ext uri="{FF2B5EF4-FFF2-40B4-BE49-F238E27FC236}">
                <a16:creationId xmlns:a16="http://schemas.microsoft.com/office/drawing/2014/main" id="{171DE3EA-9452-4DB0-BC64-3D865BF0CEF2}"/>
              </a:ext>
            </a:extLst>
          </p:cNvPr>
          <p:cNvSpPr txBox="1">
            <a:spLocks noChangeArrowheads="1"/>
          </p:cNvSpPr>
          <p:nvPr/>
        </p:nvSpPr>
        <p:spPr bwMode="auto">
          <a:xfrm>
            <a:off x="2069070" y="4681447"/>
            <a:ext cx="190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Kontaktschalter</a:t>
            </a:r>
            <a:endParaRPr lang="de-DE" altLang="de-DE" sz="2000" baseline="-25000">
              <a:latin typeface="Arial" panose="020B0604020202020204" pitchFamily="34" charset="0"/>
            </a:endParaRPr>
          </a:p>
        </p:txBody>
      </p:sp>
      <p:sp>
        <p:nvSpPr>
          <p:cNvPr id="16" name="Text Box 18">
            <a:extLst>
              <a:ext uri="{FF2B5EF4-FFF2-40B4-BE49-F238E27FC236}">
                <a16:creationId xmlns:a16="http://schemas.microsoft.com/office/drawing/2014/main" id="{88F50996-9E6A-4531-A953-D6B610484522}"/>
              </a:ext>
            </a:extLst>
          </p:cNvPr>
          <p:cNvSpPr txBox="1">
            <a:spLocks noChangeArrowheads="1"/>
          </p:cNvSpPr>
          <p:nvPr/>
        </p:nvSpPr>
        <p:spPr bwMode="auto">
          <a:xfrm>
            <a:off x="6347382" y="4449672"/>
            <a:ext cx="1219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Motor</a:t>
            </a:r>
            <a:endParaRPr lang="de-DE" altLang="de-DE" sz="2000" baseline="-25000">
              <a:latin typeface="Arial" panose="020B0604020202020204" pitchFamily="34" charset="0"/>
            </a:endParaRPr>
          </a:p>
        </p:txBody>
      </p:sp>
      <p:sp>
        <p:nvSpPr>
          <p:cNvPr id="17" name="AutoShape 19">
            <a:extLst>
              <a:ext uri="{FF2B5EF4-FFF2-40B4-BE49-F238E27FC236}">
                <a16:creationId xmlns:a16="http://schemas.microsoft.com/office/drawing/2014/main" id="{4AF92140-7415-4960-B48F-C8590B710E5A}"/>
              </a:ext>
            </a:extLst>
          </p:cNvPr>
          <p:cNvSpPr>
            <a:spLocks noChangeArrowheads="1"/>
          </p:cNvSpPr>
          <p:nvPr/>
        </p:nvSpPr>
        <p:spPr bwMode="auto">
          <a:xfrm>
            <a:off x="3832783" y="5367247"/>
            <a:ext cx="3059113" cy="685800"/>
          </a:xfrm>
          <a:prstGeom prst="wedgeRoundRectCallout">
            <a:avLst>
              <a:gd name="adj1" fmla="val 1634"/>
              <a:gd name="adj2" fmla="val -87269"/>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a:cs typeface="Times New Roman" panose="02020603050405020304" pitchFamily="18" charset="0"/>
              </a:rPr>
              <a:t>Elektronischer Baustein</a:t>
            </a:r>
            <a:br>
              <a:rPr kumimoji="1" lang="de-AT" altLang="de-DE" sz="1800">
                <a:cs typeface="Times New Roman" panose="02020603050405020304" pitchFamily="18" charset="0"/>
              </a:rPr>
            </a:br>
            <a:r>
              <a:rPr kumimoji="1" lang="de-AT" altLang="de-DE" sz="1800">
                <a:cs typeface="Times New Roman" panose="02020603050405020304" pitchFamily="18" charset="0"/>
              </a:rPr>
              <a:t> (Logikgatter)</a:t>
            </a:r>
          </a:p>
          <a:p>
            <a:pPr>
              <a:spcBef>
                <a:spcPct val="0"/>
              </a:spcBef>
              <a:buClrTx/>
              <a:buSzTx/>
              <a:buFontTx/>
              <a:buNone/>
            </a:pPr>
            <a:endParaRPr kumimoji="1" lang="de-AT" altLang="de-DE" sz="1800">
              <a:latin typeface="Arial" panose="020B0604020202020204" pitchFamily="34" charset="0"/>
            </a:endParaRPr>
          </a:p>
        </p:txBody>
      </p:sp>
      <p:sp>
        <p:nvSpPr>
          <p:cNvPr id="18" name="Line 20">
            <a:extLst>
              <a:ext uri="{FF2B5EF4-FFF2-40B4-BE49-F238E27FC236}">
                <a16:creationId xmlns:a16="http://schemas.microsoft.com/office/drawing/2014/main" id="{737E5F46-9E4D-45E7-84AD-37174ED3A797}"/>
              </a:ext>
            </a:extLst>
          </p:cNvPr>
          <p:cNvSpPr>
            <a:spLocks noChangeShapeType="1"/>
          </p:cNvSpPr>
          <p:nvPr/>
        </p:nvSpPr>
        <p:spPr bwMode="auto">
          <a:xfrm>
            <a:off x="1992870" y="4076783"/>
            <a:ext cx="785971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9" name="Text Box 22">
            <a:extLst>
              <a:ext uri="{FF2B5EF4-FFF2-40B4-BE49-F238E27FC236}">
                <a16:creationId xmlns:a16="http://schemas.microsoft.com/office/drawing/2014/main" id="{7F422DFC-BC82-4040-BDFE-5334CBDFA632}"/>
              </a:ext>
            </a:extLst>
          </p:cNvPr>
          <p:cNvSpPr txBox="1">
            <a:spLocks noChangeArrowheads="1"/>
          </p:cNvSpPr>
          <p:nvPr/>
        </p:nvSpPr>
        <p:spPr bwMode="auto">
          <a:xfrm>
            <a:off x="2003982" y="2171784"/>
            <a:ext cx="3124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„Tür ist geschlossen“</a:t>
            </a:r>
            <a:br>
              <a:rPr lang="de-DE" altLang="de-DE" sz="2000" dirty="0">
                <a:latin typeface="Arial" panose="020B0604020202020204" pitchFamily="34" charset="0"/>
              </a:rPr>
            </a:br>
            <a:r>
              <a:rPr lang="de-DE" altLang="de-DE" sz="2000" dirty="0">
                <a:latin typeface="Arial" panose="020B0604020202020204" pitchFamily="34" charset="0"/>
              </a:rPr>
              <a:t>x</a:t>
            </a:r>
            <a:r>
              <a:rPr lang="de-DE" altLang="de-DE" sz="2000" baseline="-25000" dirty="0">
                <a:latin typeface="Arial" panose="020B0604020202020204" pitchFamily="34" charset="0"/>
              </a:rPr>
              <a:t>2</a:t>
            </a:r>
            <a:r>
              <a:rPr lang="de-DE" altLang="de-DE" sz="2000" dirty="0">
                <a:latin typeface="Arial" panose="020B0604020202020204" pitchFamily="34" charset="0"/>
              </a:rPr>
              <a:t>: „Schalter ist gedrückt“</a:t>
            </a:r>
            <a:br>
              <a:rPr lang="de-DE" altLang="de-DE" sz="2000" dirty="0">
                <a:latin typeface="Arial" panose="020B0604020202020204" pitchFamily="34" charset="0"/>
              </a:rPr>
            </a:br>
            <a:r>
              <a:rPr lang="de-DE" altLang="de-DE" sz="2000" dirty="0">
                <a:latin typeface="Arial" panose="020B0604020202020204" pitchFamily="34" charset="0"/>
              </a:rPr>
              <a:t>y:  „Motor ist aktiv“</a:t>
            </a:r>
          </a:p>
        </p:txBody>
      </p:sp>
      <p:sp>
        <p:nvSpPr>
          <p:cNvPr id="20" name="AutoShape 23">
            <a:extLst>
              <a:ext uri="{FF2B5EF4-FFF2-40B4-BE49-F238E27FC236}">
                <a16:creationId xmlns:a16="http://schemas.microsoft.com/office/drawing/2014/main" id="{98417130-5633-4CE4-BA1A-9A89D6B76692}"/>
              </a:ext>
            </a:extLst>
          </p:cNvPr>
          <p:cNvSpPr>
            <a:spLocks noChangeArrowheads="1"/>
          </p:cNvSpPr>
          <p:nvPr/>
        </p:nvSpPr>
        <p:spPr bwMode="auto">
          <a:xfrm>
            <a:off x="2080182" y="1562183"/>
            <a:ext cx="2133600" cy="457200"/>
          </a:xfrm>
          <a:prstGeom prst="wedgeRoundRectCallout">
            <a:avLst>
              <a:gd name="adj1" fmla="val -26486"/>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Systemgrößen:</a:t>
            </a:r>
          </a:p>
          <a:p>
            <a:pPr>
              <a:spcBef>
                <a:spcPct val="0"/>
              </a:spcBef>
              <a:buClrTx/>
              <a:buSzTx/>
              <a:buFontTx/>
              <a:buNone/>
            </a:pPr>
            <a:endParaRPr kumimoji="1" lang="de-AT" altLang="de-DE" sz="1800">
              <a:latin typeface="Arial" panose="020B0604020202020204" pitchFamily="34" charset="0"/>
            </a:endParaRPr>
          </a:p>
        </p:txBody>
      </p:sp>
      <p:sp>
        <p:nvSpPr>
          <p:cNvPr id="21" name="AutoShape 24">
            <a:extLst>
              <a:ext uri="{FF2B5EF4-FFF2-40B4-BE49-F238E27FC236}">
                <a16:creationId xmlns:a16="http://schemas.microsoft.com/office/drawing/2014/main" id="{6A861EFB-A5AD-458F-8A0F-63C969191F00}"/>
              </a:ext>
            </a:extLst>
          </p:cNvPr>
          <p:cNvSpPr>
            <a:spLocks noChangeArrowheads="1"/>
          </p:cNvSpPr>
          <p:nvPr/>
        </p:nvSpPr>
        <p:spPr bwMode="auto">
          <a:xfrm>
            <a:off x="5255182" y="1562183"/>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Systemverhalten:</a:t>
            </a:r>
          </a:p>
          <a:p>
            <a:pPr>
              <a:spcBef>
                <a:spcPct val="0"/>
              </a:spcBef>
              <a:buClrTx/>
              <a:buSzTx/>
              <a:buFontTx/>
              <a:buNone/>
            </a:pPr>
            <a:endParaRPr kumimoji="1" lang="de-AT" altLang="de-DE" sz="1800">
              <a:latin typeface="Arial" panose="020B0604020202020204" pitchFamily="34" charset="0"/>
            </a:endParaRPr>
          </a:p>
        </p:txBody>
      </p:sp>
      <p:sp>
        <p:nvSpPr>
          <p:cNvPr id="22" name="AutoShape 25">
            <a:extLst>
              <a:ext uri="{FF2B5EF4-FFF2-40B4-BE49-F238E27FC236}">
                <a16:creationId xmlns:a16="http://schemas.microsoft.com/office/drawing/2014/main" id="{16D708F0-9FF6-4277-8CDD-C9AD51D65C38}"/>
              </a:ext>
            </a:extLst>
          </p:cNvPr>
          <p:cNvSpPr>
            <a:spLocks noChangeArrowheads="1"/>
          </p:cNvSpPr>
          <p:nvPr/>
        </p:nvSpPr>
        <p:spPr bwMode="auto">
          <a:xfrm>
            <a:off x="8252382" y="4842046"/>
            <a:ext cx="2057400" cy="457200"/>
          </a:xfrm>
          <a:prstGeom prst="wedgeRoundRectCallout">
            <a:avLst>
              <a:gd name="adj1" fmla="val 17208"/>
              <a:gd name="adj2" fmla="val -42014"/>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2400" dirty="0">
                <a:solidFill>
                  <a:srgbClr val="009633"/>
                </a:solidFill>
                <a:cs typeface="Times New Roman" panose="02020603050405020304" pitchFamily="18" charset="0"/>
              </a:rPr>
              <a:t>Elektronik</a:t>
            </a:r>
            <a:br>
              <a:rPr kumimoji="1" lang="de-AT" altLang="de-DE" sz="2400" dirty="0">
                <a:solidFill>
                  <a:srgbClr val="009633"/>
                </a:solidFill>
                <a:cs typeface="Times New Roman" panose="02020603050405020304" pitchFamily="18" charset="0"/>
              </a:rPr>
            </a:br>
            <a:r>
              <a:rPr kumimoji="1" lang="de-AT" altLang="de-DE" sz="2400" dirty="0">
                <a:solidFill>
                  <a:srgbClr val="009633"/>
                </a:solidFill>
                <a:cs typeface="Times New Roman" panose="02020603050405020304" pitchFamily="18" charset="0"/>
              </a:rPr>
              <a:t>(Hardware)</a:t>
            </a:r>
            <a:endParaRPr kumimoji="1" lang="de-AT" altLang="de-DE" sz="2400" dirty="0">
              <a:solidFill>
                <a:srgbClr val="009633"/>
              </a:solidFill>
              <a:latin typeface="Arial" panose="020B0604020202020204" pitchFamily="34" charset="0"/>
            </a:endParaRPr>
          </a:p>
        </p:txBody>
      </p:sp>
      <p:sp>
        <p:nvSpPr>
          <p:cNvPr id="23" name="AutoShape 26">
            <a:extLst>
              <a:ext uri="{FF2B5EF4-FFF2-40B4-BE49-F238E27FC236}">
                <a16:creationId xmlns:a16="http://schemas.microsoft.com/office/drawing/2014/main" id="{5B7D9B4B-8D8E-4F2D-874D-18084DC68F91}"/>
              </a:ext>
            </a:extLst>
          </p:cNvPr>
          <p:cNvSpPr>
            <a:spLocks/>
          </p:cNvSpPr>
          <p:nvPr/>
        </p:nvSpPr>
        <p:spPr bwMode="auto">
          <a:xfrm>
            <a:off x="8099982" y="1485983"/>
            <a:ext cx="381000" cy="2362200"/>
          </a:xfrm>
          <a:prstGeom prst="rightBrace">
            <a:avLst>
              <a:gd name="adj1" fmla="val 51667"/>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4" name="AutoShape 27">
            <a:extLst>
              <a:ext uri="{FF2B5EF4-FFF2-40B4-BE49-F238E27FC236}">
                <a16:creationId xmlns:a16="http://schemas.microsoft.com/office/drawing/2014/main" id="{78F7EC94-C044-4083-9339-5B18E08165E5}"/>
              </a:ext>
            </a:extLst>
          </p:cNvPr>
          <p:cNvSpPr>
            <a:spLocks/>
          </p:cNvSpPr>
          <p:nvPr/>
        </p:nvSpPr>
        <p:spPr bwMode="auto">
          <a:xfrm>
            <a:off x="8099982" y="4194718"/>
            <a:ext cx="381000" cy="1826281"/>
          </a:xfrm>
          <a:prstGeom prst="rightBrace">
            <a:avLst>
              <a:gd name="adj1" fmla="val 48333"/>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5" name="AutoShape 28">
            <a:extLst>
              <a:ext uri="{FF2B5EF4-FFF2-40B4-BE49-F238E27FC236}">
                <a16:creationId xmlns:a16="http://schemas.microsoft.com/office/drawing/2014/main" id="{91CC38B7-389A-444C-89FC-864A557CBF9D}"/>
              </a:ext>
            </a:extLst>
          </p:cNvPr>
          <p:cNvSpPr>
            <a:spLocks noChangeArrowheads="1"/>
          </p:cNvSpPr>
          <p:nvPr/>
        </p:nvSpPr>
        <p:spPr bwMode="auto">
          <a:xfrm>
            <a:off x="5585382" y="3178259"/>
            <a:ext cx="2286000" cy="669925"/>
          </a:xfrm>
          <a:prstGeom prst="wedgeRoundRectCallout">
            <a:avLst>
              <a:gd name="adj1" fmla="val 764"/>
              <a:gd name="adj2" fmla="val -83884"/>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dirty="0">
                <a:cs typeface="Times New Roman" panose="02020603050405020304" pitchFamily="18" charset="0"/>
              </a:rPr>
              <a:t>Logische Formel (Schaltterm)</a:t>
            </a:r>
            <a:endParaRPr kumimoji="1" lang="de-AT" altLang="de-DE" sz="1800" dirty="0">
              <a:latin typeface="Arial" panose="020B0604020202020204" pitchFamily="34" charset="0"/>
            </a:endParaRPr>
          </a:p>
        </p:txBody>
      </p:sp>
      <p:sp>
        <p:nvSpPr>
          <p:cNvPr id="26" name="Rectangle 29">
            <a:extLst>
              <a:ext uri="{FF2B5EF4-FFF2-40B4-BE49-F238E27FC236}">
                <a16:creationId xmlns:a16="http://schemas.microsoft.com/office/drawing/2014/main" id="{E734F349-F3DB-4A3E-BBC6-38149B0C91D4}"/>
              </a:ext>
            </a:extLst>
          </p:cNvPr>
          <p:cNvSpPr>
            <a:spLocks noChangeArrowheads="1"/>
          </p:cNvSpPr>
          <p:nvPr/>
        </p:nvSpPr>
        <p:spPr bwMode="auto">
          <a:xfrm>
            <a:off x="5706032" y="2324183"/>
            <a:ext cx="1631950" cy="554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90000" anchor="ctr" anchorCtr="1">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de-DE" altLang="de-DE" sz="2000"/>
              <a:t>y = x</a:t>
            </a:r>
            <a:r>
              <a:rPr lang="de-DE" altLang="de-DE" sz="2000" baseline="-25000"/>
              <a:t>1</a:t>
            </a:r>
            <a:r>
              <a:rPr lang="de-DE" altLang="de-DE" sz="2000"/>
              <a:t> </a:t>
            </a:r>
            <a:r>
              <a:rPr lang="de-DE" altLang="de-DE" b="1">
                <a:solidFill>
                  <a:schemeClr val="hlink"/>
                </a:solidFill>
                <a:sym typeface="Symbol" panose="05050102010706020507" pitchFamily="18" charset="2"/>
              </a:rPr>
              <a:t></a:t>
            </a:r>
            <a:r>
              <a:rPr lang="de-DE" altLang="de-DE" sz="2000">
                <a:sym typeface="Symbol" panose="05050102010706020507" pitchFamily="18" charset="2"/>
              </a:rPr>
              <a:t>  </a:t>
            </a:r>
            <a:r>
              <a:rPr lang="de-DE" altLang="de-DE" sz="2000"/>
              <a:t>x</a:t>
            </a:r>
            <a:r>
              <a:rPr lang="de-DE" altLang="de-DE" sz="2000" baseline="-25000"/>
              <a:t>2</a:t>
            </a:r>
          </a:p>
        </p:txBody>
      </p:sp>
      <p:sp>
        <p:nvSpPr>
          <p:cNvPr id="27" name="Textfeld 26">
            <a:extLst>
              <a:ext uri="{FF2B5EF4-FFF2-40B4-BE49-F238E27FC236}">
                <a16:creationId xmlns:a16="http://schemas.microsoft.com/office/drawing/2014/main" id="{847165F0-B729-4D83-8E6E-1065D5903F6A}"/>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28" name="Grafik 27">
            <a:extLst>
              <a:ext uri="{FF2B5EF4-FFF2-40B4-BE49-F238E27FC236}">
                <a16:creationId xmlns:a16="http://schemas.microsoft.com/office/drawing/2014/main" id="{87D4E788-58AA-498D-9687-CD12045E89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50455" y="1811059"/>
            <a:ext cx="525054" cy="1235797"/>
          </a:xfrm>
          <a:prstGeom prst="rect">
            <a:avLst/>
          </a:prstGeom>
        </p:spPr>
      </p:pic>
    </p:spTree>
    <p:extLst>
      <p:ext uri="{BB962C8B-B14F-4D97-AF65-F5344CB8AC3E}">
        <p14:creationId xmlns:p14="http://schemas.microsoft.com/office/powerpoint/2010/main" val="306081449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F4E627-72B9-4A70-A07C-A32A5AB21FCB}"/>
              </a:ext>
            </a:extLst>
          </p:cNvPr>
          <p:cNvSpPr>
            <a:spLocks noGrp="1"/>
          </p:cNvSpPr>
          <p:nvPr>
            <p:ph type="title"/>
          </p:nvPr>
        </p:nvSpPr>
        <p:spPr/>
        <p:txBody>
          <a:bodyPr>
            <a:normAutofit/>
          </a:bodyPr>
          <a:lstStyle/>
          <a:p>
            <a:r>
              <a:rPr lang="de-DE" sz="4000" dirty="0"/>
              <a:t>Logik-basierte Systembeschreibung</a:t>
            </a:r>
            <a:br>
              <a:rPr lang="de-DE" sz="4000" dirty="0"/>
            </a:br>
            <a:r>
              <a:rPr lang="de-DE" sz="4000" dirty="0"/>
              <a:t>in 3 Schritten</a:t>
            </a:r>
          </a:p>
        </p:txBody>
      </p:sp>
      <p:sp>
        <p:nvSpPr>
          <p:cNvPr id="27" name="Textfeld 26">
            <a:extLst>
              <a:ext uri="{FF2B5EF4-FFF2-40B4-BE49-F238E27FC236}">
                <a16:creationId xmlns:a16="http://schemas.microsoft.com/office/drawing/2014/main" id="{B7865322-8811-4554-AE1F-A4C77A6064C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28" name="Grafik 27">
            <a:extLst>
              <a:ext uri="{FF2B5EF4-FFF2-40B4-BE49-F238E27FC236}">
                <a16:creationId xmlns:a16="http://schemas.microsoft.com/office/drawing/2014/main" id="{058C1497-7145-4538-A843-6317A8EB1D2A}"/>
              </a:ext>
            </a:extLst>
          </p:cNvPr>
          <p:cNvPicPr>
            <a:picLocks noChangeAspect="1"/>
          </p:cNvPicPr>
          <p:nvPr/>
        </p:nvPicPr>
        <p:blipFill>
          <a:blip r:embed="rId2"/>
          <a:stretch>
            <a:fillRect/>
          </a:stretch>
        </p:blipFill>
        <p:spPr>
          <a:xfrm>
            <a:off x="966263" y="1800634"/>
            <a:ext cx="3031615" cy="1910549"/>
          </a:xfrm>
          <a:prstGeom prst="rect">
            <a:avLst/>
          </a:prstGeom>
        </p:spPr>
      </p:pic>
      <p:grpSp>
        <p:nvGrpSpPr>
          <p:cNvPr id="29" name="Group 72">
            <a:extLst>
              <a:ext uri="{FF2B5EF4-FFF2-40B4-BE49-F238E27FC236}">
                <a16:creationId xmlns:a16="http://schemas.microsoft.com/office/drawing/2014/main" id="{72EF4938-C9D8-40B1-A824-5751B816A615}"/>
              </a:ext>
            </a:extLst>
          </p:cNvPr>
          <p:cNvGrpSpPr>
            <a:grpSpLocks/>
          </p:cNvGrpSpPr>
          <p:nvPr/>
        </p:nvGrpSpPr>
        <p:grpSpPr bwMode="auto">
          <a:xfrm>
            <a:off x="6747952" y="1119006"/>
            <a:ext cx="1600200" cy="2225675"/>
            <a:chOff x="2799" y="2754"/>
            <a:chExt cx="1008" cy="1402"/>
          </a:xfrm>
        </p:grpSpPr>
        <p:sp>
          <p:nvSpPr>
            <p:cNvPr id="30" name="Text Box 73">
              <a:extLst>
                <a:ext uri="{FF2B5EF4-FFF2-40B4-BE49-F238E27FC236}">
                  <a16:creationId xmlns:a16="http://schemas.microsoft.com/office/drawing/2014/main" id="{29599610-AD84-4560-B9FC-89BEB7F73D0A}"/>
                </a:ext>
              </a:extLst>
            </p:cNvPr>
            <p:cNvSpPr txBox="1">
              <a:spLocks noChangeArrowheads="1"/>
            </p:cNvSpPr>
            <p:nvPr/>
          </p:nvSpPr>
          <p:spPr bwMode="auto">
            <a:xfrm>
              <a:off x="2799"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x</a:t>
              </a:r>
              <a:r>
                <a:rPr lang="de-DE" altLang="de-DE" sz="2000" baseline="-25000">
                  <a:latin typeface="Arial" panose="020B0604020202020204" pitchFamily="34" charset="0"/>
                  <a:cs typeface="Arial" panose="020B0604020202020204" pitchFamily="34" charset="0"/>
                </a:rPr>
                <a:t>1</a:t>
              </a:r>
              <a:r>
                <a:rPr lang="de-DE" altLang="de-DE" sz="2000">
                  <a:latin typeface="Arial" panose="020B0604020202020204" pitchFamily="34" charset="0"/>
                  <a:cs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1</a:t>
              </a:r>
            </a:p>
          </p:txBody>
        </p:sp>
        <p:sp>
          <p:nvSpPr>
            <p:cNvPr id="31" name="Text Box 74">
              <a:extLst>
                <a:ext uri="{FF2B5EF4-FFF2-40B4-BE49-F238E27FC236}">
                  <a16:creationId xmlns:a16="http://schemas.microsoft.com/office/drawing/2014/main" id="{74B6BC14-C2D1-4AEA-879B-C6E693FDC7AF}"/>
                </a:ext>
              </a:extLst>
            </p:cNvPr>
            <p:cNvSpPr txBox="1">
              <a:spLocks noChangeArrowheads="1"/>
            </p:cNvSpPr>
            <p:nvPr/>
          </p:nvSpPr>
          <p:spPr bwMode="auto">
            <a:xfrm>
              <a:off x="3135"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x</a:t>
              </a:r>
              <a:r>
                <a:rPr lang="de-DE" altLang="de-DE" sz="2000" baseline="-25000">
                  <a:latin typeface="Arial" panose="020B0604020202020204" pitchFamily="34" charset="0"/>
                  <a:cs typeface="Arial" panose="020B0604020202020204" pitchFamily="34" charset="0"/>
                </a:rPr>
                <a:t>2</a:t>
              </a:r>
              <a:r>
                <a:rPr lang="de-DE" altLang="de-DE" sz="2000">
                  <a:latin typeface="Arial" panose="020B0604020202020204" pitchFamily="34" charset="0"/>
                  <a:cs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1</a:t>
              </a:r>
            </a:p>
          </p:txBody>
        </p:sp>
        <p:sp>
          <p:nvSpPr>
            <p:cNvPr id="32" name="Text Box 75">
              <a:extLst>
                <a:ext uri="{FF2B5EF4-FFF2-40B4-BE49-F238E27FC236}">
                  <a16:creationId xmlns:a16="http://schemas.microsoft.com/office/drawing/2014/main" id="{066FB39E-376F-4AF0-923B-C897D0377710}"/>
                </a:ext>
              </a:extLst>
            </p:cNvPr>
            <p:cNvSpPr txBox="1">
              <a:spLocks noChangeArrowheads="1"/>
            </p:cNvSpPr>
            <p:nvPr/>
          </p:nvSpPr>
          <p:spPr bwMode="auto">
            <a:xfrm>
              <a:off x="3471"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cs typeface="Arial" panose="020B0604020202020204" pitchFamily="34" charset="0"/>
                </a:rPr>
                <a:t>1</a:t>
              </a:r>
            </a:p>
          </p:txBody>
        </p:sp>
        <p:sp>
          <p:nvSpPr>
            <p:cNvPr id="33" name="Line 77">
              <a:extLst>
                <a:ext uri="{FF2B5EF4-FFF2-40B4-BE49-F238E27FC236}">
                  <a16:creationId xmlns:a16="http://schemas.microsoft.com/office/drawing/2014/main" id="{7AFC911E-CBBF-4616-A1A5-4E86C6E61F89}"/>
                </a:ext>
              </a:extLst>
            </p:cNvPr>
            <p:cNvSpPr>
              <a:spLocks noChangeShapeType="1"/>
            </p:cNvSpPr>
            <p:nvPr/>
          </p:nvSpPr>
          <p:spPr bwMode="auto">
            <a:xfrm>
              <a:off x="2799" y="3042"/>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latin typeface="Arial" panose="020B0604020202020204" pitchFamily="34" charset="0"/>
                <a:cs typeface="Arial" panose="020B0604020202020204" pitchFamily="34" charset="0"/>
              </a:endParaRPr>
            </a:p>
          </p:txBody>
        </p:sp>
        <p:sp>
          <p:nvSpPr>
            <p:cNvPr id="34" name="Line 78">
              <a:extLst>
                <a:ext uri="{FF2B5EF4-FFF2-40B4-BE49-F238E27FC236}">
                  <a16:creationId xmlns:a16="http://schemas.microsoft.com/office/drawing/2014/main" id="{A52FF4F9-7310-4F10-AFC4-5746293AFE8B}"/>
                </a:ext>
              </a:extLst>
            </p:cNvPr>
            <p:cNvSpPr>
              <a:spLocks noChangeShapeType="1"/>
            </p:cNvSpPr>
            <p:nvPr/>
          </p:nvSpPr>
          <p:spPr bwMode="auto">
            <a:xfrm>
              <a:off x="3135" y="2754"/>
              <a:ext cx="0"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latin typeface="Arial" panose="020B0604020202020204" pitchFamily="34" charset="0"/>
                <a:cs typeface="Arial" panose="020B0604020202020204" pitchFamily="34" charset="0"/>
              </a:endParaRPr>
            </a:p>
          </p:txBody>
        </p:sp>
        <p:sp>
          <p:nvSpPr>
            <p:cNvPr id="35" name="Line 79">
              <a:extLst>
                <a:ext uri="{FF2B5EF4-FFF2-40B4-BE49-F238E27FC236}">
                  <a16:creationId xmlns:a16="http://schemas.microsoft.com/office/drawing/2014/main" id="{6FDC6F4F-CD1C-46AD-883C-96F985E116BE}"/>
                </a:ext>
              </a:extLst>
            </p:cNvPr>
            <p:cNvSpPr>
              <a:spLocks noChangeShapeType="1"/>
            </p:cNvSpPr>
            <p:nvPr/>
          </p:nvSpPr>
          <p:spPr bwMode="auto">
            <a:xfrm>
              <a:off x="3471" y="2754"/>
              <a:ext cx="0" cy="13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latin typeface="Arial" panose="020B0604020202020204" pitchFamily="34" charset="0"/>
                <a:cs typeface="Arial" panose="020B0604020202020204" pitchFamily="34" charset="0"/>
              </a:endParaRPr>
            </a:p>
          </p:txBody>
        </p:sp>
      </p:grpSp>
      <p:sp>
        <p:nvSpPr>
          <p:cNvPr id="36" name="Rechteck 35">
            <a:extLst>
              <a:ext uri="{FF2B5EF4-FFF2-40B4-BE49-F238E27FC236}">
                <a16:creationId xmlns:a16="http://schemas.microsoft.com/office/drawing/2014/main" id="{CA372C4B-135E-44AA-8F8C-B20E1CD54EF3}"/>
              </a:ext>
            </a:extLst>
          </p:cNvPr>
          <p:cNvSpPr/>
          <p:nvPr/>
        </p:nvSpPr>
        <p:spPr>
          <a:xfrm>
            <a:off x="4371688" y="2657678"/>
            <a:ext cx="2156108" cy="6870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latin typeface="Arial" panose="020B0604020202020204" pitchFamily="34" charset="0"/>
                <a:cs typeface="Arial" panose="020B0604020202020204" pitchFamily="34" charset="0"/>
              </a:rPr>
              <a:t>1. Wahrheitstabelle erstellen</a:t>
            </a:r>
          </a:p>
        </p:txBody>
      </p:sp>
      <p:sp>
        <p:nvSpPr>
          <p:cNvPr id="37" name="Rechteck 36">
            <a:extLst>
              <a:ext uri="{FF2B5EF4-FFF2-40B4-BE49-F238E27FC236}">
                <a16:creationId xmlns:a16="http://schemas.microsoft.com/office/drawing/2014/main" id="{A180E9F7-5EB9-4E45-8B05-1FF704828377}"/>
              </a:ext>
            </a:extLst>
          </p:cNvPr>
          <p:cNvSpPr/>
          <p:nvPr/>
        </p:nvSpPr>
        <p:spPr>
          <a:xfrm>
            <a:off x="3591823" y="4099162"/>
            <a:ext cx="2156107" cy="6870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latin typeface="Arial" panose="020B0604020202020204" pitchFamily="34" charset="0"/>
                <a:cs typeface="Arial" panose="020B0604020202020204" pitchFamily="34" charset="0"/>
              </a:rPr>
              <a:t>2. Schaltfunktion formulieren</a:t>
            </a:r>
          </a:p>
        </p:txBody>
      </p:sp>
      <p:sp>
        <p:nvSpPr>
          <p:cNvPr id="38" name="Rechteck 37">
            <a:extLst>
              <a:ext uri="{FF2B5EF4-FFF2-40B4-BE49-F238E27FC236}">
                <a16:creationId xmlns:a16="http://schemas.microsoft.com/office/drawing/2014/main" id="{76F3F409-2C4C-4B02-BA1B-80F8A243FD6D}"/>
              </a:ext>
            </a:extLst>
          </p:cNvPr>
          <p:cNvSpPr/>
          <p:nvPr/>
        </p:nvSpPr>
        <p:spPr>
          <a:xfrm>
            <a:off x="2422979" y="5314076"/>
            <a:ext cx="1619915" cy="6870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a:latin typeface="Arial" panose="020B0604020202020204" pitchFamily="34" charset="0"/>
                <a:cs typeface="Arial" panose="020B0604020202020204" pitchFamily="34" charset="0"/>
              </a:rPr>
              <a:t>3. Schaltung realisieren</a:t>
            </a:r>
          </a:p>
        </p:txBody>
      </p:sp>
      <p:cxnSp>
        <p:nvCxnSpPr>
          <p:cNvPr id="39" name="Verbinder: gewinkelt 38">
            <a:extLst>
              <a:ext uri="{FF2B5EF4-FFF2-40B4-BE49-F238E27FC236}">
                <a16:creationId xmlns:a16="http://schemas.microsoft.com/office/drawing/2014/main" id="{58E38037-DA41-491D-8EDD-C60482C7AA66}"/>
              </a:ext>
            </a:extLst>
          </p:cNvPr>
          <p:cNvCxnSpPr>
            <a:stCxn id="36" idx="2"/>
            <a:endCxn id="37" idx="0"/>
          </p:cNvCxnSpPr>
          <p:nvPr/>
        </p:nvCxnSpPr>
        <p:spPr>
          <a:xfrm rot="5400000">
            <a:off x="4682570" y="3331989"/>
            <a:ext cx="754481" cy="779865"/>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0" name="Verbinder: gewinkelt 39">
            <a:extLst>
              <a:ext uri="{FF2B5EF4-FFF2-40B4-BE49-F238E27FC236}">
                <a16:creationId xmlns:a16="http://schemas.microsoft.com/office/drawing/2014/main" id="{DA541862-24E2-4665-B014-2959C33BCB1E}"/>
              </a:ext>
            </a:extLst>
          </p:cNvPr>
          <p:cNvCxnSpPr>
            <a:cxnSpLocks/>
            <a:stCxn id="37" idx="2"/>
            <a:endCxn id="38" idx="0"/>
          </p:cNvCxnSpPr>
          <p:nvPr/>
        </p:nvCxnSpPr>
        <p:spPr>
          <a:xfrm rot="5400000">
            <a:off x="3687452" y="4331650"/>
            <a:ext cx="527911" cy="1436940"/>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Rectangle 19">
            <a:extLst>
              <a:ext uri="{FF2B5EF4-FFF2-40B4-BE49-F238E27FC236}">
                <a16:creationId xmlns:a16="http://schemas.microsoft.com/office/drawing/2014/main" id="{752CE77E-8E98-43B5-9EFC-12D6B4B8CECD}"/>
              </a:ext>
            </a:extLst>
          </p:cNvPr>
          <p:cNvSpPr>
            <a:spLocks noChangeArrowheads="1"/>
          </p:cNvSpPr>
          <p:nvPr/>
        </p:nvSpPr>
        <p:spPr bwMode="auto">
          <a:xfrm>
            <a:off x="6727772" y="2987282"/>
            <a:ext cx="1600200"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2" name="Text Box 27">
            <a:extLst>
              <a:ext uri="{FF2B5EF4-FFF2-40B4-BE49-F238E27FC236}">
                <a16:creationId xmlns:a16="http://schemas.microsoft.com/office/drawing/2014/main" id="{33AAAA25-6BF8-460E-B25B-6CB5D04D174C}"/>
              </a:ext>
            </a:extLst>
          </p:cNvPr>
          <p:cNvSpPr txBox="1">
            <a:spLocks noChangeArrowheads="1"/>
          </p:cNvSpPr>
          <p:nvPr/>
        </p:nvSpPr>
        <p:spPr bwMode="auto">
          <a:xfrm>
            <a:off x="6046120" y="3493865"/>
            <a:ext cx="4355503" cy="830997"/>
          </a:xfrm>
          <a:prstGeom prst="rect">
            <a:avLst/>
          </a:prstGeom>
          <a:noFill/>
          <a:ln>
            <a:noFill/>
          </a:ln>
          <a:effectLst>
            <a:prstShdw prst="shdw17" dist="17961" dir="2700000">
              <a:srgbClr val="84979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kumimoji="1" lang="de-AT" altLang="de-DE" sz="1600" dirty="0">
                <a:latin typeface="Arial" panose="020B0604020202020204" pitchFamily="34" charset="0"/>
                <a:cs typeface="Arial" panose="020B0604020202020204" pitchFamily="34" charset="0"/>
              </a:rPr>
              <a:t>Beschreibung des Systemverhaltens durch eine </a:t>
            </a:r>
            <a:r>
              <a:rPr kumimoji="1" lang="de-AT" altLang="de-DE" sz="1600" b="1" dirty="0">
                <a:latin typeface="Arial" panose="020B0604020202020204" pitchFamily="34" charset="0"/>
                <a:cs typeface="Arial" panose="020B0604020202020204" pitchFamily="34" charset="0"/>
              </a:rPr>
              <a:t>aussagenlogische Formel</a:t>
            </a:r>
            <a:r>
              <a:rPr kumimoji="1" lang="de-AT" altLang="de-DE" sz="1600" dirty="0">
                <a:latin typeface="Arial" panose="020B0604020202020204" pitchFamily="34" charset="0"/>
                <a:cs typeface="Arial" panose="020B0604020202020204" pitchFamily="34" charset="0"/>
              </a:rPr>
              <a:t> (</a:t>
            </a:r>
            <a:r>
              <a:rPr kumimoji="1" lang="de-AT" altLang="de-DE" sz="1600" b="1" dirty="0">
                <a:latin typeface="Arial" panose="020B0604020202020204" pitchFamily="34" charset="0"/>
                <a:cs typeface="Arial" panose="020B0604020202020204" pitchFamily="34" charset="0"/>
              </a:rPr>
              <a:t>Schaltfunktion</a:t>
            </a:r>
            <a:r>
              <a:rPr kumimoji="1" lang="de-AT" altLang="de-DE" sz="1600" dirty="0">
                <a:latin typeface="Arial" panose="020B0604020202020204" pitchFamily="34" charset="0"/>
                <a:cs typeface="Arial" panose="020B0604020202020204" pitchFamily="34" charset="0"/>
              </a:rPr>
              <a:t>):</a:t>
            </a:r>
          </a:p>
        </p:txBody>
      </p:sp>
      <p:sp>
        <p:nvSpPr>
          <p:cNvPr id="43" name="Text Box 50">
            <a:extLst>
              <a:ext uri="{FF2B5EF4-FFF2-40B4-BE49-F238E27FC236}">
                <a16:creationId xmlns:a16="http://schemas.microsoft.com/office/drawing/2014/main" id="{EB5F5990-315F-4237-9943-56FC579CBC41}"/>
              </a:ext>
            </a:extLst>
          </p:cNvPr>
          <p:cNvSpPr txBox="1">
            <a:spLocks noChangeArrowheads="1"/>
          </p:cNvSpPr>
          <p:nvPr/>
        </p:nvSpPr>
        <p:spPr bwMode="auto">
          <a:xfrm>
            <a:off x="6046120" y="4380531"/>
            <a:ext cx="5488740" cy="64633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cs typeface="Arial" panose="020B0604020202020204" pitchFamily="34" charset="0"/>
              </a:rPr>
              <a:t>„Motor 	    </a:t>
            </a:r>
            <a:r>
              <a:rPr lang="de-DE" altLang="de-DE" sz="1800" b="1">
                <a:latin typeface="Arial" panose="020B0604020202020204" pitchFamily="34" charset="0"/>
                <a:cs typeface="Arial" panose="020B0604020202020204" pitchFamily="34" charset="0"/>
              </a:rPr>
              <a:t>gdw</a:t>
            </a:r>
            <a:r>
              <a:rPr lang="de-DE" altLang="de-DE" sz="1800">
                <a:latin typeface="Arial" panose="020B0604020202020204" pitchFamily="34" charset="0"/>
                <a:cs typeface="Arial" panose="020B0604020202020204" pitchFamily="34" charset="0"/>
              </a:rPr>
              <a:t>	   „Tür ist          </a:t>
            </a:r>
            <a:r>
              <a:rPr lang="de-DE" altLang="de-DE" sz="1800" b="1">
                <a:solidFill>
                  <a:schemeClr val="hlink"/>
                </a:solidFill>
                <a:latin typeface="Arial" panose="020B0604020202020204" pitchFamily="34" charset="0"/>
                <a:cs typeface="Arial" panose="020B0604020202020204" pitchFamily="34" charset="0"/>
              </a:rPr>
              <a:t>und</a:t>
            </a:r>
            <a:r>
              <a:rPr lang="de-DE" altLang="de-DE" sz="1800">
                <a:latin typeface="Arial" panose="020B0604020202020204" pitchFamily="34" charset="0"/>
                <a:cs typeface="Arial" panose="020B0604020202020204" pitchFamily="34" charset="0"/>
              </a:rPr>
              <a:t>     „Knopf ist</a:t>
            </a:r>
            <a:br>
              <a:rPr lang="de-DE" altLang="de-DE" sz="1800">
                <a:latin typeface="Arial" panose="020B0604020202020204" pitchFamily="34" charset="0"/>
                <a:cs typeface="Arial" panose="020B0604020202020204" pitchFamily="34" charset="0"/>
              </a:rPr>
            </a:br>
            <a:r>
              <a:rPr lang="de-DE" altLang="de-DE" sz="1800">
                <a:latin typeface="Arial" panose="020B0604020202020204" pitchFamily="34" charset="0"/>
                <a:cs typeface="Arial" panose="020B0604020202020204" pitchFamily="34" charset="0"/>
              </a:rPr>
              <a:t> läuft“		   geschlossen“	          gedrückt“</a:t>
            </a:r>
            <a:endParaRPr lang="de-DE" altLang="de-DE" sz="2000">
              <a:latin typeface="Arial" panose="020B0604020202020204" pitchFamily="34" charset="0"/>
              <a:cs typeface="Arial" panose="020B0604020202020204" pitchFamily="34" charset="0"/>
            </a:endParaRPr>
          </a:p>
        </p:txBody>
      </p:sp>
      <p:pic>
        <p:nvPicPr>
          <p:cNvPr id="20" name="Grafik 19">
            <a:extLst>
              <a:ext uri="{FF2B5EF4-FFF2-40B4-BE49-F238E27FC236}">
                <a16:creationId xmlns:a16="http://schemas.microsoft.com/office/drawing/2014/main" id="{288FB921-DD36-4548-8348-F141E70BC9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06079" y="1447935"/>
            <a:ext cx="525054" cy="1235797"/>
          </a:xfrm>
          <a:prstGeom prst="rect">
            <a:avLst/>
          </a:prstGeom>
        </p:spPr>
      </p:pic>
    </p:spTree>
    <p:extLst>
      <p:ext uri="{BB962C8B-B14F-4D97-AF65-F5344CB8AC3E}">
        <p14:creationId xmlns:p14="http://schemas.microsoft.com/office/powerpoint/2010/main" val="257880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up)">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AD14F8-ADA7-48CB-832B-4BBE784290F3}"/>
              </a:ext>
            </a:extLst>
          </p:cNvPr>
          <p:cNvSpPr>
            <a:spLocks noGrp="1"/>
          </p:cNvSpPr>
          <p:nvPr>
            <p:ph type="title"/>
          </p:nvPr>
        </p:nvSpPr>
        <p:spPr/>
        <p:txBody>
          <a:bodyPr/>
          <a:lstStyle/>
          <a:p>
            <a:r>
              <a:rPr lang="de-DE" altLang="de-DE" dirty="0"/>
              <a:t> Der UND - Operator</a:t>
            </a:r>
            <a:endParaRPr lang="de-DE" dirty="0"/>
          </a:p>
        </p:txBody>
      </p:sp>
      <p:sp>
        <p:nvSpPr>
          <p:cNvPr id="4" name="AutoShape 70">
            <a:extLst>
              <a:ext uri="{FF2B5EF4-FFF2-40B4-BE49-F238E27FC236}">
                <a16:creationId xmlns:a16="http://schemas.microsoft.com/office/drawing/2014/main" id="{4A46BEE8-873B-4C68-9ED4-8A894F545557}"/>
              </a:ext>
            </a:extLst>
          </p:cNvPr>
          <p:cNvSpPr>
            <a:spLocks noChangeArrowheads="1"/>
          </p:cNvSpPr>
          <p:nvPr/>
        </p:nvSpPr>
        <p:spPr bwMode="auto">
          <a:xfrm>
            <a:off x="6981800" y="4532545"/>
            <a:ext cx="1981200" cy="408623"/>
          </a:xfrm>
          <a:prstGeom prst="wedgeRoundRectCallout">
            <a:avLst>
              <a:gd name="adj1" fmla="val 43111"/>
              <a:gd name="adj2" fmla="val -99403"/>
              <a:gd name="adj3" fmla="val 16667"/>
            </a:avLst>
          </a:prstGeom>
          <a:solidFill>
            <a:srgbClr val="FDFDCB"/>
          </a:solidFill>
          <a:ln w="9525">
            <a:solidFill>
              <a:srgbClr val="000000"/>
            </a:solidFill>
            <a:miter lim="800000"/>
            <a:headEnd/>
            <a:tailEnd/>
          </a:ln>
        </p:spPr>
        <p:txBody>
          <a:bodyPr lIns="54000" rIns="540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b="1" dirty="0">
                <a:solidFill>
                  <a:schemeClr val="hlink"/>
                </a:solidFill>
                <a:latin typeface="Arial" panose="020B0604020202020204" pitchFamily="34" charset="0"/>
                <a:cs typeface="Arial" panose="020B0604020202020204" pitchFamily="34" charset="0"/>
              </a:rPr>
              <a:t>UND</a:t>
            </a:r>
            <a:r>
              <a:rPr kumimoji="1" lang="de-AT" altLang="de-DE" sz="1800" dirty="0">
                <a:latin typeface="Arial" panose="020B0604020202020204" pitchFamily="34" charset="0"/>
                <a:cs typeface="Arial" panose="020B0604020202020204" pitchFamily="34" charset="0"/>
              </a:rPr>
              <a:t>-Operator</a:t>
            </a:r>
          </a:p>
        </p:txBody>
      </p:sp>
      <p:sp>
        <p:nvSpPr>
          <p:cNvPr id="5" name="AutoShape 81">
            <a:extLst>
              <a:ext uri="{FF2B5EF4-FFF2-40B4-BE49-F238E27FC236}">
                <a16:creationId xmlns:a16="http://schemas.microsoft.com/office/drawing/2014/main" id="{4F654080-4022-4619-9484-6432422B755A}"/>
              </a:ext>
            </a:extLst>
          </p:cNvPr>
          <p:cNvSpPr>
            <a:spLocks noChangeArrowheads="1"/>
          </p:cNvSpPr>
          <p:nvPr/>
        </p:nvSpPr>
        <p:spPr bwMode="auto">
          <a:xfrm>
            <a:off x="8217668" y="6309320"/>
            <a:ext cx="1625600" cy="408623"/>
          </a:xfrm>
          <a:prstGeom prst="wedgeRoundRectCallout">
            <a:avLst>
              <a:gd name="adj1" fmla="val -4005"/>
              <a:gd name="adj2" fmla="val -109361"/>
              <a:gd name="adj3" fmla="val 16667"/>
            </a:avLst>
          </a:prstGeom>
          <a:solidFill>
            <a:srgbClr val="FDFDCB"/>
          </a:solidFill>
          <a:ln w="9525">
            <a:solidFill>
              <a:srgbClr val="000000"/>
            </a:solidFill>
            <a:miter lim="800000"/>
            <a:headEnd/>
            <a:tailEnd/>
          </a:ln>
        </p:spPr>
        <p:txBody>
          <a:bodyPr lIns="18000" rIns="180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kumimoji="1" lang="de-AT" altLang="de-DE" sz="1800" b="1">
                <a:solidFill>
                  <a:schemeClr val="hlink"/>
                </a:solidFill>
                <a:latin typeface="Arial" panose="020B0604020202020204" pitchFamily="34" charset="0"/>
                <a:cs typeface="Arial" panose="020B0604020202020204" pitchFamily="34" charset="0"/>
              </a:rPr>
              <a:t>UND</a:t>
            </a:r>
            <a:r>
              <a:rPr kumimoji="1" lang="de-AT" altLang="de-DE" sz="1800">
                <a:latin typeface="Arial" panose="020B0604020202020204" pitchFamily="34" charset="0"/>
                <a:cs typeface="Arial" panose="020B0604020202020204" pitchFamily="34" charset="0"/>
              </a:rPr>
              <a:t>-Gatter</a:t>
            </a:r>
          </a:p>
        </p:txBody>
      </p:sp>
      <p:sp>
        <p:nvSpPr>
          <p:cNvPr id="6" name="Textplatzhalter 5">
            <a:extLst>
              <a:ext uri="{FF2B5EF4-FFF2-40B4-BE49-F238E27FC236}">
                <a16:creationId xmlns:a16="http://schemas.microsoft.com/office/drawing/2014/main" id="{E158A177-683A-44ED-9ED1-7F666DAC5960}"/>
              </a:ext>
            </a:extLst>
          </p:cNvPr>
          <p:cNvSpPr txBox="1">
            <a:spLocks/>
          </p:cNvSpPr>
          <p:nvPr/>
        </p:nvSpPr>
        <p:spPr>
          <a:xfrm>
            <a:off x="839788" y="2057400"/>
            <a:ext cx="3932237" cy="3811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ltLang="de-DE" dirty="0"/>
              <a:t>Bei x</a:t>
            </a:r>
            <a:r>
              <a:rPr lang="de-DE" altLang="de-DE" baseline="-25000" dirty="0"/>
              <a:t>1</a:t>
            </a:r>
            <a:r>
              <a:rPr lang="de-DE" altLang="de-DE" dirty="0"/>
              <a:t> und x</a:t>
            </a:r>
            <a:r>
              <a:rPr lang="de-DE" altLang="de-DE" baseline="-25000" dirty="0"/>
              <a:t>2</a:t>
            </a:r>
            <a:r>
              <a:rPr lang="de-DE" altLang="de-DE" dirty="0"/>
              <a:t> handelt es sich um Eingänge und y stellt den Ausgang dar. Liegt auf x</a:t>
            </a:r>
            <a:r>
              <a:rPr lang="de-DE" altLang="de-DE" baseline="-25000" dirty="0"/>
              <a:t>1</a:t>
            </a:r>
            <a:r>
              <a:rPr lang="de-DE" altLang="de-DE" dirty="0"/>
              <a:t> und x</a:t>
            </a:r>
            <a:r>
              <a:rPr lang="de-DE" altLang="de-DE" baseline="-25000" dirty="0"/>
              <a:t>2</a:t>
            </a:r>
            <a:r>
              <a:rPr lang="de-DE" altLang="de-DE" dirty="0"/>
              <a:t> ein Signal an, so liefert y ein Signal. Liefert nur x</a:t>
            </a:r>
            <a:r>
              <a:rPr lang="de-DE" altLang="de-DE" baseline="-25000" dirty="0"/>
              <a:t>1</a:t>
            </a:r>
            <a:r>
              <a:rPr lang="de-DE" altLang="de-DE" dirty="0"/>
              <a:t> oder x</a:t>
            </a:r>
            <a:r>
              <a:rPr lang="de-DE" altLang="de-DE" baseline="-25000" dirty="0"/>
              <a:t>2 </a:t>
            </a:r>
            <a:r>
              <a:rPr lang="de-DE" altLang="de-DE" dirty="0"/>
              <a:t>ein Signal, so liefert y kein Signal.</a:t>
            </a:r>
          </a:p>
          <a:p>
            <a:endParaRPr lang="de-DE" dirty="0"/>
          </a:p>
        </p:txBody>
      </p:sp>
      <p:sp>
        <p:nvSpPr>
          <p:cNvPr id="7" name="Rectangle 2">
            <a:extLst>
              <a:ext uri="{FF2B5EF4-FFF2-40B4-BE49-F238E27FC236}">
                <a16:creationId xmlns:a16="http://schemas.microsoft.com/office/drawing/2014/main" id="{6B953D62-DBF7-4CD2-BE81-FCF883D5760D}"/>
              </a:ext>
            </a:extLst>
          </p:cNvPr>
          <p:cNvSpPr txBox="1">
            <a:spLocks noChangeArrowheads="1"/>
          </p:cNvSpPr>
          <p:nvPr/>
        </p:nvSpPr>
        <p:spPr>
          <a:xfrm>
            <a:off x="839788" y="179994"/>
            <a:ext cx="5256212" cy="1600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E30051"/>
                </a:solidFill>
                <a:latin typeface="Arial" panose="020B0604020202020204" pitchFamily="34" charset="0"/>
                <a:ea typeface="+mj-ea"/>
                <a:cs typeface="Arial" panose="020B0604020202020204" pitchFamily="34" charset="0"/>
              </a:defRPr>
            </a:lvl1pPr>
          </a:lstStyle>
          <a:p>
            <a:endParaRPr lang="de-DE" altLang="de-DE" dirty="0"/>
          </a:p>
        </p:txBody>
      </p:sp>
      <p:sp>
        <p:nvSpPr>
          <p:cNvPr id="8" name="Rectangle 7">
            <a:extLst>
              <a:ext uri="{FF2B5EF4-FFF2-40B4-BE49-F238E27FC236}">
                <a16:creationId xmlns:a16="http://schemas.microsoft.com/office/drawing/2014/main" id="{CB05417B-D8BF-47D5-923B-79ADD3C92AD1}"/>
              </a:ext>
            </a:extLst>
          </p:cNvPr>
          <p:cNvSpPr>
            <a:spLocks noChangeArrowheads="1"/>
          </p:cNvSpPr>
          <p:nvPr/>
        </p:nvSpPr>
        <p:spPr bwMode="auto">
          <a:xfrm>
            <a:off x="8702650" y="5263605"/>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9" name="Rectangle 29">
            <a:extLst>
              <a:ext uri="{FF2B5EF4-FFF2-40B4-BE49-F238E27FC236}">
                <a16:creationId xmlns:a16="http://schemas.microsoft.com/office/drawing/2014/main" id="{ABA2F175-2F1D-4B5C-BA0B-96C8042A80BE}"/>
              </a:ext>
            </a:extLst>
          </p:cNvPr>
          <p:cNvSpPr>
            <a:spLocks noChangeArrowheads="1"/>
          </p:cNvSpPr>
          <p:nvPr/>
        </p:nvSpPr>
        <p:spPr bwMode="auto">
          <a:xfrm>
            <a:off x="7824788" y="3790443"/>
            <a:ext cx="1631950" cy="554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90000" anchor="ctr" anchorCtr="1">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de-DE" altLang="de-DE" sz="2000" dirty="0"/>
              <a:t>y = x</a:t>
            </a:r>
            <a:r>
              <a:rPr lang="de-DE" altLang="de-DE" sz="2000" baseline="-25000" dirty="0"/>
              <a:t>1</a:t>
            </a:r>
            <a:r>
              <a:rPr lang="de-DE" altLang="de-DE" sz="2000" dirty="0"/>
              <a:t> </a:t>
            </a:r>
            <a:r>
              <a:rPr lang="de-DE" altLang="de-DE" b="1" dirty="0">
                <a:solidFill>
                  <a:schemeClr val="hlink"/>
                </a:solidFill>
                <a:sym typeface="Symbol" panose="05050102010706020507" pitchFamily="18" charset="2"/>
              </a:rPr>
              <a:t></a:t>
            </a:r>
            <a:r>
              <a:rPr lang="de-DE" altLang="de-DE" sz="2000" dirty="0">
                <a:sym typeface="Symbol" panose="05050102010706020507" pitchFamily="18" charset="2"/>
              </a:rPr>
              <a:t>  </a:t>
            </a:r>
            <a:r>
              <a:rPr lang="de-DE" altLang="de-DE" sz="2000" dirty="0"/>
              <a:t>x</a:t>
            </a:r>
            <a:r>
              <a:rPr lang="de-DE" altLang="de-DE" sz="2000" baseline="-25000" dirty="0"/>
              <a:t>2</a:t>
            </a:r>
          </a:p>
        </p:txBody>
      </p:sp>
      <p:grpSp>
        <p:nvGrpSpPr>
          <p:cNvPr id="10" name="Group 72">
            <a:extLst>
              <a:ext uri="{FF2B5EF4-FFF2-40B4-BE49-F238E27FC236}">
                <a16:creationId xmlns:a16="http://schemas.microsoft.com/office/drawing/2014/main" id="{96C14B6C-22E1-4182-8FAC-80E1B5BBB5E5}"/>
              </a:ext>
            </a:extLst>
          </p:cNvPr>
          <p:cNvGrpSpPr>
            <a:grpSpLocks/>
          </p:cNvGrpSpPr>
          <p:nvPr/>
        </p:nvGrpSpPr>
        <p:grpSpPr bwMode="auto">
          <a:xfrm>
            <a:off x="7435304" y="983814"/>
            <a:ext cx="1600200" cy="2225675"/>
            <a:chOff x="2799" y="2754"/>
            <a:chExt cx="1008" cy="1402"/>
          </a:xfrm>
        </p:grpSpPr>
        <p:sp>
          <p:nvSpPr>
            <p:cNvPr id="11" name="Text Box 73">
              <a:extLst>
                <a:ext uri="{FF2B5EF4-FFF2-40B4-BE49-F238E27FC236}">
                  <a16:creationId xmlns:a16="http://schemas.microsoft.com/office/drawing/2014/main" id="{F730B036-03EE-48AB-BFAF-9BF3EE3F7AFB}"/>
                </a:ext>
              </a:extLst>
            </p:cNvPr>
            <p:cNvSpPr txBox="1">
              <a:spLocks noChangeArrowheads="1"/>
            </p:cNvSpPr>
            <p:nvPr/>
          </p:nvSpPr>
          <p:spPr bwMode="auto">
            <a:xfrm>
              <a:off x="2799"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2" name="Text Box 74">
              <a:extLst>
                <a:ext uri="{FF2B5EF4-FFF2-40B4-BE49-F238E27FC236}">
                  <a16:creationId xmlns:a16="http://schemas.microsoft.com/office/drawing/2014/main" id="{5D53EAD2-875A-4390-B03A-C020B3E4BFF0}"/>
                </a:ext>
              </a:extLst>
            </p:cNvPr>
            <p:cNvSpPr txBox="1">
              <a:spLocks noChangeArrowheads="1"/>
            </p:cNvSpPr>
            <p:nvPr/>
          </p:nvSpPr>
          <p:spPr bwMode="auto">
            <a:xfrm>
              <a:off x="3135"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2</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3" name="Text Box 75">
              <a:extLst>
                <a:ext uri="{FF2B5EF4-FFF2-40B4-BE49-F238E27FC236}">
                  <a16:creationId xmlns:a16="http://schemas.microsoft.com/office/drawing/2014/main" id="{B4B45BD5-0D9F-41F4-BBEA-DF7D946EBB4C}"/>
                </a:ext>
              </a:extLst>
            </p:cNvPr>
            <p:cNvSpPr txBox="1">
              <a:spLocks noChangeArrowheads="1"/>
            </p:cNvSpPr>
            <p:nvPr/>
          </p:nvSpPr>
          <p:spPr bwMode="auto">
            <a:xfrm>
              <a:off x="3471" y="2754"/>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4" name="Line 77">
              <a:extLst>
                <a:ext uri="{FF2B5EF4-FFF2-40B4-BE49-F238E27FC236}">
                  <a16:creationId xmlns:a16="http://schemas.microsoft.com/office/drawing/2014/main" id="{CCC40BD5-850C-465C-8772-AFFB2EFAF287}"/>
                </a:ext>
              </a:extLst>
            </p:cNvPr>
            <p:cNvSpPr>
              <a:spLocks noChangeShapeType="1"/>
            </p:cNvSpPr>
            <p:nvPr/>
          </p:nvSpPr>
          <p:spPr bwMode="auto">
            <a:xfrm>
              <a:off x="2799" y="3042"/>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5" name="Line 78">
              <a:extLst>
                <a:ext uri="{FF2B5EF4-FFF2-40B4-BE49-F238E27FC236}">
                  <a16:creationId xmlns:a16="http://schemas.microsoft.com/office/drawing/2014/main" id="{D5354A21-4906-4C03-BA37-12CA5A96EA03}"/>
                </a:ext>
              </a:extLst>
            </p:cNvPr>
            <p:cNvSpPr>
              <a:spLocks noChangeShapeType="1"/>
            </p:cNvSpPr>
            <p:nvPr/>
          </p:nvSpPr>
          <p:spPr bwMode="auto">
            <a:xfrm>
              <a:off x="3135" y="2754"/>
              <a:ext cx="0"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6" name="Line 79">
              <a:extLst>
                <a:ext uri="{FF2B5EF4-FFF2-40B4-BE49-F238E27FC236}">
                  <a16:creationId xmlns:a16="http://schemas.microsoft.com/office/drawing/2014/main" id="{C5D23873-9594-40D3-8F28-FD185E001661}"/>
                </a:ext>
              </a:extLst>
            </p:cNvPr>
            <p:cNvSpPr>
              <a:spLocks noChangeShapeType="1"/>
            </p:cNvSpPr>
            <p:nvPr/>
          </p:nvSpPr>
          <p:spPr bwMode="auto">
            <a:xfrm>
              <a:off x="3471" y="2754"/>
              <a:ext cx="0" cy="13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grpSp>
      <p:sp>
        <p:nvSpPr>
          <p:cNvPr id="17" name="Line 20">
            <a:extLst>
              <a:ext uri="{FF2B5EF4-FFF2-40B4-BE49-F238E27FC236}">
                <a16:creationId xmlns:a16="http://schemas.microsoft.com/office/drawing/2014/main" id="{364E3A1C-CB05-4D50-B42A-C55B2D52081A}"/>
              </a:ext>
            </a:extLst>
          </p:cNvPr>
          <p:cNvSpPr>
            <a:spLocks noChangeShapeType="1"/>
          </p:cNvSpPr>
          <p:nvPr/>
        </p:nvSpPr>
        <p:spPr bwMode="auto">
          <a:xfrm>
            <a:off x="5795025" y="5013176"/>
            <a:ext cx="48355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8" name="AutoShape 24">
            <a:extLst>
              <a:ext uri="{FF2B5EF4-FFF2-40B4-BE49-F238E27FC236}">
                <a16:creationId xmlns:a16="http://schemas.microsoft.com/office/drawing/2014/main" id="{E06E3138-BB6A-471C-9C23-E09CE6FCFE14}"/>
              </a:ext>
            </a:extLst>
          </p:cNvPr>
          <p:cNvSpPr>
            <a:spLocks noChangeArrowheads="1"/>
          </p:cNvSpPr>
          <p:nvPr/>
        </p:nvSpPr>
        <p:spPr bwMode="auto">
          <a:xfrm>
            <a:off x="5149304" y="3745715"/>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Schaltfunktion:</a:t>
            </a:r>
          </a:p>
        </p:txBody>
      </p:sp>
      <p:sp>
        <p:nvSpPr>
          <p:cNvPr id="19" name="AutoShape 24">
            <a:extLst>
              <a:ext uri="{FF2B5EF4-FFF2-40B4-BE49-F238E27FC236}">
                <a16:creationId xmlns:a16="http://schemas.microsoft.com/office/drawing/2014/main" id="{736895BB-E27D-4321-9510-6DBD28C2880B}"/>
              </a:ext>
            </a:extLst>
          </p:cNvPr>
          <p:cNvSpPr>
            <a:spLocks noChangeArrowheads="1"/>
          </p:cNvSpPr>
          <p:nvPr/>
        </p:nvSpPr>
        <p:spPr bwMode="auto">
          <a:xfrm>
            <a:off x="4937400" y="5327976"/>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Schaltung:</a:t>
            </a:r>
          </a:p>
          <a:p>
            <a:pPr>
              <a:spcBef>
                <a:spcPct val="0"/>
              </a:spcBef>
              <a:buClrTx/>
              <a:buSzTx/>
              <a:buFontTx/>
              <a:buNone/>
            </a:pPr>
            <a:endParaRPr kumimoji="1" lang="de-AT" altLang="de-DE" sz="1800">
              <a:latin typeface="Arial" panose="020B0604020202020204" pitchFamily="34" charset="0"/>
            </a:endParaRPr>
          </a:p>
        </p:txBody>
      </p:sp>
      <p:sp>
        <p:nvSpPr>
          <p:cNvPr id="20" name="AutoShape 24">
            <a:extLst>
              <a:ext uri="{FF2B5EF4-FFF2-40B4-BE49-F238E27FC236}">
                <a16:creationId xmlns:a16="http://schemas.microsoft.com/office/drawing/2014/main" id="{3EA35FCC-9C26-4CEA-8142-D69BF652AC1D}"/>
              </a:ext>
            </a:extLst>
          </p:cNvPr>
          <p:cNvSpPr>
            <a:spLocks noChangeArrowheads="1"/>
          </p:cNvSpPr>
          <p:nvPr/>
        </p:nvSpPr>
        <p:spPr bwMode="auto">
          <a:xfrm>
            <a:off x="5257349" y="1892247"/>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Wahrheitstabelle:</a:t>
            </a:r>
          </a:p>
          <a:p>
            <a:pPr>
              <a:spcBef>
                <a:spcPct val="0"/>
              </a:spcBef>
              <a:buClrTx/>
              <a:buSzTx/>
              <a:buFontTx/>
              <a:buNone/>
            </a:pPr>
            <a:endParaRPr kumimoji="1" lang="de-AT" altLang="de-DE" sz="1800">
              <a:latin typeface="Arial" panose="020B0604020202020204" pitchFamily="34" charset="0"/>
            </a:endParaRPr>
          </a:p>
        </p:txBody>
      </p:sp>
      <p:sp>
        <p:nvSpPr>
          <p:cNvPr id="21" name="Line 20">
            <a:extLst>
              <a:ext uri="{FF2B5EF4-FFF2-40B4-BE49-F238E27FC236}">
                <a16:creationId xmlns:a16="http://schemas.microsoft.com/office/drawing/2014/main" id="{99C24A62-40B7-48E5-9985-E69FB29ACE11}"/>
              </a:ext>
            </a:extLst>
          </p:cNvPr>
          <p:cNvSpPr>
            <a:spLocks noChangeShapeType="1"/>
          </p:cNvSpPr>
          <p:nvPr/>
        </p:nvSpPr>
        <p:spPr bwMode="auto">
          <a:xfrm>
            <a:off x="5795025" y="3403140"/>
            <a:ext cx="48355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2" name="Textfeld 21">
            <a:extLst>
              <a:ext uri="{FF2B5EF4-FFF2-40B4-BE49-F238E27FC236}">
                <a16:creationId xmlns:a16="http://schemas.microsoft.com/office/drawing/2014/main" id="{C8CBAB8D-0746-4604-BF78-0F6484DB67A1}"/>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23" name="Grafik 22">
            <a:extLst>
              <a:ext uri="{FF2B5EF4-FFF2-40B4-BE49-F238E27FC236}">
                <a16:creationId xmlns:a16="http://schemas.microsoft.com/office/drawing/2014/main" id="{9AC7F324-CD5E-4275-B5CC-BF663A3C94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6079" y="1447935"/>
            <a:ext cx="525054" cy="1235797"/>
          </a:xfrm>
          <a:prstGeom prst="rect">
            <a:avLst/>
          </a:prstGeom>
        </p:spPr>
      </p:pic>
      <p:sp>
        <p:nvSpPr>
          <p:cNvPr id="24" name="Text Box 8">
            <a:extLst>
              <a:ext uri="{FF2B5EF4-FFF2-40B4-BE49-F238E27FC236}">
                <a16:creationId xmlns:a16="http://schemas.microsoft.com/office/drawing/2014/main" id="{950AAFF6-8E81-497A-AF66-90B188C6EA64}"/>
              </a:ext>
            </a:extLst>
          </p:cNvPr>
          <p:cNvSpPr txBox="1">
            <a:spLocks noChangeArrowheads="1"/>
          </p:cNvSpPr>
          <p:nvPr/>
        </p:nvSpPr>
        <p:spPr bwMode="auto">
          <a:xfrm>
            <a:off x="8840311" y="5455957"/>
            <a:ext cx="357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dirty="0">
                <a:solidFill>
                  <a:schemeClr val="hlink"/>
                </a:solidFill>
                <a:latin typeface="Arial" panose="020B0604020202020204" pitchFamily="34" charset="0"/>
              </a:rPr>
              <a:t>&amp;</a:t>
            </a:r>
          </a:p>
        </p:txBody>
      </p:sp>
    </p:spTree>
    <p:extLst>
      <p:ext uri="{BB962C8B-B14F-4D97-AF65-F5344CB8AC3E}">
        <p14:creationId xmlns:p14="http://schemas.microsoft.com/office/powerpoint/2010/main" val="1985496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B75BC3-98BF-4764-B5C6-BC1496B6032C}"/>
              </a:ext>
            </a:extLst>
          </p:cNvPr>
          <p:cNvSpPr>
            <a:spLocks noGrp="1"/>
          </p:cNvSpPr>
          <p:nvPr>
            <p:ph type="title"/>
          </p:nvPr>
        </p:nvSpPr>
        <p:spPr/>
        <p:txBody>
          <a:bodyPr/>
          <a:lstStyle/>
          <a:p>
            <a:r>
              <a:rPr lang="de-DE" dirty="0"/>
              <a:t>Aufgabe: Der n-Türöffner</a:t>
            </a:r>
          </a:p>
        </p:txBody>
      </p:sp>
      <p:sp>
        <p:nvSpPr>
          <p:cNvPr id="3" name="Inhaltsplatzhalter 2">
            <a:extLst>
              <a:ext uri="{FF2B5EF4-FFF2-40B4-BE49-F238E27FC236}">
                <a16:creationId xmlns:a16="http://schemas.microsoft.com/office/drawing/2014/main" id="{9322A956-09D0-4526-9546-EA481A1920B2}"/>
              </a:ext>
            </a:extLst>
          </p:cNvPr>
          <p:cNvSpPr>
            <a:spLocks noGrp="1"/>
          </p:cNvSpPr>
          <p:nvPr>
            <p:ph idx="1"/>
          </p:nvPr>
        </p:nvSpPr>
        <p:spPr>
          <a:xfrm>
            <a:off x="160867" y="1825625"/>
            <a:ext cx="4627949" cy="4351338"/>
          </a:xfrm>
        </p:spPr>
        <p:txBody>
          <a:bodyPr>
            <a:normAutofit lnSpcReduction="10000"/>
          </a:bodyPr>
          <a:lstStyle/>
          <a:p>
            <a:r>
              <a:rPr lang="de-DE" altLang="de-DE" dirty="0"/>
              <a:t>Problem: Die Haustür soll sich öffnen, wenn der Türöffner im ersten oder im zweiten Stock gedrückt wird.</a:t>
            </a:r>
          </a:p>
          <a:p>
            <a:r>
              <a:rPr lang="de-DE" altLang="de-DE" dirty="0"/>
              <a:t>Vervollständigen Sie die WWT</a:t>
            </a:r>
          </a:p>
          <a:p>
            <a:r>
              <a:rPr lang="de-DE" altLang="de-DE" dirty="0"/>
              <a:t>Nennen Sie die Schaltvariablen!</a:t>
            </a:r>
          </a:p>
          <a:p>
            <a:r>
              <a:rPr lang="de-DE" dirty="0"/>
              <a:t>Formulieren Sie die Schaltfunktion</a:t>
            </a:r>
          </a:p>
        </p:txBody>
      </p:sp>
      <p:pic>
        <p:nvPicPr>
          <p:cNvPr id="4" name="Grafik 3">
            <a:extLst>
              <a:ext uri="{FF2B5EF4-FFF2-40B4-BE49-F238E27FC236}">
                <a16:creationId xmlns:a16="http://schemas.microsoft.com/office/drawing/2014/main" id="{A48FAA98-A7BB-4D23-9F12-8EA92C5B964D}"/>
              </a:ext>
            </a:extLst>
          </p:cNvPr>
          <p:cNvPicPr>
            <a:picLocks noChangeAspect="1"/>
          </p:cNvPicPr>
          <p:nvPr/>
        </p:nvPicPr>
        <p:blipFill>
          <a:blip r:embed="rId2"/>
          <a:stretch>
            <a:fillRect/>
          </a:stretch>
        </p:blipFill>
        <p:spPr>
          <a:xfrm>
            <a:off x="4922052" y="1646238"/>
            <a:ext cx="2569096" cy="3037194"/>
          </a:xfrm>
          <a:prstGeom prst="rect">
            <a:avLst/>
          </a:prstGeom>
        </p:spPr>
      </p:pic>
      <p:grpSp>
        <p:nvGrpSpPr>
          <p:cNvPr id="5" name="Group 41">
            <a:extLst>
              <a:ext uri="{FF2B5EF4-FFF2-40B4-BE49-F238E27FC236}">
                <a16:creationId xmlns:a16="http://schemas.microsoft.com/office/drawing/2014/main" id="{A44381EC-93C0-4F53-A5AB-B5F0D9ECAAEA}"/>
              </a:ext>
            </a:extLst>
          </p:cNvPr>
          <p:cNvGrpSpPr>
            <a:grpSpLocks/>
          </p:cNvGrpSpPr>
          <p:nvPr/>
        </p:nvGrpSpPr>
        <p:grpSpPr bwMode="auto">
          <a:xfrm>
            <a:off x="7949801" y="2202652"/>
            <a:ext cx="1600200" cy="2246312"/>
            <a:chOff x="3072" y="2691"/>
            <a:chExt cx="1008" cy="1415"/>
          </a:xfrm>
        </p:grpSpPr>
        <p:sp>
          <p:nvSpPr>
            <p:cNvPr id="6" name="Text Box 11">
              <a:extLst>
                <a:ext uri="{FF2B5EF4-FFF2-40B4-BE49-F238E27FC236}">
                  <a16:creationId xmlns:a16="http://schemas.microsoft.com/office/drawing/2014/main" id="{E30F25E8-E2B5-4AA4-B9D5-FF742A011B3B}"/>
                </a:ext>
              </a:extLst>
            </p:cNvPr>
            <p:cNvSpPr txBox="1">
              <a:spLocks noChangeArrowheads="1"/>
            </p:cNvSpPr>
            <p:nvPr/>
          </p:nvSpPr>
          <p:spPr bwMode="auto">
            <a:xfrm>
              <a:off x="3072" y="2691"/>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7" name="Text Box 12">
              <a:extLst>
                <a:ext uri="{FF2B5EF4-FFF2-40B4-BE49-F238E27FC236}">
                  <a16:creationId xmlns:a16="http://schemas.microsoft.com/office/drawing/2014/main" id="{14AA9B57-1CAE-430D-99EF-B71EA6F7BC5B}"/>
                </a:ext>
              </a:extLst>
            </p:cNvPr>
            <p:cNvSpPr txBox="1">
              <a:spLocks noChangeArrowheads="1"/>
            </p:cNvSpPr>
            <p:nvPr/>
          </p:nvSpPr>
          <p:spPr bwMode="auto">
            <a:xfrm>
              <a:off x="3408" y="2691"/>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2</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8" name="Text Box 13">
              <a:extLst>
                <a:ext uri="{FF2B5EF4-FFF2-40B4-BE49-F238E27FC236}">
                  <a16:creationId xmlns:a16="http://schemas.microsoft.com/office/drawing/2014/main" id="{00F98DE0-AFA7-419C-AA28-EE9E5E73884C}"/>
                </a:ext>
              </a:extLst>
            </p:cNvPr>
            <p:cNvSpPr txBox="1">
              <a:spLocks noChangeArrowheads="1"/>
            </p:cNvSpPr>
            <p:nvPr/>
          </p:nvSpPr>
          <p:spPr bwMode="auto">
            <a:xfrm>
              <a:off x="3744" y="2691"/>
              <a:ext cx="336" cy="141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p:txBody>
        </p:sp>
        <p:sp>
          <p:nvSpPr>
            <p:cNvPr id="9" name="Line 15">
              <a:extLst>
                <a:ext uri="{FF2B5EF4-FFF2-40B4-BE49-F238E27FC236}">
                  <a16:creationId xmlns:a16="http://schemas.microsoft.com/office/drawing/2014/main" id="{13D6FB04-41E2-490F-A468-4BEE6EF2366E}"/>
                </a:ext>
              </a:extLst>
            </p:cNvPr>
            <p:cNvSpPr>
              <a:spLocks noChangeShapeType="1"/>
            </p:cNvSpPr>
            <p:nvPr/>
          </p:nvSpPr>
          <p:spPr bwMode="auto">
            <a:xfrm>
              <a:off x="3072" y="2979"/>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0" name="Line 16">
              <a:extLst>
                <a:ext uri="{FF2B5EF4-FFF2-40B4-BE49-F238E27FC236}">
                  <a16:creationId xmlns:a16="http://schemas.microsoft.com/office/drawing/2014/main" id="{B6A73247-0216-49D9-97D0-D54E2997DE9B}"/>
                </a:ext>
              </a:extLst>
            </p:cNvPr>
            <p:cNvSpPr>
              <a:spLocks noChangeShapeType="1"/>
            </p:cNvSpPr>
            <p:nvPr/>
          </p:nvSpPr>
          <p:spPr bwMode="auto">
            <a:xfrm>
              <a:off x="3408" y="2691"/>
              <a:ext cx="0"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1" name="Line 17">
              <a:extLst>
                <a:ext uri="{FF2B5EF4-FFF2-40B4-BE49-F238E27FC236}">
                  <a16:creationId xmlns:a16="http://schemas.microsoft.com/office/drawing/2014/main" id="{573B6D17-A3D7-4882-86AF-242208358D4D}"/>
                </a:ext>
              </a:extLst>
            </p:cNvPr>
            <p:cNvSpPr>
              <a:spLocks noChangeShapeType="1"/>
            </p:cNvSpPr>
            <p:nvPr/>
          </p:nvSpPr>
          <p:spPr bwMode="auto">
            <a:xfrm>
              <a:off x="3744" y="2691"/>
              <a:ext cx="0" cy="13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grpSp>
      <p:sp>
        <p:nvSpPr>
          <p:cNvPr id="12" name="Textfeld 11">
            <a:extLst>
              <a:ext uri="{FF2B5EF4-FFF2-40B4-BE49-F238E27FC236}">
                <a16:creationId xmlns:a16="http://schemas.microsoft.com/office/drawing/2014/main" id="{F5CBF578-72C2-42B6-9636-5B44746B1A7A}"/>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13" name="Grafik 12">
            <a:extLst>
              <a:ext uri="{FF2B5EF4-FFF2-40B4-BE49-F238E27FC236}">
                <a16:creationId xmlns:a16="http://schemas.microsoft.com/office/drawing/2014/main" id="{6901139D-3784-40BE-BF6D-D4D22A8BE8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56332" y="2202652"/>
            <a:ext cx="1076780" cy="1443263"/>
          </a:xfrm>
          <a:prstGeom prst="rect">
            <a:avLst/>
          </a:prstGeom>
        </p:spPr>
      </p:pic>
    </p:spTree>
    <p:extLst>
      <p:ext uri="{BB962C8B-B14F-4D97-AF65-F5344CB8AC3E}">
        <p14:creationId xmlns:p14="http://schemas.microsoft.com/office/powerpoint/2010/main" val="334521565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lstStyle/>
          <a:p>
            <a:r>
              <a:rPr lang="de-DE" dirty="0"/>
              <a:t>Lösung: Der ODER-Operator</a:t>
            </a:r>
          </a:p>
        </p:txBody>
      </p:sp>
      <p:grpSp>
        <p:nvGrpSpPr>
          <p:cNvPr id="12" name="Group 41">
            <a:extLst>
              <a:ext uri="{FF2B5EF4-FFF2-40B4-BE49-F238E27FC236}">
                <a16:creationId xmlns:a16="http://schemas.microsoft.com/office/drawing/2014/main" id="{B135306D-FDDE-4C2C-9417-2CC2DE6D9DC1}"/>
              </a:ext>
            </a:extLst>
          </p:cNvPr>
          <p:cNvGrpSpPr>
            <a:grpSpLocks/>
          </p:cNvGrpSpPr>
          <p:nvPr/>
        </p:nvGrpSpPr>
        <p:grpSpPr bwMode="auto">
          <a:xfrm>
            <a:off x="9114902" y="1628880"/>
            <a:ext cx="1600200" cy="2246312"/>
            <a:chOff x="3072" y="2691"/>
            <a:chExt cx="1008" cy="1415"/>
          </a:xfrm>
        </p:grpSpPr>
        <p:sp>
          <p:nvSpPr>
            <p:cNvPr id="13" name="Text Box 11">
              <a:extLst>
                <a:ext uri="{FF2B5EF4-FFF2-40B4-BE49-F238E27FC236}">
                  <a16:creationId xmlns:a16="http://schemas.microsoft.com/office/drawing/2014/main" id="{D214D80A-3553-4121-8CA4-3EF86B692948}"/>
                </a:ext>
              </a:extLst>
            </p:cNvPr>
            <p:cNvSpPr txBox="1">
              <a:spLocks noChangeArrowheads="1"/>
            </p:cNvSpPr>
            <p:nvPr/>
          </p:nvSpPr>
          <p:spPr bwMode="auto">
            <a:xfrm>
              <a:off x="3072" y="2691"/>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4" name="Text Box 12">
              <a:extLst>
                <a:ext uri="{FF2B5EF4-FFF2-40B4-BE49-F238E27FC236}">
                  <a16:creationId xmlns:a16="http://schemas.microsoft.com/office/drawing/2014/main" id="{5B459BB8-01E2-41EB-BBD7-D10CD7FAEECB}"/>
                </a:ext>
              </a:extLst>
            </p:cNvPr>
            <p:cNvSpPr txBox="1">
              <a:spLocks noChangeArrowheads="1"/>
            </p:cNvSpPr>
            <p:nvPr/>
          </p:nvSpPr>
          <p:spPr bwMode="auto">
            <a:xfrm>
              <a:off x="3408" y="2691"/>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2</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5" name="Text Box 13">
              <a:extLst>
                <a:ext uri="{FF2B5EF4-FFF2-40B4-BE49-F238E27FC236}">
                  <a16:creationId xmlns:a16="http://schemas.microsoft.com/office/drawing/2014/main" id="{B9439D67-8D41-454A-BAF5-740B2B7121CE}"/>
                </a:ext>
              </a:extLst>
            </p:cNvPr>
            <p:cNvSpPr txBox="1">
              <a:spLocks noChangeArrowheads="1"/>
            </p:cNvSpPr>
            <p:nvPr/>
          </p:nvSpPr>
          <p:spPr bwMode="auto">
            <a:xfrm>
              <a:off x="3744" y="2691"/>
              <a:ext cx="336" cy="141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p:txBody>
        </p:sp>
        <p:sp>
          <p:nvSpPr>
            <p:cNvPr id="16" name="Line 15">
              <a:extLst>
                <a:ext uri="{FF2B5EF4-FFF2-40B4-BE49-F238E27FC236}">
                  <a16:creationId xmlns:a16="http://schemas.microsoft.com/office/drawing/2014/main" id="{8C7892DC-046C-4A35-B5F0-4B8A88DF83F2}"/>
                </a:ext>
              </a:extLst>
            </p:cNvPr>
            <p:cNvSpPr>
              <a:spLocks noChangeShapeType="1"/>
            </p:cNvSpPr>
            <p:nvPr/>
          </p:nvSpPr>
          <p:spPr bwMode="auto">
            <a:xfrm>
              <a:off x="3072" y="2979"/>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7" name="Line 16">
              <a:extLst>
                <a:ext uri="{FF2B5EF4-FFF2-40B4-BE49-F238E27FC236}">
                  <a16:creationId xmlns:a16="http://schemas.microsoft.com/office/drawing/2014/main" id="{B9F1C99C-67F5-4596-BBC6-30FC0D212F6A}"/>
                </a:ext>
              </a:extLst>
            </p:cNvPr>
            <p:cNvSpPr>
              <a:spLocks noChangeShapeType="1"/>
            </p:cNvSpPr>
            <p:nvPr/>
          </p:nvSpPr>
          <p:spPr bwMode="auto">
            <a:xfrm>
              <a:off x="3408" y="2691"/>
              <a:ext cx="0"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8" name="Line 17">
              <a:extLst>
                <a:ext uri="{FF2B5EF4-FFF2-40B4-BE49-F238E27FC236}">
                  <a16:creationId xmlns:a16="http://schemas.microsoft.com/office/drawing/2014/main" id="{47AC3ABB-1B46-4BCA-BF17-9B6518D04321}"/>
                </a:ext>
              </a:extLst>
            </p:cNvPr>
            <p:cNvSpPr>
              <a:spLocks noChangeShapeType="1"/>
            </p:cNvSpPr>
            <p:nvPr/>
          </p:nvSpPr>
          <p:spPr bwMode="auto">
            <a:xfrm>
              <a:off x="3744" y="2691"/>
              <a:ext cx="0" cy="13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grpSp>
      <p:sp>
        <p:nvSpPr>
          <p:cNvPr id="19" name="Line 19">
            <a:extLst>
              <a:ext uri="{FF2B5EF4-FFF2-40B4-BE49-F238E27FC236}">
                <a16:creationId xmlns:a16="http://schemas.microsoft.com/office/drawing/2014/main" id="{BD58C710-5695-464E-A907-BA3B0E0ED1E3}"/>
              </a:ext>
            </a:extLst>
          </p:cNvPr>
          <p:cNvSpPr>
            <a:spLocks noChangeShapeType="1"/>
          </p:cNvSpPr>
          <p:nvPr/>
        </p:nvSpPr>
        <p:spPr bwMode="auto">
          <a:xfrm>
            <a:off x="6386947" y="5194457"/>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0" name="Text Box 20">
            <a:extLst>
              <a:ext uri="{FF2B5EF4-FFF2-40B4-BE49-F238E27FC236}">
                <a16:creationId xmlns:a16="http://schemas.microsoft.com/office/drawing/2014/main" id="{67A16365-C454-405C-ADF6-ABC3EBF5BDD8}"/>
              </a:ext>
            </a:extLst>
          </p:cNvPr>
          <p:cNvSpPr txBox="1">
            <a:spLocks noChangeArrowheads="1"/>
          </p:cNvSpPr>
          <p:nvPr/>
        </p:nvSpPr>
        <p:spPr bwMode="auto">
          <a:xfrm>
            <a:off x="6080276" y="5042057"/>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21" name="Rectangle 21">
            <a:extLst>
              <a:ext uri="{FF2B5EF4-FFF2-40B4-BE49-F238E27FC236}">
                <a16:creationId xmlns:a16="http://schemas.microsoft.com/office/drawing/2014/main" id="{C9755712-2861-40E0-9DAA-8C0513530CDC}"/>
              </a:ext>
            </a:extLst>
          </p:cNvPr>
          <p:cNvSpPr>
            <a:spLocks noChangeArrowheads="1"/>
          </p:cNvSpPr>
          <p:nvPr/>
        </p:nvSpPr>
        <p:spPr bwMode="auto">
          <a:xfrm>
            <a:off x="6920347" y="5045232"/>
            <a:ext cx="520700" cy="758825"/>
          </a:xfrm>
          <a:prstGeom prst="rect">
            <a:avLst/>
          </a:prstGeom>
          <a:solidFill>
            <a:srgbClr val="D9FFDB"/>
          </a:solidFill>
          <a:ln w="25400">
            <a:solidFill>
              <a:schemeClr val="hlink"/>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2" name="Text Box 22">
            <a:extLst>
              <a:ext uri="{FF2B5EF4-FFF2-40B4-BE49-F238E27FC236}">
                <a16:creationId xmlns:a16="http://schemas.microsoft.com/office/drawing/2014/main" id="{3706B4B5-97BD-4D36-8120-68509B2508C1}"/>
              </a:ext>
            </a:extLst>
          </p:cNvPr>
          <p:cNvSpPr txBox="1">
            <a:spLocks noChangeArrowheads="1"/>
          </p:cNvSpPr>
          <p:nvPr/>
        </p:nvSpPr>
        <p:spPr bwMode="auto">
          <a:xfrm>
            <a:off x="7002897" y="5267482"/>
            <a:ext cx="357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a:solidFill>
                  <a:schemeClr val="hlink"/>
                </a:solidFill>
                <a:latin typeface="Arial" panose="020B0604020202020204" pitchFamily="34" charset="0"/>
                <a:sym typeface="Symbol" panose="05050102010706020507" pitchFamily="18" charset="2"/>
              </a:rPr>
              <a:t>1</a:t>
            </a:r>
            <a:endParaRPr lang="de-DE" altLang="de-DE" sz="2400" b="1">
              <a:solidFill>
                <a:schemeClr val="hlink"/>
              </a:solidFill>
              <a:latin typeface="Arial" panose="020B0604020202020204" pitchFamily="34" charset="0"/>
            </a:endParaRPr>
          </a:p>
        </p:txBody>
      </p:sp>
      <p:sp>
        <p:nvSpPr>
          <p:cNvPr id="23" name="Text Box 23">
            <a:extLst>
              <a:ext uri="{FF2B5EF4-FFF2-40B4-BE49-F238E27FC236}">
                <a16:creationId xmlns:a16="http://schemas.microsoft.com/office/drawing/2014/main" id="{4D1579D4-2F26-4062-B86D-C9528A28EAD5}"/>
              </a:ext>
            </a:extLst>
          </p:cNvPr>
          <p:cNvSpPr txBox="1">
            <a:spLocks noChangeArrowheads="1"/>
          </p:cNvSpPr>
          <p:nvPr/>
        </p:nvSpPr>
        <p:spPr bwMode="auto">
          <a:xfrm>
            <a:off x="6080276" y="5499257"/>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24" name="Line 24">
            <a:extLst>
              <a:ext uri="{FF2B5EF4-FFF2-40B4-BE49-F238E27FC236}">
                <a16:creationId xmlns:a16="http://schemas.microsoft.com/office/drawing/2014/main" id="{CD14A94F-680F-416B-925F-C62903129808}"/>
              </a:ext>
            </a:extLst>
          </p:cNvPr>
          <p:cNvSpPr>
            <a:spLocks noChangeShapeType="1"/>
          </p:cNvSpPr>
          <p:nvPr/>
        </p:nvSpPr>
        <p:spPr bwMode="auto">
          <a:xfrm>
            <a:off x="6386947" y="5651657"/>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5" name="Line 25">
            <a:extLst>
              <a:ext uri="{FF2B5EF4-FFF2-40B4-BE49-F238E27FC236}">
                <a16:creationId xmlns:a16="http://schemas.microsoft.com/office/drawing/2014/main" id="{7B423995-A102-4B75-B72A-A0FA711A93E7}"/>
              </a:ext>
            </a:extLst>
          </p:cNvPr>
          <p:cNvSpPr>
            <a:spLocks noChangeShapeType="1"/>
          </p:cNvSpPr>
          <p:nvPr/>
        </p:nvSpPr>
        <p:spPr bwMode="auto">
          <a:xfrm>
            <a:off x="7453747" y="5423057"/>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6" name="Text Box 26">
            <a:extLst>
              <a:ext uri="{FF2B5EF4-FFF2-40B4-BE49-F238E27FC236}">
                <a16:creationId xmlns:a16="http://schemas.microsoft.com/office/drawing/2014/main" id="{CABE6538-1C2A-40AF-ADB8-610C2169864E}"/>
              </a:ext>
            </a:extLst>
          </p:cNvPr>
          <p:cNvSpPr txBox="1">
            <a:spLocks noChangeArrowheads="1"/>
          </p:cNvSpPr>
          <p:nvPr/>
        </p:nvSpPr>
        <p:spPr bwMode="auto">
          <a:xfrm>
            <a:off x="8139547" y="527065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27" name="Rectangle 36">
            <a:extLst>
              <a:ext uri="{FF2B5EF4-FFF2-40B4-BE49-F238E27FC236}">
                <a16:creationId xmlns:a16="http://schemas.microsoft.com/office/drawing/2014/main" id="{DA5FF51E-F686-4BF5-8E85-F49CA0EE7F8B}"/>
              </a:ext>
            </a:extLst>
          </p:cNvPr>
          <p:cNvSpPr>
            <a:spLocks noChangeArrowheads="1"/>
          </p:cNvSpPr>
          <p:nvPr/>
        </p:nvSpPr>
        <p:spPr bwMode="auto">
          <a:xfrm>
            <a:off x="5528915" y="5164415"/>
            <a:ext cx="2362200" cy="584775"/>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8" name="Rectangle 40">
            <a:extLst>
              <a:ext uri="{FF2B5EF4-FFF2-40B4-BE49-F238E27FC236}">
                <a16:creationId xmlns:a16="http://schemas.microsoft.com/office/drawing/2014/main" id="{FC0084F7-FBA0-4CCF-BE3C-7BF658F76766}"/>
              </a:ext>
            </a:extLst>
          </p:cNvPr>
          <p:cNvSpPr>
            <a:spLocks noChangeArrowheads="1"/>
          </p:cNvSpPr>
          <p:nvPr/>
        </p:nvSpPr>
        <p:spPr bwMode="auto">
          <a:xfrm>
            <a:off x="9044517" y="4001503"/>
            <a:ext cx="1631950" cy="554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90000" anchor="ctr" anchorCtr="1">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de-DE" altLang="de-DE" sz="2000" dirty="0"/>
              <a:t>y = x</a:t>
            </a:r>
            <a:r>
              <a:rPr lang="de-DE" altLang="de-DE" sz="2000" baseline="-25000" dirty="0"/>
              <a:t>1</a:t>
            </a:r>
            <a:r>
              <a:rPr lang="de-DE" altLang="de-DE" sz="2000" dirty="0"/>
              <a:t> </a:t>
            </a:r>
            <a:r>
              <a:rPr lang="de-DE" altLang="de-DE" b="1" dirty="0">
                <a:solidFill>
                  <a:schemeClr val="hlink"/>
                </a:solidFill>
                <a:sym typeface="Symbol" panose="05050102010706020507" pitchFamily="18" charset="2"/>
              </a:rPr>
              <a:t></a:t>
            </a:r>
            <a:r>
              <a:rPr lang="de-DE" altLang="de-DE" sz="2000" dirty="0">
                <a:sym typeface="Symbol" panose="05050102010706020507" pitchFamily="18" charset="2"/>
              </a:rPr>
              <a:t>  </a:t>
            </a:r>
            <a:r>
              <a:rPr lang="de-DE" altLang="de-DE" sz="2000" dirty="0"/>
              <a:t>x</a:t>
            </a:r>
            <a:r>
              <a:rPr lang="de-DE" altLang="de-DE" sz="2000" baseline="-25000" dirty="0"/>
              <a:t>2</a:t>
            </a:r>
          </a:p>
        </p:txBody>
      </p:sp>
      <p:sp>
        <p:nvSpPr>
          <p:cNvPr id="29" name="Rectangle 46">
            <a:extLst>
              <a:ext uri="{FF2B5EF4-FFF2-40B4-BE49-F238E27FC236}">
                <a16:creationId xmlns:a16="http://schemas.microsoft.com/office/drawing/2014/main" id="{78A5A257-5A7C-4BA0-9517-F7A6CFF66B66}"/>
              </a:ext>
            </a:extLst>
          </p:cNvPr>
          <p:cNvSpPr>
            <a:spLocks noChangeArrowheads="1"/>
          </p:cNvSpPr>
          <p:nvPr/>
        </p:nvSpPr>
        <p:spPr bwMode="auto">
          <a:xfrm>
            <a:off x="5689240" y="4394387"/>
            <a:ext cx="1925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de-DE" altLang="de-DE" sz="2400" dirty="0">
                <a:solidFill>
                  <a:schemeClr val="tx2"/>
                </a:solidFill>
              </a:rPr>
              <a:t>Realisierung:</a:t>
            </a:r>
          </a:p>
        </p:txBody>
      </p:sp>
      <p:sp>
        <p:nvSpPr>
          <p:cNvPr id="30" name="Textfeld 29">
            <a:extLst>
              <a:ext uri="{FF2B5EF4-FFF2-40B4-BE49-F238E27FC236}">
                <a16:creationId xmlns:a16="http://schemas.microsoft.com/office/drawing/2014/main" id="{9F8F423B-0952-4ECA-B310-50516273BFFE}"/>
              </a:ext>
            </a:extLst>
          </p:cNvPr>
          <p:cNvSpPr txBox="1">
            <a:spLocks noChangeArrowheads="1"/>
          </p:cNvSpPr>
          <p:nvPr/>
        </p:nvSpPr>
        <p:spPr bwMode="auto">
          <a:xfrm>
            <a:off x="10288006" y="1978130"/>
            <a:ext cx="338138"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50000"/>
              </a:lnSpc>
              <a:spcBef>
                <a:spcPct val="50000"/>
              </a:spcBef>
              <a:buClrTx/>
              <a:buSzTx/>
              <a:buFontTx/>
              <a:buNone/>
            </a:pPr>
            <a:r>
              <a:rPr lang="de-DE" altLang="de-DE" sz="2000"/>
              <a:t>0111</a:t>
            </a:r>
          </a:p>
        </p:txBody>
      </p:sp>
      <p:pic>
        <p:nvPicPr>
          <p:cNvPr id="31" name="Grafik 30">
            <a:extLst>
              <a:ext uri="{FF2B5EF4-FFF2-40B4-BE49-F238E27FC236}">
                <a16:creationId xmlns:a16="http://schemas.microsoft.com/office/drawing/2014/main" id="{D51DCDC6-DD79-4C85-87D5-A07E1CE0CC78}"/>
              </a:ext>
            </a:extLst>
          </p:cNvPr>
          <p:cNvPicPr>
            <a:picLocks noChangeAspect="1"/>
          </p:cNvPicPr>
          <p:nvPr/>
        </p:nvPicPr>
        <p:blipFill>
          <a:blip r:embed="rId2"/>
          <a:stretch>
            <a:fillRect/>
          </a:stretch>
        </p:blipFill>
        <p:spPr>
          <a:xfrm>
            <a:off x="5528915" y="1341432"/>
            <a:ext cx="2569096" cy="3037194"/>
          </a:xfrm>
          <a:prstGeom prst="rect">
            <a:avLst/>
          </a:prstGeom>
        </p:spPr>
      </p:pic>
      <p:sp>
        <p:nvSpPr>
          <p:cNvPr id="32" name="Text Box 10">
            <a:extLst>
              <a:ext uri="{FF2B5EF4-FFF2-40B4-BE49-F238E27FC236}">
                <a16:creationId xmlns:a16="http://schemas.microsoft.com/office/drawing/2014/main" id="{4B17F944-0C6E-4A16-9C06-574B33B5609A}"/>
              </a:ext>
            </a:extLst>
          </p:cNvPr>
          <p:cNvSpPr txBox="1">
            <a:spLocks noChangeArrowheads="1"/>
          </p:cNvSpPr>
          <p:nvPr/>
        </p:nvSpPr>
        <p:spPr bwMode="auto">
          <a:xfrm>
            <a:off x="265145" y="2974766"/>
            <a:ext cx="4953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x</a:t>
            </a:r>
            <a:r>
              <a:rPr lang="de-DE" altLang="de-DE" sz="2000" baseline="-25000" dirty="0"/>
              <a:t>1</a:t>
            </a:r>
            <a:r>
              <a:rPr lang="de-DE" altLang="de-DE" sz="2000" dirty="0"/>
              <a:t>: „Türöffner im 1. Stock ist gedrückt“</a:t>
            </a:r>
            <a:br>
              <a:rPr lang="de-DE" altLang="de-DE" sz="2000" dirty="0"/>
            </a:br>
            <a:r>
              <a:rPr lang="de-DE" altLang="de-DE" sz="2000" dirty="0"/>
              <a:t>x</a:t>
            </a:r>
            <a:r>
              <a:rPr lang="de-DE" altLang="de-DE" sz="2000" baseline="-25000" dirty="0"/>
              <a:t>2</a:t>
            </a:r>
            <a:r>
              <a:rPr lang="de-DE" altLang="de-DE" sz="2000" dirty="0"/>
              <a:t>: „Türöffner im 2. Stock ist gedrückt“ </a:t>
            </a:r>
            <a:br>
              <a:rPr lang="de-DE" altLang="de-DE" sz="2000" dirty="0"/>
            </a:br>
            <a:r>
              <a:rPr lang="de-DE" altLang="de-DE" sz="2000" dirty="0"/>
              <a:t>y:  „Türschloss ist geöffnet“</a:t>
            </a:r>
          </a:p>
        </p:txBody>
      </p:sp>
      <p:sp>
        <p:nvSpPr>
          <p:cNvPr id="33" name="Text Box 37">
            <a:extLst>
              <a:ext uri="{FF2B5EF4-FFF2-40B4-BE49-F238E27FC236}">
                <a16:creationId xmlns:a16="http://schemas.microsoft.com/office/drawing/2014/main" id="{8B2AC407-F56F-4E9B-96BE-732F0DD0683E}"/>
              </a:ext>
            </a:extLst>
          </p:cNvPr>
          <p:cNvSpPr txBox="1">
            <a:spLocks noChangeArrowheads="1"/>
          </p:cNvSpPr>
          <p:nvPr/>
        </p:nvSpPr>
        <p:spPr bwMode="auto">
          <a:xfrm>
            <a:off x="265145" y="2243381"/>
            <a:ext cx="4953000" cy="7016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Beschreibung der Systemgrößen</a:t>
            </a:r>
            <a:br>
              <a:rPr lang="de-DE" altLang="de-DE" sz="2000" dirty="0"/>
            </a:br>
            <a:r>
              <a:rPr lang="de-DE" altLang="de-DE" sz="2000" dirty="0"/>
              <a:t>mit Schaltvariablen:</a:t>
            </a:r>
          </a:p>
        </p:txBody>
      </p:sp>
      <p:sp>
        <p:nvSpPr>
          <p:cNvPr id="34" name="Text Box 38">
            <a:extLst>
              <a:ext uri="{FF2B5EF4-FFF2-40B4-BE49-F238E27FC236}">
                <a16:creationId xmlns:a16="http://schemas.microsoft.com/office/drawing/2014/main" id="{F8615467-D899-4627-9A73-C86988E491C7}"/>
              </a:ext>
            </a:extLst>
          </p:cNvPr>
          <p:cNvSpPr txBox="1">
            <a:spLocks noChangeArrowheads="1"/>
          </p:cNvSpPr>
          <p:nvPr/>
        </p:nvSpPr>
        <p:spPr bwMode="auto">
          <a:xfrm>
            <a:off x="265145" y="4117115"/>
            <a:ext cx="4953000" cy="7016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t>Beschreibung des Systemverhaltens mit logischen Operationen bzw. Wertetabelle:</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pic>
        <p:nvPicPr>
          <p:cNvPr id="36" name="Grafik 35">
            <a:extLst>
              <a:ext uri="{FF2B5EF4-FFF2-40B4-BE49-F238E27FC236}">
                <a16:creationId xmlns:a16="http://schemas.microsoft.com/office/drawing/2014/main" id="{11BB52B7-8E73-4FF9-81C4-9CBC74B4D9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222" y="1628880"/>
            <a:ext cx="1076780" cy="1443263"/>
          </a:xfrm>
          <a:prstGeom prst="rect">
            <a:avLst/>
          </a:prstGeom>
        </p:spPr>
      </p:pic>
    </p:spTree>
    <p:extLst>
      <p:ext uri="{BB962C8B-B14F-4D97-AF65-F5344CB8AC3E}">
        <p14:creationId xmlns:p14="http://schemas.microsoft.com/office/powerpoint/2010/main" val="582816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lstStyle/>
          <a:p>
            <a:r>
              <a:rPr lang="de-DE" dirty="0"/>
              <a:t>Der ODER-Operator</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37" name="Textplatzhalter 5">
            <a:extLst>
              <a:ext uri="{FF2B5EF4-FFF2-40B4-BE49-F238E27FC236}">
                <a16:creationId xmlns:a16="http://schemas.microsoft.com/office/drawing/2014/main" id="{1AFCB78D-D9F7-48EB-95B2-262B12B4AA0E}"/>
              </a:ext>
            </a:extLst>
          </p:cNvPr>
          <p:cNvSpPr txBox="1">
            <a:spLocks/>
          </p:cNvSpPr>
          <p:nvPr/>
        </p:nvSpPr>
        <p:spPr>
          <a:xfrm>
            <a:off x="160867" y="1646238"/>
            <a:ext cx="3932237" cy="17827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altLang="de-DE" dirty="0"/>
              <a:t>Liefert einer der beiden Eingänge ein Signal so wird bei y ein Signal ausgegeben.</a:t>
            </a:r>
          </a:p>
        </p:txBody>
      </p:sp>
      <p:sp>
        <p:nvSpPr>
          <p:cNvPr id="38" name="Rectangle 40">
            <a:extLst>
              <a:ext uri="{FF2B5EF4-FFF2-40B4-BE49-F238E27FC236}">
                <a16:creationId xmlns:a16="http://schemas.microsoft.com/office/drawing/2014/main" id="{F2B56A85-CCB4-4B6F-80D2-797B57D29C6D}"/>
              </a:ext>
            </a:extLst>
          </p:cNvPr>
          <p:cNvSpPr>
            <a:spLocks noChangeArrowheads="1"/>
          </p:cNvSpPr>
          <p:nvPr/>
        </p:nvSpPr>
        <p:spPr bwMode="auto">
          <a:xfrm>
            <a:off x="6480756" y="3189396"/>
            <a:ext cx="1631950" cy="554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10800" rIns="90000" anchor="ctr" anchorCtr="1">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de-DE" altLang="de-DE" sz="2000"/>
              <a:t>y = x</a:t>
            </a:r>
            <a:r>
              <a:rPr lang="de-DE" altLang="de-DE" sz="2000" baseline="-25000"/>
              <a:t>1</a:t>
            </a:r>
            <a:r>
              <a:rPr lang="de-DE" altLang="de-DE" sz="2000"/>
              <a:t> </a:t>
            </a:r>
            <a:r>
              <a:rPr lang="de-DE" altLang="de-DE" b="1">
                <a:solidFill>
                  <a:schemeClr val="hlink"/>
                </a:solidFill>
                <a:sym typeface="Symbol" panose="05050102010706020507" pitchFamily="18" charset="2"/>
              </a:rPr>
              <a:t></a:t>
            </a:r>
            <a:r>
              <a:rPr lang="de-DE" altLang="de-DE" sz="2000">
                <a:sym typeface="Symbol" panose="05050102010706020507" pitchFamily="18" charset="2"/>
              </a:rPr>
              <a:t>  </a:t>
            </a:r>
            <a:r>
              <a:rPr lang="de-DE" altLang="de-DE" sz="2000"/>
              <a:t>x</a:t>
            </a:r>
            <a:r>
              <a:rPr lang="de-DE" altLang="de-DE" sz="2000" baseline="-25000"/>
              <a:t>2</a:t>
            </a:r>
          </a:p>
        </p:txBody>
      </p:sp>
      <p:sp>
        <p:nvSpPr>
          <p:cNvPr id="39" name="Line 19">
            <a:extLst>
              <a:ext uri="{FF2B5EF4-FFF2-40B4-BE49-F238E27FC236}">
                <a16:creationId xmlns:a16="http://schemas.microsoft.com/office/drawing/2014/main" id="{907D46CE-19B0-4215-AC26-99CB436BC8FC}"/>
              </a:ext>
            </a:extLst>
          </p:cNvPr>
          <p:cNvSpPr>
            <a:spLocks noChangeShapeType="1"/>
          </p:cNvSpPr>
          <p:nvPr/>
        </p:nvSpPr>
        <p:spPr bwMode="auto">
          <a:xfrm>
            <a:off x="6841600" y="4856117"/>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0" name="Text Box 20">
            <a:extLst>
              <a:ext uri="{FF2B5EF4-FFF2-40B4-BE49-F238E27FC236}">
                <a16:creationId xmlns:a16="http://schemas.microsoft.com/office/drawing/2014/main" id="{E6F9353D-C069-46C9-8E6B-B5E7933D6EB8}"/>
              </a:ext>
            </a:extLst>
          </p:cNvPr>
          <p:cNvSpPr txBox="1">
            <a:spLocks noChangeArrowheads="1"/>
          </p:cNvSpPr>
          <p:nvPr/>
        </p:nvSpPr>
        <p:spPr bwMode="auto">
          <a:xfrm>
            <a:off x="6534928" y="4703718"/>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41" name="Rectangle 21">
            <a:extLst>
              <a:ext uri="{FF2B5EF4-FFF2-40B4-BE49-F238E27FC236}">
                <a16:creationId xmlns:a16="http://schemas.microsoft.com/office/drawing/2014/main" id="{641BE31D-ED6C-4F05-85F7-D5541C4387F5}"/>
              </a:ext>
            </a:extLst>
          </p:cNvPr>
          <p:cNvSpPr>
            <a:spLocks noChangeArrowheads="1"/>
          </p:cNvSpPr>
          <p:nvPr/>
        </p:nvSpPr>
        <p:spPr bwMode="auto">
          <a:xfrm>
            <a:off x="7374999" y="4706893"/>
            <a:ext cx="520700" cy="758825"/>
          </a:xfrm>
          <a:prstGeom prst="rect">
            <a:avLst/>
          </a:prstGeom>
          <a:solidFill>
            <a:srgbClr val="D9FFDB"/>
          </a:solidFill>
          <a:ln w="25400">
            <a:solidFill>
              <a:schemeClr val="hlink"/>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2" name="Text Box 22">
            <a:extLst>
              <a:ext uri="{FF2B5EF4-FFF2-40B4-BE49-F238E27FC236}">
                <a16:creationId xmlns:a16="http://schemas.microsoft.com/office/drawing/2014/main" id="{48A35E7F-DC06-431F-A438-ABF809EAFEA3}"/>
              </a:ext>
            </a:extLst>
          </p:cNvPr>
          <p:cNvSpPr txBox="1">
            <a:spLocks noChangeArrowheads="1"/>
          </p:cNvSpPr>
          <p:nvPr/>
        </p:nvSpPr>
        <p:spPr bwMode="auto">
          <a:xfrm>
            <a:off x="7457549" y="4929142"/>
            <a:ext cx="357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dirty="0">
                <a:solidFill>
                  <a:schemeClr val="hlink"/>
                </a:solidFill>
                <a:latin typeface="Arial" panose="020B0604020202020204" pitchFamily="34" charset="0"/>
                <a:sym typeface="Symbol" panose="05050102010706020507" pitchFamily="18" charset="2"/>
              </a:rPr>
              <a:t>1</a:t>
            </a:r>
            <a:endParaRPr lang="de-DE" altLang="de-DE" sz="2400" b="1" dirty="0">
              <a:solidFill>
                <a:schemeClr val="hlink"/>
              </a:solidFill>
              <a:latin typeface="Arial" panose="020B0604020202020204" pitchFamily="34" charset="0"/>
            </a:endParaRPr>
          </a:p>
        </p:txBody>
      </p:sp>
      <p:sp>
        <p:nvSpPr>
          <p:cNvPr id="43" name="Text Box 23">
            <a:extLst>
              <a:ext uri="{FF2B5EF4-FFF2-40B4-BE49-F238E27FC236}">
                <a16:creationId xmlns:a16="http://schemas.microsoft.com/office/drawing/2014/main" id="{F7D64AE6-F093-4D54-9E8A-D3F7CAF553DF}"/>
              </a:ext>
            </a:extLst>
          </p:cNvPr>
          <p:cNvSpPr txBox="1">
            <a:spLocks noChangeArrowheads="1"/>
          </p:cNvSpPr>
          <p:nvPr/>
        </p:nvSpPr>
        <p:spPr bwMode="auto">
          <a:xfrm>
            <a:off x="6534928" y="5160918"/>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44" name="Line 24">
            <a:extLst>
              <a:ext uri="{FF2B5EF4-FFF2-40B4-BE49-F238E27FC236}">
                <a16:creationId xmlns:a16="http://schemas.microsoft.com/office/drawing/2014/main" id="{1A99343B-6181-4C17-A2BF-4EEE8A915A49}"/>
              </a:ext>
            </a:extLst>
          </p:cNvPr>
          <p:cNvSpPr>
            <a:spLocks noChangeShapeType="1"/>
          </p:cNvSpPr>
          <p:nvPr/>
        </p:nvSpPr>
        <p:spPr bwMode="auto">
          <a:xfrm>
            <a:off x="6841599" y="5313317"/>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5" name="Line 25">
            <a:extLst>
              <a:ext uri="{FF2B5EF4-FFF2-40B4-BE49-F238E27FC236}">
                <a16:creationId xmlns:a16="http://schemas.microsoft.com/office/drawing/2014/main" id="{1A58CD50-4121-41FB-A497-C82092BB3559}"/>
              </a:ext>
            </a:extLst>
          </p:cNvPr>
          <p:cNvSpPr>
            <a:spLocks noChangeShapeType="1"/>
          </p:cNvSpPr>
          <p:nvPr/>
        </p:nvSpPr>
        <p:spPr bwMode="auto">
          <a:xfrm>
            <a:off x="7908399" y="5084717"/>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6" name="Text Box 26">
            <a:extLst>
              <a:ext uri="{FF2B5EF4-FFF2-40B4-BE49-F238E27FC236}">
                <a16:creationId xmlns:a16="http://schemas.microsoft.com/office/drawing/2014/main" id="{4CD41F81-E0D5-4DAD-BB17-19EDF5C6E9A0}"/>
              </a:ext>
            </a:extLst>
          </p:cNvPr>
          <p:cNvSpPr txBox="1">
            <a:spLocks noChangeArrowheads="1"/>
          </p:cNvSpPr>
          <p:nvPr/>
        </p:nvSpPr>
        <p:spPr bwMode="auto">
          <a:xfrm>
            <a:off x="8594199" y="493231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47" name="Rectangle 36">
            <a:extLst>
              <a:ext uri="{FF2B5EF4-FFF2-40B4-BE49-F238E27FC236}">
                <a16:creationId xmlns:a16="http://schemas.microsoft.com/office/drawing/2014/main" id="{D04438B4-A6BE-4F59-A5E5-1E8630EB2CD6}"/>
              </a:ext>
            </a:extLst>
          </p:cNvPr>
          <p:cNvSpPr>
            <a:spLocks noChangeArrowheads="1"/>
          </p:cNvSpPr>
          <p:nvPr/>
        </p:nvSpPr>
        <p:spPr bwMode="auto">
          <a:xfrm>
            <a:off x="6460599" y="4792330"/>
            <a:ext cx="2362200" cy="584775"/>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grpSp>
        <p:nvGrpSpPr>
          <p:cNvPr id="48" name="Group 41">
            <a:extLst>
              <a:ext uri="{FF2B5EF4-FFF2-40B4-BE49-F238E27FC236}">
                <a16:creationId xmlns:a16="http://schemas.microsoft.com/office/drawing/2014/main" id="{51E3110F-59E1-43E6-A385-BBCF9F91A713}"/>
              </a:ext>
            </a:extLst>
          </p:cNvPr>
          <p:cNvGrpSpPr>
            <a:grpSpLocks/>
          </p:cNvGrpSpPr>
          <p:nvPr/>
        </p:nvGrpSpPr>
        <p:grpSpPr bwMode="auto">
          <a:xfrm>
            <a:off x="6498698" y="320675"/>
            <a:ext cx="1600200" cy="2246313"/>
            <a:chOff x="3072" y="2691"/>
            <a:chExt cx="1008" cy="1415"/>
          </a:xfrm>
        </p:grpSpPr>
        <p:sp>
          <p:nvSpPr>
            <p:cNvPr id="49" name="Text Box 11">
              <a:extLst>
                <a:ext uri="{FF2B5EF4-FFF2-40B4-BE49-F238E27FC236}">
                  <a16:creationId xmlns:a16="http://schemas.microsoft.com/office/drawing/2014/main" id="{7AF8A95A-4540-4D30-A234-8EDB9D1D9973}"/>
                </a:ext>
              </a:extLst>
            </p:cNvPr>
            <p:cNvSpPr txBox="1">
              <a:spLocks noChangeArrowheads="1"/>
            </p:cNvSpPr>
            <p:nvPr/>
          </p:nvSpPr>
          <p:spPr bwMode="auto">
            <a:xfrm>
              <a:off x="3072" y="2691"/>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50" name="Text Box 12">
              <a:extLst>
                <a:ext uri="{FF2B5EF4-FFF2-40B4-BE49-F238E27FC236}">
                  <a16:creationId xmlns:a16="http://schemas.microsoft.com/office/drawing/2014/main" id="{30F7842A-F24A-4558-8E3D-6075F5FB1BA5}"/>
                </a:ext>
              </a:extLst>
            </p:cNvPr>
            <p:cNvSpPr txBox="1">
              <a:spLocks noChangeArrowheads="1"/>
            </p:cNvSpPr>
            <p:nvPr/>
          </p:nvSpPr>
          <p:spPr bwMode="auto">
            <a:xfrm>
              <a:off x="3408" y="2691"/>
              <a:ext cx="336" cy="1402"/>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2</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51" name="Text Box 13">
              <a:extLst>
                <a:ext uri="{FF2B5EF4-FFF2-40B4-BE49-F238E27FC236}">
                  <a16:creationId xmlns:a16="http://schemas.microsoft.com/office/drawing/2014/main" id="{C1F88E1C-39CF-4595-ABEC-1FFC76D1E633}"/>
                </a:ext>
              </a:extLst>
            </p:cNvPr>
            <p:cNvSpPr txBox="1">
              <a:spLocks noChangeArrowheads="1"/>
            </p:cNvSpPr>
            <p:nvPr/>
          </p:nvSpPr>
          <p:spPr bwMode="auto">
            <a:xfrm>
              <a:off x="3744" y="2691"/>
              <a:ext cx="336" cy="141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endParaRPr lang="de-DE" altLang="de-DE" sz="2000">
                <a:latin typeface="Arial" panose="020B0604020202020204" pitchFamily="34" charset="0"/>
              </a:endParaRPr>
            </a:p>
          </p:txBody>
        </p:sp>
        <p:sp>
          <p:nvSpPr>
            <p:cNvPr id="52" name="Line 15">
              <a:extLst>
                <a:ext uri="{FF2B5EF4-FFF2-40B4-BE49-F238E27FC236}">
                  <a16:creationId xmlns:a16="http://schemas.microsoft.com/office/drawing/2014/main" id="{80FDBC1A-E4F4-4065-A97A-195BBE94B259}"/>
                </a:ext>
              </a:extLst>
            </p:cNvPr>
            <p:cNvSpPr>
              <a:spLocks noChangeShapeType="1"/>
            </p:cNvSpPr>
            <p:nvPr/>
          </p:nvSpPr>
          <p:spPr bwMode="auto">
            <a:xfrm>
              <a:off x="3072" y="2979"/>
              <a:ext cx="10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3" name="Line 16">
              <a:extLst>
                <a:ext uri="{FF2B5EF4-FFF2-40B4-BE49-F238E27FC236}">
                  <a16:creationId xmlns:a16="http://schemas.microsoft.com/office/drawing/2014/main" id="{FAB39688-DF92-4F71-9667-DBAE25A00929}"/>
                </a:ext>
              </a:extLst>
            </p:cNvPr>
            <p:cNvSpPr>
              <a:spLocks noChangeShapeType="1"/>
            </p:cNvSpPr>
            <p:nvPr/>
          </p:nvSpPr>
          <p:spPr bwMode="auto">
            <a:xfrm>
              <a:off x="3408" y="2691"/>
              <a:ext cx="0"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4" name="Line 17">
              <a:extLst>
                <a:ext uri="{FF2B5EF4-FFF2-40B4-BE49-F238E27FC236}">
                  <a16:creationId xmlns:a16="http://schemas.microsoft.com/office/drawing/2014/main" id="{4FF56FBF-C08F-4DB2-B554-F342C20F8201}"/>
                </a:ext>
              </a:extLst>
            </p:cNvPr>
            <p:cNvSpPr>
              <a:spLocks noChangeShapeType="1"/>
            </p:cNvSpPr>
            <p:nvPr/>
          </p:nvSpPr>
          <p:spPr bwMode="auto">
            <a:xfrm>
              <a:off x="3744" y="2691"/>
              <a:ext cx="0" cy="13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grpSp>
      <p:sp>
        <p:nvSpPr>
          <p:cNvPr id="55" name="Textfeld 54">
            <a:extLst>
              <a:ext uri="{FF2B5EF4-FFF2-40B4-BE49-F238E27FC236}">
                <a16:creationId xmlns:a16="http://schemas.microsoft.com/office/drawing/2014/main" id="{F3D04B13-C9C2-44B0-963D-4A8A3DA0FC04}"/>
              </a:ext>
            </a:extLst>
          </p:cNvPr>
          <p:cNvSpPr txBox="1">
            <a:spLocks noChangeArrowheads="1"/>
          </p:cNvSpPr>
          <p:nvPr/>
        </p:nvSpPr>
        <p:spPr bwMode="auto">
          <a:xfrm>
            <a:off x="7641699" y="690563"/>
            <a:ext cx="338137"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50000"/>
              </a:lnSpc>
              <a:spcBef>
                <a:spcPct val="50000"/>
              </a:spcBef>
              <a:buClrTx/>
              <a:buSzTx/>
              <a:buFontTx/>
              <a:buNone/>
            </a:pPr>
            <a:r>
              <a:rPr lang="de-DE" altLang="de-DE" sz="2000"/>
              <a:t>0111</a:t>
            </a:r>
          </a:p>
        </p:txBody>
      </p:sp>
      <p:sp>
        <p:nvSpPr>
          <p:cNvPr id="56" name="Line 20">
            <a:extLst>
              <a:ext uri="{FF2B5EF4-FFF2-40B4-BE49-F238E27FC236}">
                <a16:creationId xmlns:a16="http://schemas.microsoft.com/office/drawing/2014/main" id="{304C3089-20FB-44BE-91A1-E884A2DCA46D}"/>
              </a:ext>
            </a:extLst>
          </p:cNvPr>
          <p:cNvSpPr>
            <a:spLocks noChangeShapeType="1"/>
          </p:cNvSpPr>
          <p:nvPr/>
        </p:nvSpPr>
        <p:spPr bwMode="auto">
          <a:xfrm>
            <a:off x="4452409" y="4565089"/>
            <a:ext cx="48355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7" name="AutoShape 24">
            <a:extLst>
              <a:ext uri="{FF2B5EF4-FFF2-40B4-BE49-F238E27FC236}">
                <a16:creationId xmlns:a16="http://schemas.microsoft.com/office/drawing/2014/main" id="{8D00D6AE-15DE-4B8F-A4CC-4DE5AB86ADA9}"/>
              </a:ext>
            </a:extLst>
          </p:cNvPr>
          <p:cNvSpPr>
            <a:spLocks noChangeArrowheads="1"/>
          </p:cNvSpPr>
          <p:nvPr/>
        </p:nvSpPr>
        <p:spPr bwMode="auto">
          <a:xfrm>
            <a:off x="3806688" y="3153612"/>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Schaltfunktion:</a:t>
            </a:r>
          </a:p>
        </p:txBody>
      </p:sp>
      <p:sp>
        <p:nvSpPr>
          <p:cNvPr id="58" name="AutoShape 24">
            <a:extLst>
              <a:ext uri="{FF2B5EF4-FFF2-40B4-BE49-F238E27FC236}">
                <a16:creationId xmlns:a16="http://schemas.microsoft.com/office/drawing/2014/main" id="{D39B7DA9-733F-4503-949A-0D3BBC5D47AE}"/>
              </a:ext>
            </a:extLst>
          </p:cNvPr>
          <p:cNvSpPr>
            <a:spLocks noChangeArrowheads="1"/>
          </p:cNvSpPr>
          <p:nvPr/>
        </p:nvSpPr>
        <p:spPr bwMode="auto">
          <a:xfrm>
            <a:off x="3914733" y="1300144"/>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dirty="0">
                <a:cs typeface="Times New Roman" panose="02020603050405020304" pitchFamily="18" charset="0"/>
              </a:rPr>
              <a:t>Wahrheitstabelle:</a:t>
            </a:r>
          </a:p>
          <a:p>
            <a:pPr>
              <a:spcBef>
                <a:spcPct val="0"/>
              </a:spcBef>
              <a:buClrTx/>
              <a:buSzTx/>
              <a:buFontTx/>
              <a:buNone/>
            </a:pPr>
            <a:endParaRPr kumimoji="1" lang="de-AT" altLang="de-DE" sz="1800" dirty="0">
              <a:latin typeface="Arial" panose="020B0604020202020204" pitchFamily="34" charset="0"/>
            </a:endParaRPr>
          </a:p>
        </p:txBody>
      </p:sp>
      <p:sp>
        <p:nvSpPr>
          <p:cNvPr id="59" name="Line 20">
            <a:extLst>
              <a:ext uri="{FF2B5EF4-FFF2-40B4-BE49-F238E27FC236}">
                <a16:creationId xmlns:a16="http://schemas.microsoft.com/office/drawing/2014/main" id="{EB87C1F7-C1FB-48C7-9224-449FE40B7ADE}"/>
              </a:ext>
            </a:extLst>
          </p:cNvPr>
          <p:cNvSpPr>
            <a:spLocks noChangeShapeType="1"/>
          </p:cNvSpPr>
          <p:nvPr/>
        </p:nvSpPr>
        <p:spPr bwMode="auto">
          <a:xfrm>
            <a:off x="4452409" y="2811037"/>
            <a:ext cx="48355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60" name="Rectangle 19">
            <a:extLst>
              <a:ext uri="{FF2B5EF4-FFF2-40B4-BE49-F238E27FC236}">
                <a16:creationId xmlns:a16="http://schemas.microsoft.com/office/drawing/2014/main" id="{14FC9975-66AE-4CD4-B661-C4023D4A2858}"/>
              </a:ext>
            </a:extLst>
          </p:cNvPr>
          <p:cNvSpPr>
            <a:spLocks noChangeArrowheads="1"/>
          </p:cNvSpPr>
          <p:nvPr/>
        </p:nvSpPr>
        <p:spPr bwMode="auto">
          <a:xfrm>
            <a:off x="6498697" y="1290003"/>
            <a:ext cx="1600200" cy="125393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61" name="AutoShape 39">
            <a:extLst>
              <a:ext uri="{FF2B5EF4-FFF2-40B4-BE49-F238E27FC236}">
                <a16:creationId xmlns:a16="http://schemas.microsoft.com/office/drawing/2014/main" id="{2F7689A5-E2AD-48A8-BF5A-13832C515743}"/>
              </a:ext>
            </a:extLst>
          </p:cNvPr>
          <p:cNvSpPr>
            <a:spLocks noChangeArrowheads="1"/>
          </p:cNvSpPr>
          <p:nvPr/>
        </p:nvSpPr>
        <p:spPr bwMode="auto">
          <a:xfrm>
            <a:off x="6269288" y="3937130"/>
            <a:ext cx="2209800" cy="450850"/>
          </a:xfrm>
          <a:prstGeom prst="wedgeRoundRectCallout">
            <a:avLst>
              <a:gd name="adj1" fmla="val 4671"/>
              <a:gd name="adj2" fmla="val -93310"/>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b="1">
                <a:solidFill>
                  <a:schemeClr val="hlink"/>
                </a:solidFill>
                <a:cs typeface="Times New Roman" panose="02020603050405020304" pitchFamily="18" charset="0"/>
              </a:rPr>
              <a:t>ODER</a:t>
            </a:r>
            <a:r>
              <a:rPr kumimoji="1" lang="de-AT" altLang="de-DE" sz="1800">
                <a:cs typeface="Times New Roman" panose="02020603050405020304" pitchFamily="18" charset="0"/>
              </a:rPr>
              <a:t>-Operator</a:t>
            </a:r>
            <a:endParaRPr kumimoji="1" lang="de-AT" altLang="de-DE" sz="1800">
              <a:latin typeface="Arial" panose="020B0604020202020204" pitchFamily="34" charset="0"/>
            </a:endParaRPr>
          </a:p>
        </p:txBody>
      </p:sp>
      <p:sp>
        <p:nvSpPr>
          <p:cNvPr id="62" name="AutoShape 45">
            <a:extLst>
              <a:ext uri="{FF2B5EF4-FFF2-40B4-BE49-F238E27FC236}">
                <a16:creationId xmlns:a16="http://schemas.microsoft.com/office/drawing/2014/main" id="{FDA074D5-D992-426A-BE09-17A3EBB7FFC1}"/>
              </a:ext>
            </a:extLst>
          </p:cNvPr>
          <p:cNvSpPr>
            <a:spLocks noChangeArrowheads="1"/>
          </p:cNvSpPr>
          <p:nvPr/>
        </p:nvSpPr>
        <p:spPr bwMode="auto">
          <a:xfrm>
            <a:off x="6077069" y="5622555"/>
            <a:ext cx="2012950" cy="414337"/>
          </a:xfrm>
          <a:prstGeom prst="wedgeRoundRectCallout">
            <a:avLst>
              <a:gd name="adj1" fmla="val 29069"/>
              <a:gd name="adj2" fmla="val -87293"/>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b="1">
                <a:solidFill>
                  <a:schemeClr val="hlink"/>
                </a:solidFill>
                <a:cs typeface="Times New Roman" panose="02020603050405020304" pitchFamily="18" charset="0"/>
              </a:rPr>
              <a:t>ODER</a:t>
            </a:r>
            <a:r>
              <a:rPr kumimoji="1" lang="de-AT" altLang="de-DE" sz="1800">
                <a:cs typeface="Times New Roman" panose="02020603050405020304" pitchFamily="18" charset="0"/>
              </a:rPr>
              <a:t>-Gatter</a:t>
            </a:r>
            <a:endParaRPr kumimoji="1" lang="de-AT" altLang="de-DE" sz="1800">
              <a:latin typeface="Arial" panose="020B0604020202020204" pitchFamily="34" charset="0"/>
            </a:endParaRPr>
          </a:p>
        </p:txBody>
      </p:sp>
      <p:pic>
        <p:nvPicPr>
          <p:cNvPr id="63" name="Grafik 62">
            <a:extLst>
              <a:ext uri="{FF2B5EF4-FFF2-40B4-BE49-F238E27FC236}">
                <a16:creationId xmlns:a16="http://schemas.microsoft.com/office/drawing/2014/main" id="{7CF9BB43-A213-4DEB-8105-A02B3AE912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12838" y="1757344"/>
            <a:ext cx="525054" cy="1235797"/>
          </a:xfrm>
          <a:prstGeom prst="rect">
            <a:avLst/>
          </a:prstGeom>
        </p:spPr>
      </p:pic>
    </p:spTree>
    <p:extLst>
      <p:ext uri="{BB962C8B-B14F-4D97-AF65-F5344CB8AC3E}">
        <p14:creationId xmlns:p14="http://schemas.microsoft.com/office/powerpoint/2010/main" val="1816743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up)">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lstStyle/>
          <a:p>
            <a:r>
              <a:rPr lang="de-DE" dirty="0"/>
              <a:t>Übung 1</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30" name="Textplatzhalter 4">
            <a:extLst>
              <a:ext uri="{FF2B5EF4-FFF2-40B4-BE49-F238E27FC236}">
                <a16:creationId xmlns:a16="http://schemas.microsoft.com/office/drawing/2014/main" id="{3A1F77E5-5793-4847-AE8B-FE7C04A78086}"/>
              </a:ext>
            </a:extLst>
          </p:cNvPr>
          <p:cNvSpPr txBox="1">
            <a:spLocks/>
          </p:cNvSpPr>
          <p:nvPr/>
        </p:nvSpPr>
        <p:spPr>
          <a:xfrm>
            <a:off x="1228895" y="1918613"/>
            <a:ext cx="3932237" cy="38115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de-DE" altLang="de-DE" dirty="0"/>
              <a:t>Gegeben ist die folgende Schaltung:</a:t>
            </a:r>
          </a:p>
          <a:p>
            <a:pPr>
              <a:buFont typeface="Wingdings" panose="05000000000000000000" pitchFamily="2" charset="2"/>
              <a:buNone/>
            </a:pPr>
            <a:r>
              <a:rPr lang="de-DE" altLang="de-DE" dirty="0"/>
              <a:t>Notieren Sie den entsprechenden </a:t>
            </a:r>
            <a:r>
              <a:rPr lang="de-DE" altLang="de-DE" b="1" dirty="0"/>
              <a:t>Schaltterm.</a:t>
            </a:r>
          </a:p>
          <a:p>
            <a:pPr>
              <a:buFont typeface="Wingdings" panose="05000000000000000000" pitchFamily="2" charset="2"/>
              <a:buNone/>
            </a:pPr>
            <a:r>
              <a:rPr lang="de-DE" altLang="de-DE" dirty="0"/>
              <a:t>	und ergänzen Sie die zugehörige  </a:t>
            </a:r>
            <a:r>
              <a:rPr lang="de-DE" altLang="de-DE" b="1" dirty="0"/>
              <a:t>Wertetabelle </a:t>
            </a:r>
            <a:r>
              <a:rPr lang="de-DE" altLang="de-DE" dirty="0"/>
              <a:t>!</a:t>
            </a:r>
          </a:p>
          <a:p>
            <a:endParaRPr lang="de-DE" dirty="0"/>
          </a:p>
        </p:txBody>
      </p:sp>
      <p:pic>
        <p:nvPicPr>
          <p:cNvPr id="31" name="Picture 3">
            <a:extLst>
              <a:ext uri="{FF2B5EF4-FFF2-40B4-BE49-F238E27FC236}">
                <a16:creationId xmlns:a16="http://schemas.microsoft.com/office/drawing/2014/main" id="{A1EEC6D1-CB9F-4F34-88B8-B412CF6CAC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4842" y="355331"/>
            <a:ext cx="5019675"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2" name="Tabelle 31">
            <a:extLst>
              <a:ext uri="{FF2B5EF4-FFF2-40B4-BE49-F238E27FC236}">
                <a16:creationId xmlns:a16="http://schemas.microsoft.com/office/drawing/2014/main" id="{1496CA69-97C6-4330-BBC0-AEB1030A5C77}"/>
              </a:ext>
            </a:extLst>
          </p:cNvPr>
          <p:cNvGraphicFramePr>
            <a:graphicFrameLocks noGrp="1"/>
          </p:cNvGraphicFramePr>
          <p:nvPr>
            <p:extLst>
              <p:ext uri="{D42A27DB-BD31-4B8C-83A1-F6EECF244321}">
                <p14:modId xmlns:p14="http://schemas.microsoft.com/office/powerpoint/2010/main" val="1721318096"/>
              </p:ext>
            </p:extLst>
          </p:nvPr>
        </p:nvGraphicFramePr>
        <p:xfrm>
          <a:off x="6682648" y="1943270"/>
          <a:ext cx="2908824" cy="3492711"/>
        </p:xfrm>
        <a:graphic>
          <a:graphicData uri="http://schemas.openxmlformats.org/drawingml/2006/table">
            <a:tbl>
              <a:tblPr firstRow="1" bandRow="1">
                <a:tableStyleId>{5940675A-B579-460E-94D1-54222C63F5DA}</a:tableStyleId>
              </a:tblPr>
              <a:tblGrid>
                <a:gridCol w="727206">
                  <a:extLst>
                    <a:ext uri="{9D8B030D-6E8A-4147-A177-3AD203B41FA5}">
                      <a16:colId xmlns:a16="http://schemas.microsoft.com/office/drawing/2014/main" val="20000"/>
                    </a:ext>
                  </a:extLst>
                </a:gridCol>
                <a:gridCol w="727206">
                  <a:extLst>
                    <a:ext uri="{9D8B030D-6E8A-4147-A177-3AD203B41FA5}">
                      <a16:colId xmlns:a16="http://schemas.microsoft.com/office/drawing/2014/main" val="20001"/>
                    </a:ext>
                  </a:extLst>
                </a:gridCol>
                <a:gridCol w="727206">
                  <a:extLst>
                    <a:ext uri="{9D8B030D-6E8A-4147-A177-3AD203B41FA5}">
                      <a16:colId xmlns:a16="http://schemas.microsoft.com/office/drawing/2014/main" val="20002"/>
                    </a:ext>
                  </a:extLst>
                </a:gridCol>
                <a:gridCol w="727206">
                  <a:extLst>
                    <a:ext uri="{9D8B030D-6E8A-4147-A177-3AD203B41FA5}">
                      <a16:colId xmlns:a16="http://schemas.microsoft.com/office/drawing/2014/main" val="20003"/>
                    </a:ext>
                  </a:extLst>
                </a:gridCol>
              </a:tblGrid>
              <a:tr h="388079">
                <a:tc>
                  <a:txBody>
                    <a:bodyPr/>
                    <a:lstStyle/>
                    <a:p>
                      <a:r>
                        <a:rPr lang="de-DE" sz="1800" dirty="0"/>
                        <a:t>a</a:t>
                      </a:r>
                    </a:p>
                  </a:txBody>
                  <a:tcPr marL="91439" marR="91439" marT="45729" marB="45729" anchor="ctr" anchorCtr="1"/>
                </a:tc>
                <a:tc>
                  <a:txBody>
                    <a:bodyPr/>
                    <a:lstStyle/>
                    <a:p>
                      <a:r>
                        <a:rPr lang="de-DE" sz="1800" dirty="0"/>
                        <a:t>b</a:t>
                      </a:r>
                    </a:p>
                  </a:txBody>
                  <a:tcPr marL="91439" marR="91439" marT="45729" marB="45729" anchor="ctr" anchorCtr="1"/>
                </a:tc>
                <a:tc>
                  <a:txBody>
                    <a:bodyPr/>
                    <a:lstStyle/>
                    <a:p>
                      <a:r>
                        <a:rPr lang="de-DE" sz="1800" dirty="0"/>
                        <a:t>c</a:t>
                      </a:r>
                    </a:p>
                  </a:txBody>
                  <a:tcPr marL="91439" marR="91439" marT="45729" marB="45729" anchor="ctr" anchorCtr="1"/>
                </a:tc>
                <a:tc>
                  <a:txBody>
                    <a:bodyPr/>
                    <a:lstStyle/>
                    <a:p>
                      <a:r>
                        <a:rPr lang="de-DE" sz="1800" dirty="0"/>
                        <a:t>y</a:t>
                      </a:r>
                    </a:p>
                  </a:txBody>
                  <a:tcPr marL="91439" marR="91439" marT="45729" marB="45729" anchor="ctr" anchorCtr="1"/>
                </a:tc>
                <a:extLst>
                  <a:ext uri="{0D108BD9-81ED-4DB2-BD59-A6C34878D82A}">
                    <a16:rowId xmlns:a16="http://schemas.microsoft.com/office/drawing/2014/main" val="10000"/>
                  </a:ext>
                </a:extLst>
              </a:tr>
              <a:tr h="388079">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1"/>
                  </a:ext>
                </a:extLst>
              </a:tr>
              <a:tr h="388079">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2"/>
                  </a:ext>
                </a:extLst>
              </a:tr>
              <a:tr h="388079">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3"/>
                  </a:ext>
                </a:extLst>
              </a:tr>
              <a:tr h="388079">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4"/>
                  </a:ext>
                </a:extLst>
              </a:tr>
              <a:tr h="388079">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5"/>
                  </a:ext>
                </a:extLst>
              </a:tr>
              <a:tr h="388079">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6"/>
                  </a:ext>
                </a:extLst>
              </a:tr>
              <a:tr h="388079">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7"/>
                  </a:ext>
                </a:extLst>
              </a:tr>
              <a:tr h="388079">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8"/>
                  </a:ext>
                </a:extLst>
              </a:tr>
            </a:tbl>
          </a:graphicData>
        </a:graphic>
      </p:graphicFrame>
      <p:pic>
        <p:nvPicPr>
          <p:cNvPr id="34" name="Grafik 33">
            <a:extLst>
              <a:ext uri="{FF2B5EF4-FFF2-40B4-BE49-F238E27FC236}">
                <a16:creationId xmlns:a16="http://schemas.microsoft.com/office/drawing/2014/main" id="{95E6F0B3-96F3-4387-9317-AFF01293B9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24715" y="1985737"/>
            <a:ext cx="1076780" cy="1443263"/>
          </a:xfrm>
          <a:prstGeom prst="rect">
            <a:avLst/>
          </a:prstGeom>
        </p:spPr>
      </p:pic>
      <p:pic>
        <p:nvPicPr>
          <p:cNvPr id="3" name="Grafik 2">
            <a:extLst>
              <a:ext uri="{FF2B5EF4-FFF2-40B4-BE49-F238E27FC236}">
                <a16:creationId xmlns:a16="http://schemas.microsoft.com/office/drawing/2014/main" id="{E50ABAEE-EB2D-47C8-87DF-4A86EC58925D}"/>
              </a:ext>
            </a:extLst>
          </p:cNvPr>
          <p:cNvPicPr>
            <a:picLocks noChangeAspect="1"/>
          </p:cNvPicPr>
          <p:nvPr/>
        </p:nvPicPr>
        <p:blipFill>
          <a:blip r:embed="rId4"/>
          <a:stretch>
            <a:fillRect/>
          </a:stretch>
        </p:blipFill>
        <p:spPr>
          <a:xfrm>
            <a:off x="2370307" y="5621544"/>
            <a:ext cx="2790825" cy="514350"/>
          </a:xfrm>
          <a:prstGeom prst="rect">
            <a:avLst/>
          </a:prstGeom>
        </p:spPr>
      </p:pic>
      <p:sp>
        <p:nvSpPr>
          <p:cNvPr id="4" name="Textfeld 3">
            <a:extLst>
              <a:ext uri="{FF2B5EF4-FFF2-40B4-BE49-F238E27FC236}">
                <a16:creationId xmlns:a16="http://schemas.microsoft.com/office/drawing/2014/main" id="{6E7BA910-B5A9-40E7-ADFD-8F78C5F72EC6}"/>
              </a:ext>
            </a:extLst>
          </p:cNvPr>
          <p:cNvSpPr txBox="1"/>
          <p:nvPr/>
        </p:nvSpPr>
        <p:spPr>
          <a:xfrm>
            <a:off x="5161132" y="5418724"/>
            <a:ext cx="2120053" cy="923330"/>
          </a:xfrm>
          <a:prstGeom prst="rect">
            <a:avLst/>
          </a:prstGeom>
          <a:noFill/>
        </p:spPr>
        <p:txBody>
          <a:bodyPr wrap="square" rtlCol="0">
            <a:spAutoFit/>
          </a:bodyPr>
          <a:lstStyle/>
          <a:p>
            <a:r>
              <a:rPr lang="de-DE" dirty="0">
                <a:sym typeface="Wingdings" panose="05000000000000000000" pitchFamily="2" charset="2"/>
              </a:rPr>
              <a:t>Vereinfachung</a:t>
            </a:r>
          </a:p>
          <a:p>
            <a:r>
              <a:rPr lang="de-DE" dirty="0">
                <a:sym typeface="Wingdings" panose="05000000000000000000" pitchFamily="2" charset="2"/>
              </a:rPr>
              <a:t>durch Faktorisieren</a:t>
            </a:r>
          </a:p>
          <a:p>
            <a:r>
              <a:rPr lang="de-DE" dirty="0">
                <a:sym typeface="Wingdings" panose="05000000000000000000" pitchFamily="2" charset="2"/>
              </a:rPr>
              <a:t>(a ausklammern)</a:t>
            </a:r>
            <a:endParaRPr lang="de-DE" dirty="0"/>
          </a:p>
        </p:txBody>
      </p:sp>
      <p:pic>
        <p:nvPicPr>
          <p:cNvPr id="5" name="Grafik 4">
            <a:extLst>
              <a:ext uri="{FF2B5EF4-FFF2-40B4-BE49-F238E27FC236}">
                <a16:creationId xmlns:a16="http://schemas.microsoft.com/office/drawing/2014/main" id="{BD5658AD-77B5-4264-9C6E-EFF432D58537}"/>
              </a:ext>
            </a:extLst>
          </p:cNvPr>
          <p:cNvPicPr>
            <a:picLocks noChangeAspect="1"/>
          </p:cNvPicPr>
          <p:nvPr/>
        </p:nvPicPr>
        <p:blipFill>
          <a:blip r:embed="rId5"/>
          <a:stretch>
            <a:fillRect/>
          </a:stretch>
        </p:blipFill>
        <p:spPr>
          <a:xfrm>
            <a:off x="7041685" y="5535819"/>
            <a:ext cx="2190750" cy="600075"/>
          </a:xfrm>
          <a:prstGeom prst="rect">
            <a:avLst/>
          </a:prstGeom>
        </p:spPr>
      </p:pic>
    </p:spTree>
    <p:extLst>
      <p:ext uri="{BB962C8B-B14F-4D97-AF65-F5344CB8AC3E}">
        <p14:creationId xmlns:p14="http://schemas.microsoft.com/office/powerpoint/2010/main" val="250786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lstStyle/>
          <a:p>
            <a:r>
              <a:rPr lang="de-DE" dirty="0"/>
              <a:t>Übung 2</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7" name="Textplatzhalter 4">
            <a:extLst>
              <a:ext uri="{FF2B5EF4-FFF2-40B4-BE49-F238E27FC236}">
                <a16:creationId xmlns:a16="http://schemas.microsoft.com/office/drawing/2014/main" id="{B7AFEEBC-FA5A-49C6-BC38-53302BBAEFF8}"/>
              </a:ext>
            </a:extLst>
          </p:cNvPr>
          <p:cNvSpPr txBox="1">
            <a:spLocks/>
          </p:cNvSpPr>
          <p:nvPr/>
        </p:nvSpPr>
        <p:spPr>
          <a:xfrm>
            <a:off x="1092707" y="1921213"/>
            <a:ext cx="3932237" cy="3811588"/>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de-DE" altLang="de-DE" dirty="0"/>
              <a:t>Gegeben ist der Schaltterm</a:t>
            </a:r>
            <a:br>
              <a:rPr lang="de-DE" altLang="de-DE" dirty="0"/>
            </a:br>
            <a:r>
              <a:rPr lang="de-DE" altLang="de-DE" dirty="0"/>
              <a:t>y = a </a:t>
            </a:r>
            <a:r>
              <a:rPr lang="de-DE" altLang="de-DE" dirty="0">
                <a:sym typeface="Symbol" panose="05050102010706020507" pitchFamily="18" charset="2"/>
              </a:rPr>
              <a:t> (a  b  c) .</a:t>
            </a:r>
            <a:endParaRPr lang="de-DE" altLang="de-DE" dirty="0"/>
          </a:p>
          <a:p>
            <a:pPr>
              <a:buFont typeface="Wingdings" panose="05000000000000000000" pitchFamily="2" charset="2"/>
              <a:buNone/>
            </a:pPr>
            <a:endParaRPr lang="de-DE" altLang="de-DE" dirty="0"/>
          </a:p>
          <a:p>
            <a:pPr>
              <a:buFont typeface="Wingdings" panose="05000000000000000000" pitchFamily="2" charset="2"/>
              <a:buNone/>
            </a:pPr>
            <a:r>
              <a:rPr lang="de-DE" altLang="de-DE" dirty="0"/>
              <a:t>Zeichnen Sie die entsprechende Schaltung  und ergänzen Sie die zugehörige Wertetabelle!</a:t>
            </a:r>
          </a:p>
          <a:p>
            <a:pPr>
              <a:buFont typeface="Wingdings" panose="05000000000000000000" pitchFamily="2" charset="2"/>
              <a:buNone/>
            </a:pPr>
            <a:endParaRPr lang="de-DE" altLang="de-DE" dirty="0"/>
          </a:p>
          <a:p>
            <a:pPr>
              <a:buFont typeface="Wingdings" panose="05000000000000000000" pitchFamily="2" charset="2"/>
              <a:buNone/>
            </a:pPr>
            <a:r>
              <a:rPr lang="de-DE" altLang="de-DE" dirty="0"/>
              <a:t>Könnte man die Schaltung vereinfachen?</a:t>
            </a:r>
          </a:p>
        </p:txBody>
      </p:sp>
      <p:graphicFrame>
        <p:nvGraphicFramePr>
          <p:cNvPr id="8" name="Tabelle 7">
            <a:extLst>
              <a:ext uri="{FF2B5EF4-FFF2-40B4-BE49-F238E27FC236}">
                <a16:creationId xmlns:a16="http://schemas.microsoft.com/office/drawing/2014/main" id="{119E0B50-2559-4E09-96C6-EB4FD5E21E60}"/>
              </a:ext>
            </a:extLst>
          </p:cNvPr>
          <p:cNvGraphicFramePr>
            <a:graphicFrameLocks noGrp="1"/>
          </p:cNvGraphicFramePr>
          <p:nvPr>
            <p:extLst>
              <p:ext uri="{D42A27DB-BD31-4B8C-83A1-F6EECF244321}">
                <p14:modId xmlns:p14="http://schemas.microsoft.com/office/powerpoint/2010/main" val="1597277143"/>
              </p:ext>
            </p:extLst>
          </p:nvPr>
        </p:nvGraphicFramePr>
        <p:xfrm>
          <a:off x="6274089" y="1646238"/>
          <a:ext cx="2850456" cy="4086567"/>
        </p:xfrm>
        <a:graphic>
          <a:graphicData uri="http://schemas.openxmlformats.org/drawingml/2006/table">
            <a:tbl>
              <a:tblPr firstRow="1" bandRow="1">
                <a:tableStyleId>{5940675A-B579-460E-94D1-54222C63F5DA}</a:tableStyleId>
              </a:tblPr>
              <a:tblGrid>
                <a:gridCol w="712614">
                  <a:extLst>
                    <a:ext uri="{9D8B030D-6E8A-4147-A177-3AD203B41FA5}">
                      <a16:colId xmlns:a16="http://schemas.microsoft.com/office/drawing/2014/main" val="20000"/>
                    </a:ext>
                  </a:extLst>
                </a:gridCol>
                <a:gridCol w="712614">
                  <a:extLst>
                    <a:ext uri="{9D8B030D-6E8A-4147-A177-3AD203B41FA5}">
                      <a16:colId xmlns:a16="http://schemas.microsoft.com/office/drawing/2014/main" val="20001"/>
                    </a:ext>
                  </a:extLst>
                </a:gridCol>
                <a:gridCol w="712614">
                  <a:extLst>
                    <a:ext uri="{9D8B030D-6E8A-4147-A177-3AD203B41FA5}">
                      <a16:colId xmlns:a16="http://schemas.microsoft.com/office/drawing/2014/main" val="20002"/>
                    </a:ext>
                  </a:extLst>
                </a:gridCol>
                <a:gridCol w="712614">
                  <a:extLst>
                    <a:ext uri="{9D8B030D-6E8A-4147-A177-3AD203B41FA5}">
                      <a16:colId xmlns:a16="http://schemas.microsoft.com/office/drawing/2014/main" val="20003"/>
                    </a:ext>
                  </a:extLst>
                </a:gridCol>
              </a:tblGrid>
              <a:tr h="454063">
                <a:tc>
                  <a:txBody>
                    <a:bodyPr/>
                    <a:lstStyle/>
                    <a:p>
                      <a:r>
                        <a:rPr lang="de-DE" sz="1800" dirty="0"/>
                        <a:t>a</a:t>
                      </a:r>
                    </a:p>
                  </a:txBody>
                  <a:tcPr marL="91439" marR="91439" marT="45729" marB="45729" anchor="ctr" anchorCtr="1"/>
                </a:tc>
                <a:tc>
                  <a:txBody>
                    <a:bodyPr/>
                    <a:lstStyle/>
                    <a:p>
                      <a:r>
                        <a:rPr lang="de-DE" sz="1800" dirty="0"/>
                        <a:t>b</a:t>
                      </a:r>
                    </a:p>
                  </a:txBody>
                  <a:tcPr marL="91439" marR="91439" marT="45729" marB="45729" anchor="ctr" anchorCtr="1"/>
                </a:tc>
                <a:tc>
                  <a:txBody>
                    <a:bodyPr/>
                    <a:lstStyle/>
                    <a:p>
                      <a:r>
                        <a:rPr lang="de-DE" sz="1800" dirty="0"/>
                        <a:t>c</a:t>
                      </a:r>
                    </a:p>
                  </a:txBody>
                  <a:tcPr marL="91439" marR="91439" marT="45729" marB="45729" anchor="ctr" anchorCtr="1"/>
                </a:tc>
                <a:tc>
                  <a:txBody>
                    <a:bodyPr/>
                    <a:lstStyle/>
                    <a:p>
                      <a:r>
                        <a:rPr lang="de-DE" sz="1800" dirty="0"/>
                        <a:t>y</a:t>
                      </a:r>
                    </a:p>
                  </a:txBody>
                  <a:tcPr marL="91439" marR="91439" marT="45729" marB="45729" anchor="ctr" anchorCtr="1"/>
                </a:tc>
                <a:extLst>
                  <a:ext uri="{0D108BD9-81ED-4DB2-BD59-A6C34878D82A}">
                    <a16:rowId xmlns:a16="http://schemas.microsoft.com/office/drawing/2014/main" val="10000"/>
                  </a:ext>
                </a:extLst>
              </a:tr>
              <a:tr h="454063">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1"/>
                  </a:ext>
                </a:extLst>
              </a:tr>
              <a:tr h="454063">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2"/>
                  </a:ext>
                </a:extLst>
              </a:tr>
              <a:tr h="454063">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3"/>
                  </a:ext>
                </a:extLst>
              </a:tr>
              <a:tr h="454063">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4"/>
                  </a:ext>
                </a:extLst>
              </a:tr>
              <a:tr h="454063">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5"/>
                  </a:ext>
                </a:extLst>
              </a:tr>
              <a:tr h="454063">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6"/>
                  </a:ext>
                </a:extLst>
              </a:tr>
              <a:tr h="454063">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7"/>
                  </a:ext>
                </a:extLst>
              </a:tr>
              <a:tr h="454063">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8"/>
                  </a:ext>
                </a:extLst>
              </a:tr>
            </a:tbl>
          </a:graphicData>
        </a:graphic>
      </p:graphicFrame>
      <p:pic>
        <p:nvPicPr>
          <p:cNvPr id="9" name="Grafik 8">
            <a:extLst>
              <a:ext uri="{FF2B5EF4-FFF2-40B4-BE49-F238E27FC236}">
                <a16:creationId xmlns:a16="http://schemas.microsoft.com/office/drawing/2014/main" id="{E6F74386-DBDD-40A8-8388-7CAF1139B0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38077" y="1818952"/>
            <a:ext cx="1076780" cy="1443263"/>
          </a:xfrm>
          <a:prstGeom prst="rect">
            <a:avLst/>
          </a:prstGeom>
        </p:spPr>
      </p:pic>
    </p:spTree>
    <p:extLst>
      <p:ext uri="{BB962C8B-B14F-4D97-AF65-F5344CB8AC3E}">
        <p14:creationId xmlns:p14="http://schemas.microsoft.com/office/powerpoint/2010/main" val="52962102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lstStyle/>
          <a:p>
            <a:r>
              <a:rPr lang="de-DE" dirty="0"/>
              <a:t>Übung 3</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6" name="Textplatzhalter 1">
            <a:extLst>
              <a:ext uri="{FF2B5EF4-FFF2-40B4-BE49-F238E27FC236}">
                <a16:creationId xmlns:a16="http://schemas.microsoft.com/office/drawing/2014/main" id="{3E05657A-D1DD-4DB4-BC36-ADDE4EC2AEB6}"/>
              </a:ext>
            </a:extLst>
          </p:cNvPr>
          <p:cNvSpPr txBox="1">
            <a:spLocks/>
          </p:cNvSpPr>
          <p:nvPr/>
        </p:nvSpPr>
        <p:spPr>
          <a:xfrm>
            <a:off x="160867" y="1523206"/>
            <a:ext cx="3932237" cy="3811588"/>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altLang="de-DE" dirty="0"/>
              <a:t>Bei der Talent-Show King-</a:t>
            </a:r>
            <a:r>
              <a:rPr lang="de-DE" altLang="de-DE" dirty="0" err="1"/>
              <a:t>of</a:t>
            </a:r>
            <a:r>
              <a:rPr lang="de-DE" altLang="de-DE" dirty="0"/>
              <a:t>-IFSY entscheidet eine 3er-Jury per Mehrheitsabstimmung, ob ein Kandidat weiterkommt oder nicht.</a:t>
            </a:r>
            <a:br>
              <a:rPr lang="de-DE" altLang="de-DE" dirty="0"/>
            </a:br>
            <a:endParaRPr lang="de-DE" altLang="de-DE" dirty="0"/>
          </a:p>
          <a:p>
            <a:pPr marL="0" indent="0">
              <a:buFont typeface="Arial" panose="020B0604020202020204" pitchFamily="34" charset="0"/>
              <a:buNone/>
            </a:pPr>
            <a:r>
              <a:rPr lang="de-DE" altLang="de-DE" dirty="0"/>
              <a:t>a) Erstellen Sie die </a:t>
            </a:r>
            <a:r>
              <a:rPr lang="de-DE" altLang="de-DE" b="1" dirty="0"/>
              <a:t>Wertetabelle </a:t>
            </a:r>
            <a:r>
              <a:rPr lang="de-DE" altLang="de-DE" dirty="0"/>
              <a:t>mit den Eingängen a, b, c und dem Ausgang y!</a:t>
            </a:r>
            <a:br>
              <a:rPr lang="de-DE" altLang="de-DE" dirty="0"/>
            </a:br>
            <a:r>
              <a:rPr lang="de-DE" altLang="de-DE" dirty="0"/>
              <a:t>b) Entwickeln Sie einen passenden </a:t>
            </a:r>
            <a:r>
              <a:rPr lang="de-DE" altLang="de-DE" b="1" dirty="0"/>
              <a:t>Schaltterm</a:t>
            </a:r>
            <a:r>
              <a:rPr lang="de-DE" altLang="de-DE" dirty="0"/>
              <a:t> für y !</a:t>
            </a:r>
            <a:br>
              <a:rPr lang="de-DE" altLang="de-DE" dirty="0"/>
            </a:br>
            <a:r>
              <a:rPr lang="de-DE" altLang="de-DE" dirty="0"/>
              <a:t>c) Zeichnen Sie die </a:t>
            </a:r>
            <a:r>
              <a:rPr lang="de-DE" altLang="de-DE" b="1" dirty="0"/>
              <a:t>Schaltung</a:t>
            </a:r>
            <a:r>
              <a:rPr lang="de-DE" altLang="de-DE" dirty="0"/>
              <a:t>!</a:t>
            </a:r>
          </a:p>
        </p:txBody>
      </p:sp>
      <p:graphicFrame>
        <p:nvGraphicFramePr>
          <p:cNvPr id="9" name="Tabelle 8">
            <a:extLst>
              <a:ext uri="{FF2B5EF4-FFF2-40B4-BE49-F238E27FC236}">
                <a16:creationId xmlns:a16="http://schemas.microsoft.com/office/drawing/2014/main" id="{FA4A4053-9179-4F27-8605-3FAB0E2416E4}"/>
              </a:ext>
            </a:extLst>
          </p:cNvPr>
          <p:cNvGraphicFramePr>
            <a:graphicFrameLocks noGrp="1"/>
          </p:cNvGraphicFramePr>
          <p:nvPr>
            <p:extLst>
              <p:ext uri="{D42A27DB-BD31-4B8C-83A1-F6EECF244321}">
                <p14:modId xmlns:p14="http://schemas.microsoft.com/office/powerpoint/2010/main" val="1514587353"/>
              </p:ext>
            </p:extLst>
          </p:nvPr>
        </p:nvGraphicFramePr>
        <p:xfrm>
          <a:off x="4862699" y="1535197"/>
          <a:ext cx="3932236" cy="4287636"/>
        </p:xfrm>
        <a:graphic>
          <a:graphicData uri="http://schemas.openxmlformats.org/drawingml/2006/table">
            <a:tbl>
              <a:tblPr firstRow="1" bandRow="1">
                <a:tableStyleId>{5940675A-B579-460E-94D1-54222C63F5DA}</a:tableStyleId>
              </a:tblPr>
              <a:tblGrid>
                <a:gridCol w="983059">
                  <a:extLst>
                    <a:ext uri="{9D8B030D-6E8A-4147-A177-3AD203B41FA5}">
                      <a16:colId xmlns:a16="http://schemas.microsoft.com/office/drawing/2014/main" val="20000"/>
                    </a:ext>
                  </a:extLst>
                </a:gridCol>
                <a:gridCol w="983059">
                  <a:extLst>
                    <a:ext uri="{9D8B030D-6E8A-4147-A177-3AD203B41FA5}">
                      <a16:colId xmlns:a16="http://schemas.microsoft.com/office/drawing/2014/main" val="20001"/>
                    </a:ext>
                  </a:extLst>
                </a:gridCol>
                <a:gridCol w="983059">
                  <a:extLst>
                    <a:ext uri="{9D8B030D-6E8A-4147-A177-3AD203B41FA5}">
                      <a16:colId xmlns:a16="http://schemas.microsoft.com/office/drawing/2014/main" val="20002"/>
                    </a:ext>
                  </a:extLst>
                </a:gridCol>
                <a:gridCol w="983059">
                  <a:extLst>
                    <a:ext uri="{9D8B030D-6E8A-4147-A177-3AD203B41FA5}">
                      <a16:colId xmlns:a16="http://schemas.microsoft.com/office/drawing/2014/main" val="20003"/>
                    </a:ext>
                  </a:extLst>
                </a:gridCol>
              </a:tblGrid>
              <a:tr h="476404">
                <a:tc>
                  <a:txBody>
                    <a:bodyPr/>
                    <a:lstStyle/>
                    <a:p>
                      <a:r>
                        <a:rPr lang="de-DE" sz="1800" dirty="0"/>
                        <a:t>a</a:t>
                      </a:r>
                    </a:p>
                  </a:txBody>
                  <a:tcPr marL="91439" marR="91439" marT="45729" marB="45729" anchor="ctr" anchorCtr="1"/>
                </a:tc>
                <a:tc>
                  <a:txBody>
                    <a:bodyPr/>
                    <a:lstStyle/>
                    <a:p>
                      <a:r>
                        <a:rPr lang="de-DE" sz="1800" dirty="0"/>
                        <a:t>b</a:t>
                      </a:r>
                    </a:p>
                  </a:txBody>
                  <a:tcPr marL="91439" marR="91439" marT="45729" marB="45729" anchor="ctr" anchorCtr="1"/>
                </a:tc>
                <a:tc>
                  <a:txBody>
                    <a:bodyPr/>
                    <a:lstStyle/>
                    <a:p>
                      <a:r>
                        <a:rPr lang="de-DE" sz="1800" dirty="0"/>
                        <a:t>c</a:t>
                      </a:r>
                    </a:p>
                  </a:txBody>
                  <a:tcPr marL="91439" marR="91439" marT="45729" marB="45729" anchor="ctr" anchorCtr="1"/>
                </a:tc>
                <a:tc>
                  <a:txBody>
                    <a:bodyPr/>
                    <a:lstStyle/>
                    <a:p>
                      <a:r>
                        <a:rPr lang="de-DE" sz="1800" dirty="0"/>
                        <a:t>y</a:t>
                      </a:r>
                    </a:p>
                  </a:txBody>
                  <a:tcPr marL="91439" marR="91439" marT="45729" marB="45729" anchor="ctr" anchorCtr="1"/>
                </a:tc>
                <a:extLst>
                  <a:ext uri="{0D108BD9-81ED-4DB2-BD59-A6C34878D82A}">
                    <a16:rowId xmlns:a16="http://schemas.microsoft.com/office/drawing/2014/main" val="10000"/>
                  </a:ext>
                </a:extLst>
              </a:tr>
              <a:tr h="476404">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1"/>
                  </a:ext>
                </a:extLst>
              </a:tr>
              <a:tr h="476404">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2"/>
                  </a:ext>
                </a:extLst>
              </a:tr>
              <a:tr h="476404">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3"/>
                  </a:ext>
                </a:extLst>
              </a:tr>
              <a:tr h="476404">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4"/>
                  </a:ext>
                </a:extLst>
              </a:tr>
              <a:tr h="476404">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5"/>
                  </a:ext>
                </a:extLst>
              </a:tr>
              <a:tr h="476404">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6"/>
                  </a:ext>
                </a:extLst>
              </a:tr>
              <a:tr h="476404">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7"/>
                  </a:ext>
                </a:extLst>
              </a:tr>
              <a:tr h="476404">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8"/>
                  </a:ext>
                </a:extLst>
              </a:tr>
            </a:tbl>
          </a:graphicData>
        </a:graphic>
      </p:graphicFrame>
      <p:pic>
        <p:nvPicPr>
          <p:cNvPr id="10" name="Grafik 9">
            <a:extLst>
              <a:ext uri="{FF2B5EF4-FFF2-40B4-BE49-F238E27FC236}">
                <a16:creationId xmlns:a16="http://schemas.microsoft.com/office/drawing/2014/main" id="{94CA36F3-F992-47AA-9AFB-39D3D7761E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38077" y="1985737"/>
            <a:ext cx="1076780" cy="1443263"/>
          </a:xfrm>
          <a:prstGeom prst="rect">
            <a:avLst/>
          </a:prstGeom>
        </p:spPr>
      </p:pic>
      <p:pic>
        <p:nvPicPr>
          <p:cNvPr id="3" name="Grafik 2">
            <a:extLst>
              <a:ext uri="{FF2B5EF4-FFF2-40B4-BE49-F238E27FC236}">
                <a16:creationId xmlns:a16="http://schemas.microsoft.com/office/drawing/2014/main" id="{6DB51DA9-335B-4DA2-AD67-64A08384149A}"/>
              </a:ext>
            </a:extLst>
          </p:cNvPr>
          <p:cNvPicPr>
            <a:picLocks noChangeAspect="1"/>
          </p:cNvPicPr>
          <p:nvPr/>
        </p:nvPicPr>
        <p:blipFill>
          <a:blip r:embed="rId3"/>
          <a:stretch>
            <a:fillRect/>
          </a:stretch>
        </p:blipFill>
        <p:spPr>
          <a:xfrm>
            <a:off x="160867" y="5338719"/>
            <a:ext cx="4524375" cy="733425"/>
          </a:xfrm>
          <a:prstGeom prst="rect">
            <a:avLst/>
          </a:prstGeom>
        </p:spPr>
      </p:pic>
    </p:spTree>
    <p:extLst>
      <p:ext uri="{BB962C8B-B14F-4D97-AF65-F5344CB8AC3E}">
        <p14:creationId xmlns:p14="http://schemas.microsoft.com/office/powerpoint/2010/main" val="208994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lstStyle/>
          <a:p>
            <a:r>
              <a:rPr lang="de-DE" dirty="0"/>
              <a:t>Übung 3</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6" name="Textplatzhalter 1">
            <a:extLst>
              <a:ext uri="{FF2B5EF4-FFF2-40B4-BE49-F238E27FC236}">
                <a16:creationId xmlns:a16="http://schemas.microsoft.com/office/drawing/2014/main" id="{3E05657A-D1DD-4DB4-BC36-ADDE4EC2AEB6}"/>
              </a:ext>
            </a:extLst>
          </p:cNvPr>
          <p:cNvSpPr txBox="1">
            <a:spLocks/>
          </p:cNvSpPr>
          <p:nvPr/>
        </p:nvSpPr>
        <p:spPr>
          <a:xfrm>
            <a:off x="160867" y="1523206"/>
            <a:ext cx="3932237" cy="3811588"/>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altLang="de-DE" dirty="0"/>
              <a:t>Bei der Talent-Show King-</a:t>
            </a:r>
            <a:r>
              <a:rPr lang="de-DE" altLang="de-DE" dirty="0" err="1"/>
              <a:t>of</a:t>
            </a:r>
            <a:r>
              <a:rPr lang="de-DE" altLang="de-DE" dirty="0"/>
              <a:t>-IFSY entscheidet eine 3er-Jury per Mehrheitsabstimmung, ob ein Kandidat weiterkommt oder nicht.</a:t>
            </a:r>
            <a:br>
              <a:rPr lang="de-DE" altLang="de-DE" dirty="0"/>
            </a:br>
            <a:endParaRPr lang="de-DE" altLang="de-DE" dirty="0"/>
          </a:p>
          <a:p>
            <a:pPr marL="0" indent="0">
              <a:buFont typeface="Arial" panose="020B0604020202020204" pitchFamily="34" charset="0"/>
              <a:buNone/>
            </a:pPr>
            <a:r>
              <a:rPr lang="de-DE" altLang="de-DE" dirty="0"/>
              <a:t>a) Erstellen Sie die </a:t>
            </a:r>
            <a:r>
              <a:rPr lang="de-DE" altLang="de-DE" b="1" dirty="0"/>
              <a:t>Wertetabelle </a:t>
            </a:r>
            <a:r>
              <a:rPr lang="de-DE" altLang="de-DE" dirty="0"/>
              <a:t>mit den Eingängen a, b, c und dem Ausgang y!</a:t>
            </a:r>
            <a:br>
              <a:rPr lang="de-DE" altLang="de-DE" dirty="0"/>
            </a:br>
            <a:r>
              <a:rPr lang="de-DE" altLang="de-DE" dirty="0"/>
              <a:t>b) Entwickeln Sie einen passenden </a:t>
            </a:r>
            <a:r>
              <a:rPr lang="de-DE" altLang="de-DE" b="1" dirty="0"/>
              <a:t>Schaltterm</a:t>
            </a:r>
            <a:r>
              <a:rPr lang="de-DE" altLang="de-DE" dirty="0"/>
              <a:t> für y !</a:t>
            </a:r>
            <a:br>
              <a:rPr lang="de-DE" altLang="de-DE" dirty="0"/>
            </a:br>
            <a:r>
              <a:rPr lang="de-DE" altLang="de-DE" dirty="0"/>
              <a:t>c) Zeichnen Sie die </a:t>
            </a:r>
            <a:r>
              <a:rPr lang="de-DE" altLang="de-DE" b="1" dirty="0"/>
              <a:t>Schaltung</a:t>
            </a:r>
            <a:r>
              <a:rPr lang="de-DE" altLang="de-DE" dirty="0"/>
              <a:t>!</a:t>
            </a:r>
          </a:p>
        </p:txBody>
      </p:sp>
      <p:pic>
        <p:nvPicPr>
          <p:cNvPr id="10" name="Grafik 9">
            <a:extLst>
              <a:ext uri="{FF2B5EF4-FFF2-40B4-BE49-F238E27FC236}">
                <a16:creationId xmlns:a16="http://schemas.microsoft.com/office/drawing/2014/main" id="{94CA36F3-F992-47AA-9AFB-39D3D7761E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8667" y="318480"/>
            <a:ext cx="1076780" cy="1443263"/>
          </a:xfrm>
          <a:prstGeom prst="rect">
            <a:avLst/>
          </a:prstGeom>
        </p:spPr>
      </p:pic>
      <p:pic>
        <p:nvPicPr>
          <p:cNvPr id="3" name="Grafik 2">
            <a:extLst>
              <a:ext uri="{FF2B5EF4-FFF2-40B4-BE49-F238E27FC236}">
                <a16:creationId xmlns:a16="http://schemas.microsoft.com/office/drawing/2014/main" id="{6DB51DA9-335B-4DA2-AD67-64A08384149A}"/>
              </a:ext>
            </a:extLst>
          </p:cNvPr>
          <p:cNvPicPr>
            <a:picLocks noChangeAspect="1"/>
          </p:cNvPicPr>
          <p:nvPr/>
        </p:nvPicPr>
        <p:blipFill>
          <a:blip r:embed="rId3"/>
          <a:stretch>
            <a:fillRect/>
          </a:stretch>
        </p:blipFill>
        <p:spPr>
          <a:xfrm>
            <a:off x="160867" y="5338719"/>
            <a:ext cx="4524375" cy="733425"/>
          </a:xfrm>
          <a:prstGeom prst="rect">
            <a:avLst/>
          </a:prstGeom>
        </p:spPr>
      </p:pic>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12" name="Grafik 11">
            <a:extLst>
              <a:ext uri="{FF2B5EF4-FFF2-40B4-BE49-F238E27FC236}">
                <a16:creationId xmlns:a16="http://schemas.microsoft.com/office/drawing/2014/main" id="{364B5ACB-0D11-4A62-BA90-4D746C620E6E}"/>
              </a:ext>
            </a:extLst>
          </p:cNvPr>
          <p:cNvPicPr>
            <a:picLocks noChangeAspect="1"/>
          </p:cNvPicPr>
          <p:nvPr/>
        </p:nvPicPr>
        <p:blipFill rotWithShape="1">
          <a:blip r:embed="rId4"/>
          <a:srcRect t="5776"/>
          <a:stretch/>
        </p:blipFill>
        <p:spPr>
          <a:xfrm>
            <a:off x="4806276" y="1966911"/>
            <a:ext cx="6189712" cy="3944209"/>
          </a:xfrm>
          <a:prstGeom prst="rect">
            <a:avLst/>
          </a:prstGeom>
        </p:spPr>
      </p:pic>
      <p:sp>
        <p:nvSpPr>
          <p:cNvPr id="15" name="Text Box 8">
            <a:extLst>
              <a:ext uri="{FF2B5EF4-FFF2-40B4-BE49-F238E27FC236}">
                <a16:creationId xmlns:a16="http://schemas.microsoft.com/office/drawing/2014/main" id="{B8FE2010-F8B6-4359-ADEF-A57C64AB27B2}"/>
              </a:ext>
            </a:extLst>
          </p:cNvPr>
          <p:cNvSpPr txBox="1">
            <a:spLocks noChangeArrowheads="1"/>
          </p:cNvSpPr>
          <p:nvPr/>
        </p:nvSpPr>
        <p:spPr bwMode="auto">
          <a:xfrm>
            <a:off x="7314639" y="2190776"/>
            <a:ext cx="58649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3600" dirty="0">
                <a:solidFill>
                  <a:schemeClr val="hlink"/>
                </a:solidFill>
                <a:latin typeface="Arial" panose="020B0604020202020204" pitchFamily="34" charset="0"/>
              </a:rPr>
              <a:t>&amp;</a:t>
            </a:r>
          </a:p>
        </p:txBody>
      </p:sp>
      <p:sp>
        <p:nvSpPr>
          <p:cNvPr id="16" name="Text Box 8">
            <a:extLst>
              <a:ext uri="{FF2B5EF4-FFF2-40B4-BE49-F238E27FC236}">
                <a16:creationId xmlns:a16="http://schemas.microsoft.com/office/drawing/2014/main" id="{7CF73D18-EB59-4E80-8F3B-B3D485BB8E50}"/>
              </a:ext>
            </a:extLst>
          </p:cNvPr>
          <p:cNvSpPr txBox="1">
            <a:spLocks noChangeArrowheads="1"/>
          </p:cNvSpPr>
          <p:nvPr/>
        </p:nvSpPr>
        <p:spPr bwMode="auto">
          <a:xfrm>
            <a:off x="7316109" y="3336149"/>
            <a:ext cx="58649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3600" dirty="0">
                <a:solidFill>
                  <a:schemeClr val="hlink"/>
                </a:solidFill>
                <a:latin typeface="Arial" panose="020B0604020202020204" pitchFamily="34" charset="0"/>
              </a:rPr>
              <a:t>&amp;</a:t>
            </a:r>
          </a:p>
        </p:txBody>
      </p:sp>
      <p:sp>
        <p:nvSpPr>
          <p:cNvPr id="17" name="Text Box 8">
            <a:extLst>
              <a:ext uri="{FF2B5EF4-FFF2-40B4-BE49-F238E27FC236}">
                <a16:creationId xmlns:a16="http://schemas.microsoft.com/office/drawing/2014/main" id="{FA47BE8B-8D23-4FBA-8413-18FDA330A0FD}"/>
              </a:ext>
            </a:extLst>
          </p:cNvPr>
          <p:cNvSpPr txBox="1">
            <a:spLocks noChangeArrowheads="1"/>
          </p:cNvSpPr>
          <p:nvPr/>
        </p:nvSpPr>
        <p:spPr bwMode="auto">
          <a:xfrm>
            <a:off x="7314638" y="4481522"/>
            <a:ext cx="58649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3600" dirty="0">
                <a:solidFill>
                  <a:schemeClr val="hlink"/>
                </a:solidFill>
                <a:latin typeface="Arial" panose="020B0604020202020204" pitchFamily="34" charset="0"/>
              </a:rPr>
              <a:t>&amp;</a:t>
            </a:r>
          </a:p>
        </p:txBody>
      </p:sp>
      <p:sp>
        <p:nvSpPr>
          <p:cNvPr id="18" name="Text Box 22">
            <a:extLst>
              <a:ext uri="{FF2B5EF4-FFF2-40B4-BE49-F238E27FC236}">
                <a16:creationId xmlns:a16="http://schemas.microsoft.com/office/drawing/2014/main" id="{1D472DDC-C2D4-42CA-8D8C-E14CF0285A0F}"/>
              </a:ext>
            </a:extLst>
          </p:cNvPr>
          <p:cNvSpPr txBox="1">
            <a:spLocks noChangeArrowheads="1"/>
          </p:cNvSpPr>
          <p:nvPr/>
        </p:nvSpPr>
        <p:spPr bwMode="auto">
          <a:xfrm>
            <a:off x="9437177" y="3428482"/>
            <a:ext cx="4232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dirty="0">
                <a:solidFill>
                  <a:schemeClr val="hlink"/>
                </a:solidFill>
                <a:latin typeface="Arial" panose="020B0604020202020204" pitchFamily="34" charset="0"/>
                <a:sym typeface="Symbol" panose="05050102010706020507" pitchFamily="18" charset="2"/>
              </a:rPr>
              <a:t>1</a:t>
            </a:r>
            <a:endParaRPr lang="de-DE" altLang="de-DE" sz="2400" b="1" dirty="0">
              <a:solidFill>
                <a:schemeClr val="hlink"/>
              </a:solidFill>
              <a:latin typeface="Arial" panose="020B0604020202020204" pitchFamily="34" charset="0"/>
            </a:endParaRPr>
          </a:p>
        </p:txBody>
      </p:sp>
    </p:spTree>
    <p:extLst>
      <p:ext uri="{BB962C8B-B14F-4D97-AF65-F5344CB8AC3E}">
        <p14:creationId xmlns:p14="http://schemas.microsoft.com/office/powerpoint/2010/main" val="201394444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Problemstellung: Der Kühlschrank</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6" name="Textplatzhalter 1">
            <a:extLst>
              <a:ext uri="{FF2B5EF4-FFF2-40B4-BE49-F238E27FC236}">
                <a16:creationId xmlns:a16="http://schemas.microsoft.com/office/drawing/2014/main" id="{3E05657A-D1DD-4DB4-BC36-ADDE4EC2AEB6}"/>
              </a:ext>
            </a:extLst>
          </p:cNvPr>
          <p:cNvSpPr txBox="1">
            <a:spLocks/>
          </p:cNvSpPr>
          <p:nvPr/>
        </p:nvSpPr>
        <p:spPr>
          <a:xfrm>
            <a:off x="160867" y="1523206"/>
            <a:ext cx="3932237" cy="2200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ltLang="de-DE" dirty="0"/>
              <a:t>Öffnet man den Kühlschrank, so soll das Licht im Kühlschrank automatisch angehen.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13" name="Picture 16">
            <a:extLst>
              <a:ext uri="{FF2B5EF4-FFF2-40B4-BE49-F238E27FC236}">
                <a16:creationId xmlns:a16="http://schemas.microsoft.com/office/drawing/2014/main" id="{A5B4AAD9-6C94-4E04-8D87-AC2A8F818E0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45965" y="2428196"/>
            <a:ext cx="2857899" cy="2857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AutoShape 15">
            <a:extLst>
              <a:ext uri="{FF2B5EF4-FFF2-40B4-BE49-F238E27FC236}">
                <a16:creationId xmlns:a16="http://schemas.microsoft.com/office/drawing/2014/main" id="{A0F2AFAA-52FD-43D6-BD14-B18D12CB88B6}"/>
              </a:ext>
            </a:extLst>
          </p:cNvPr>
          <p:cNvSpPr>
            <a:spLocks/>
          </p:cNvSpPr>
          <p:nvPr/>
        </p:nvSpPr>
        <p:spPr bwMode="auto">
          <a:xfrm>
            <a:off x="9762067" y="2174793"/>
            <a:ext cx="914400" cy="376237"/>
          </a:xfrm>
          <a:prstGeom prst="borderCallout2">
            <a:avLst>
              <a:gd name="adj1" fmla="val 30380"/>
              <a:gd name="adj2" fmla="val -8333"/>
              <a:gd name="adj3" fmla="val 30380"/>
              <a:gd name="adj4" fmla="val -8333"/>
              <a:gd name="adj5" fmla="val 241773"/>
              <a:gd name="adj6" fmla="val -85593"/>
            </a:avLst>
          </a:prstGeom>
          <a:solidFill>
            <a:schemeClr val="bg1"/>
          </a:solidFill>
          <a:ln w="9525">
            <a:solidFill>
              <a:schemeClr val="tx1"/>
            </a:solidFill>
            <a:miter lim="800000"/>
            <a:headEnd/>
            <a:tailEnd/>
          </a:ln>
        </p:spPr>
        <p:txBody>
          <a:bodyPr lIns="54000" rIns="5400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de-DE" altLang="de-DE" sz="1800"/>
              <a:t>Lampe</a:t>
            </a:r>
          </a:p>
        </p:txBody>
      </p:sp>
      <p:sp>
        <p:nvSpPr>
          <p:cNvPr id="19" name="AutoShape 14">
            <a:extLst>
              <a:ext uri="{FF2B5EF4-FFF2-40B4-BE49-F238E27FC236}">
                <a16:creationId xmlns:a16="http://schemas.microsoft.com/office/drawing/2014/main" id="{853359B7-89FD-4107-BC9D-0EE58EE0A3BC}"/>
              </a:ext>
            </a:extLst>
          </p:cNvPr>
          <p:cNvSpPr>
            <a:spLocks/>
          </p:cNvSpPr>
          <p:nvPr/>
        </p:nvSpPr>
        <p:spPr bwMode="auto">
          <a:xfrm>
            <a:off x="4842779" y="2428196"/>
            <a:ext cx="1389063" cy="376237"/>
          </a:xfrm>
          <a:prstGeom prst="borderCallout2">
            <a:avLst>
              <a:gd name="adj1" fmla="val 30380"/>
              <a:gd name="adj2" fmla="val 105486"/>
              <a:gd name="adj3" fmla="val 30380"/>
              <a:gd name="adj4" fmla="val 105486"/>
              <a:gd name="adj5" fmla="val 249366"/>
              <a:gd name="adj6" fmla="val 149259"/>
            </a:avLst>
          </a:prstGeom>
          <a:solidFill>
            <a:schemeClr val="bg1"/>
          </a:solidFill>
          <a:ln w="9525">
            <a:solidFill>
              <a:schemeClr val="tx1"/>
            </a:solidFill>
            <a:miter lim="800000"/>
            <a:headEnd/>
            <a:tailEnd/>
          </a:ln>
        </p:spPr>
        <p:txBody>
          <a:bodyPr lIns="54000" rIns="5400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de-DE" altLang="de-DE" sz="1800"/>
              <a:t>Tür-Kontakt</a:t>
            </a:r>
          </a:p>
        </p:txBody>
      </p:sp>
      <p:pic>
        <p:nvPicPr>
          <p:cNvPr id="20" name="Grafik 19">
            <a:extLst>
              <a:ext uri="{FF2B5EF4-FFF2-40B4-BE49-F238E27FC236}">
                <a16:creationId xmlns:a16="http://schemas.microsoft.com/office/drawing/2014/main" id="{2E183CE6-7DE6-4C47-91DE-289A19526B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31671" y="1646238"/>
            <a:ext cx="525054" cy="1235797"/>
          </a:xfrm>
          <a:prstGeom prst="rect">
            <a:avLst/>
          </a:prstGeom>
        </p:spPr>
      </p:pic>
    </p:spTree>
    <p:extLst>
      <p:ext uri="{BB962C8B-B14F-4D97-AF65-F5344CB8AC3E}">
        <p14:creationId xmlns:p14="http://schemas.microsoft.com/office/powerpoint/2010/main" val="73654859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NICHT - Operator</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6" name="Textplatzhalter 1">
            <a:extLst>
              <a:ext uri="{FF2B5EF4-FFF2-40B4-BE49-F238E27FC236}">
                <a16:creationId xmlns:a16="http://schemas.microsoft.com/office/drawing/2014/main" id="{3E05657A-D1DD-4DB4-BC36-ADDE4EC2AEB6}"/>
              </a:ext>
            </a:extLst>
          </p:cNvPr>
          <p:cNvSpPr txBox="1">
            <a:spLocks/>
          </p:cNvSpPr>
          <p:nvPr/>
        </p:nvSpPr>
        <p:spPr>
          <a:xfrm>
            <a:off x="160867" y="1523205"/>
            <a:ext cx="3932237" cy="4415681"/>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ltLang="de-DE" dirty="0"/>
              <a:t>Y liefert ein Signal, wenn der Eingang kein Signal liefert. Die Aussage der Wahrheit wird also negiert. In der Formel wird dies mit einem Strich oberhalb des Eingangs gekennzeichnet.</a:t>
            </a:r>
          </a:p>
          <a:p>
            <a:r>
              <a:rPr lang="de-DE" altLang="de-DE" dirty="0"/>
              <a:t>Liefert der Eingang ein Signal, so liefert der Ausgang y </a:t>
            </a:r>
            <a:r>
              <a:rPr lang="de-DE" altLang="de-DE" u="sng" dirty="0"/>
              <a:t>kein</a:t>
            </a:r>
            <a:r>
              <a:rPr lang="de-DE" altLang="de-DE" dirty="0"/>
              <a:t> Signal. In der Schaltung wird vor dem Ausgang ein Kreis gemalt um zu zeigen, dass es sich hier um eine Negierung ("NICHT") handelt. </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20" name="Grafik 19">
            <a:extLst>
              <a:ext uri="{FF2B5EF4-FFF2-40B4-BE49-F238E27FC236}">
                <a16:creationId xmlns:a16="http://schemas.microsoft.com/office/drawing/2014/main" id="{2E183CE6-7DE6-4C47-91DE-289A19526B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31671" y="1646238"/>
            <a:ext cx="525054" cy="1235797"/>
          </a:xfrm>
          <a:prstGeom prst="rect">
            <a:avLst/>
          </a:prstGeom>
        </p:spPr>
      </p:pic>
      <p:sp>
        <p:nvSpPr>
          <p:cNvPr id="17" name="Foliennummernplatzhalter 3">
            <a:extLst>
              <a:ext uri="{FF2B5EF4-FFF2-40B4-BE49-F238E27FC236}">
                <a16:creationId xmlns:a16="http://schemas.microsoft.com/office/drawing/2014/main" id="{E837F14D-FB0D-43E7-9931-C1B596268548}"/>
              </a:ext>
            </a:extLst>
          </p:cNvPr>
          <p:cNvSpPr txBox="1">
            <a:spLocks/>
          </p:cNvSpPr>
          <p:nvPr/>
        </p:nvSpPr>
        <p:spPr>
          <a:xfrm>
            <a:off x="8421508" y="6225471"/>
            <a:ext cx="2743200"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D0585FED-0071-4007-9935-49D8BE4A66AA}" type="slidenum">
              <a:rPr lang="de-DE" altLang="de-DE" smtClean="0"/>
              <a:pPr>
                <a:defRPr/>
              </a:pPr>
              <a:t>153</a:t>
            </a:fld>
            <a:endParaRPr lang="de-DE" altLang="de-DE"/>
          </a:p>
        </p:txBody>
      </p:sp>
      <p:sp>
        <p:nvSpPr>
          <p:cNvPr id="18" name="Text Box 5">
            <a:extLst>
              <a:ext uri="{FF2B5EF4-FFF2-40B4-BE49-F238E27FC236}">
                <a16:creationId xmlns:a16="http://schemas.microsoft.com/office/drawing/2014/main" id="{06CF6D15-0B15-4D90-B4CF-6933CAFDE0E9}"/>
              </a:ext>
            </a:extLst>
          </p:cNvPr>
          <p:cNvSpPr txBox="1">
            <a:spLocks noChangeArrowheads="1"/>
          </p:cNvSpPr>
          <p:nvPr/>
        </p:nvSpPr>
        <p:spPr bwMode="auto">
          <a:xfrm>
            <a:off x="7635696" y="1280985"/>
            <a:ext cx="533400" cy="13112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21" name="Text Box 6">
            <a:extLst>
              <a:ext uri="{FF2B5EF4-FFF2-40B4-BE49-F238E27FC236}">
                <a16:creationId xmlns:a16="http://schemas.microsoft.com/office/drawing/2014/main" id="{CCF6E9E7-AE77-4FA4-9B0A-ECEC59CA8A85}"/>
              </a:ext>
            </a:extLst>
          </p:cNvPr>
          <p:cNvSpPr txBox="1">
            <a:spLocks noChangeArrowheads="1"/>
          </p:cNvSpPr>
          <p:nvPr/>
        </p:nvSpPr>
        <p:spPr bwMode="auto">
          <a:xfrm>
            <a:off x="8169096" y="1280985"/>
            <a:ext cx="533400" cy="13112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y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p:txBody>
      </p:sp>
      <p:sp>
        <p:nvSpPr>
          <p:cNvPr id="22" name="Line 8">
            <a:extLst>
              <a:ext uri="{FF2B5EF4-FFF2-40B4-BE49-F238E27FC236}">
                <a16:creationId xmlns:a16="http://schemas.microsoft.com/office/drawing/2014/main" id="{818DFCB9-9C12-4976-AA39-8D54586E2DF0}"/>
              </a:ext>
            </a:extLst>
          </p:cNvPr>
          <p:cNvSpPr>
            <a:spLocks noChangeShapeType="1"/>
          </p:cNvSpPr>
          <p:nvPr/>
        </p:nvSpPr>
        <p:spPr bwMode="auto">
          <a:xfrm>
            <a:off x="7635695" y="1738186"/>
            <a:ext cx="10810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square">
            <a:spAutoFit/>
          </a:bodyPr>
          <a:lstStyle/>
          <a:p>
            <a:endParaRPr lang="de-DE"/>
          </a:p>
        </p:txBody>
      </p:sp>
      <p:sp>
        <p:nvSpPr>
          <p:cNvPr id="23" name="Line 9">
            <a:extLst>
              <a:ext uri="{FF2B5EF4-FFF2-40B4-BE49-F238E27FC236}">
                <a16:creationId xmlns:a16="http://schemas.microsoft.com/office/drawing/2014/main" id="{B18AF643-AE1A-4701-806E-5AF5A3F68132}"/>
              </a:ext>
            </a:extLst>
          </p:cNvPr>
          <p:cNvSpPr>
            <a:spLocks noChangeShapeType="1"/>
          </p:cNvSpPr>
          <p:nvPr/>
        </p:nvSpPr>
        <p:spPr bwMode="auto">
          <a:xfrm>
            <a:off x="8169096" y="1280985"/>
            <a:ext cx="0" cy="1311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4" name="Line 11">
            <a:extLst>
              <a:ext uri="{FF2B5EF4-FFF2-40B4-BE49-F238E27FC236}">
                <a16:creationId xmlns:a16="http://schemas.microsoft.com/office/drawing/2014/main" id="{E7D5EE5F-FE34-4C56-9A17-E1B13BFC1B32}"/>
              </a:ext>
            </a:extLst>
          </p:cNvPr>
          <p:cNvSpPr>
            <a:spLocks noChangeShapeType="1"/>
          </p:cNvSpPr>
          <p:nvPr/>
        </p:nvSpPr>
        <p:spPr bwMode="auto">
          <a:xfrm>
            <a:off x="7894459" y="5330233"/>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5" name="Text Box 12">
            <a:extLst>
              <a:ext uri="{FF2B5EF4-FFF2-40B4-BE49-F238E27FC236}">
                <a16:creationId xmlns:a16="http://schemas.microsoft.com/office/drawing/2014/main" id="{4AE0A62D-53F1-4070-8347-6901E7B6346E}"/>
              </a:ext>
            </a:extLst>
          </p:cNvPr>
          <p:cNvSpPr txBox="1">
            <a:spLocks noChangeArrowheads="1"/>
          </p:cNvSpPr>
          <p:nvPr/>
        </p:nvSpPr>
        <p:spPr bwMode="auto">
          <a:xfrm>
            <a:off x="7635695" y="5177833"/>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endParaRPr lang="de-DE" altLang="de-DE" sz="2000" baseline="-25000">
              <a:latin typeface="Arial" panose="020B0604020202020204" pitchFamily="34" charset="0"/>
            </a:endParaRPr>
          </a:p>
        </p:txBody>
      </p:sp>
      <p:sp>
        <p:nvSpPr>
          <p:cNvPr id="26" name="Rectangle 13">
            <a:extLst>
              <a:ext uri="{FF2B5EF4-FFF2-40B4-BE49-F238E27FC236}">
                <a16:creationId xmlns:a16="http://schemas.microsoft.com/office/drawing/2014/main" id="{41499B04-300C-478F-B497-9AF0A4A0126E}"/>
              </a:ext>
            </a:extLst>
          </p:cNvPr>
          <p:cNvSpPr>
            <a:spLocks noChangeArrowheads="1"/>
          </p:cNvSpPr>
          <p:nvPr/>
        </p:nvSpPr>
        <p:spPr bwMode="auto">
          <a:xfrm>
            <a:off x="8427858" y="5104809"/>
            <a:ext cx="520700" cy="4540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7" name="Text Box 14">
            <a:extLst>
              <a:ext uri="{FF2B5EF4-FFF2-40B4-BE49-F238E27FC236}">
                <a16:creationId xmlns:a16="http://schemas.microsoft.com/office/drawing/2014/main" id="{1DA2F1AA-A3AA-41F0-8E46-96ECBF72C4BE}"/>
              </a:ext>
            </a:extLst>
          </p:cNvPr>
          <p:cNvSpPr txBox="1">
            <a:spLocks noChangeArrowheads="1"/>
          </p:cNvSpPr>
          <p:nvPr/>
        </p:nvSpPr>
        <p:spPr bwMode="auto">
          <a:xfrm>
            <a:off x="8510409" y="5177833"/>
            <a:ext cx="357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sym typeface="Symbol" panose="05050102010706020507" pitchFamily="18" charset="2"/>
              </a:rPr>
              <a:t>1</a:t>
            </a:r>
            <a:endParaRPr lang="de-DE" altLang="de-DE" sz="2000">
              <a:latin typeface="Arial" panose="020B0604020202020204" pitchFamily="34" charset="0"/>
            </a:endParaRPr>
          </a:p>
        </p:txBody>
      </p:sp>
      <p:sp>
        <p:nvSpPr>
          <p:cNvPr id="28" name="Line 15">
            <a:extLst>
              <a:ext uri="{FF2B5EF4-FFF2-40B4-BE49-F238E27FC236}">
                <a16:creationId xmlns:a16="http://schemas.microsoft.com/office/drawing/2014/main" id="{1E8B9B8E-A2F8-4995-BD04-A62CF28E2743}"/>
              </a:ext>
            </a:extLst>
          </p:cNvPr>
          <p:cNvSpPr>
            <a:spLocks noChangeShapeType="1"/>
          </p:cNvSpPr>
          <p:nvPr/>
        </p:nvSpPr>
        <p:spPr bwMode="auto">
          <a:xfrm>
            <a:off x="9113658" y="5330233"/>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9" name="Text Box 16">
            <a:extLst>
              <a:ext uri="{FF2B5EF4-FFF2-40B4-BE49-F238E27FC236}">
                <a16:creationId xmlns:a16="http://schemas.microsoft.com/office/drawing/2014/main" id="{934DDB92-6D2E-4733-9E8B-D7EDA226F079}"/>
              </a:ext>
            </a:extLst>
          </p:cNvPr>
          <p:cNvSpPr txBox="1">
            <a:spLocks noChangeArrowheads="1"/>
          </p:cNvSpPr>
          <p:nvPr/>
        </p:nvSpPr>
        <p:spPr bwMode="auto">
          <a:xfrm>
            <a:off x="9647058" y="5177833"/>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30" name="Oval 31">
            <a:extLst>
              <a:ext uri="{FF2B5EF4-FFF2-40B4-BE49-F238E27FC236}">
                <a16:creationId xmlns:a16="http://schemas.microsoft.com/office/drawing/2014/main" id="{221919A5-7FC6-4A5A-A5BF-AAFE1E96DF34}"/>
              </a:ext>
            </a:extLst>
          </p:cNvPr>
          <p:cNvSpPr>
            <a:spLocks noChangeArrowheads="1"/>
          </p:cNvSpPr>
          <p:nvPr/>
        </p:nvSpPr>
        <p:spPr bwMode="auto">
          <a:xfrm>
            <a:off x="8957938" y="5248890"/>
            <a:ext cx="161295" cy="162689"/>
          </a:xfrm>
          <a:prstGeom prst="ellipse">
            <a:avLst/>
          </a:prstGeom>
          <a:solidFill>
            <a:schemeClr val="tx1"/>
          </a:solidFill>
          <a:ln w="19050">
            <a:solidFill>
              <a:schemeClr val="tx1"/>
            </a:solidFill>
            <a:round/>
            <a:headEnd/>
            <a:tailEnd/>
          </a:ln>
          <a:extLst/>
        </p:spPr>
        <p:txBody>
          <a:bodyPr wrap="non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graphicFrame>
        <p:nvGraphicFramePr>
          <p:cNvPr id="31" name="Object 40">
            <a:extLst>
              <a:ext uri="{FF2B5EF4-FFF2-40B4-BE49-F238E27FC236}">
                <a16:creationId xmlns:a16="http://schemas.microsoft.com/office/drawing/2014/main" id="{4DD1A345-47CD-4A86-901A-DB57C10A6C6D}"/>
              </a:ext>
            </a:extLst>
          </p:cNvPr>
          <p:cNvGraphicFramePr>
            <a:graphicFrameLocks noChangeAspect="1"/>
          </p:cNvGraphicFramePr>
          <p:nvPr>
            <p:extLst>
              <p:ext uri="{D42A27DB-BD31-4B8C-83A1-F6EECF244321}">
                <p14:modId xmlns:p14="http://schemas.microsoft.com/office/powerpoint/2010/main" val="2764793241"/>
              </p:ext>
            </p:extLst>
          </p:nvPr>
        </p:nvGraphicFramePr>
        <p:xfrm>
          <a:off x="7642045" y="3492778"/>
          <a:ext cx="1074737" cy="371475"/>
        </p:xfrm>
        <a:graphic>
          <a:graphicData uri="http://schemas.openxmlformats.org/presentationml/2006/ole">
            <mc:AlternateContent xmlns:mc="http://schemas.openxmlformats.org/markup-compatibility/2006">
              <mc:Choice xmlns:v="urn:schemas-microsoft-com:vml" Requires="v">
                <p:oleObj spid="_x0000_s2158" name="Equation" r:id="rId4" imgW="469696" imgH="165028" progId="Equation.3">
                  <p:embed/>
                </p:oleObj>
              </mc:Choice>
              <mc:Fallback>
                <p:oleObj name="Equation" r:id="rId4" imgW="469696" imgH="165028" progId="Equation.3">
                  <p:embed/>
                  <p:pic>
                    <p:nvPicPr>
                      <p:cNvPr id="24599"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2045" y="3492778"/>
                        <a:ext cx="1074737" cy="37147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10">
            <a:extLst>
              <a:ext uri="{FF2B5EF4-FFF2-40B4-BE49-F238E27FC236}">
                <a16:creationId xmlns:a16="http://schemas.microsoft.com/office/drawing/2014/main" id="{3B8A6336-F57E-4527-AA58-036118A2297B}"/>
              </a:ext>
            </a:extLst>
          </p:cNvPr>
          <p:cNvGraphicFramePr>
            <a:graphicFrameLocks noChangeAspect="1"/>
          </p:cNvGraphicFramePr>
          <p:nvPr>
            <p:extLst>
              <p:ext uri="{D42A27DB-BD31-4B8C-83A1-F6EECF244321}">
                <p14:modId xmlns:p14="http://schemas.microsoft.com/office/powerpoint/2010/main" val="1039943563"/>
              </p:ext>
            </p:extLst>
          </p:nvPr>
        </p:nvGraphicFramePr>
        <p:xfrm>
          <a:off x="7642045" y="4084914"/>
          <a:ext cx="1074737" cy="357188"/>
        </p:xfrm>
        <a:graphic>
          <a:graphicData uri="http://schemas.openxmlformats.org/presentationml/2006/ole">
            <mc:AlternateContent xmlns:mc="http://schemas.openxmlformats.org/markup-compatibility/2006">
              <mc:Choice xmlns:v="urn:schemas-microsoft-com:vml" Requires="v">
                <p:oleObj spid="_x0000_s2159" name="Equation" r:id="rId6" imgW="685502" imgH="317362" progId="Equation.3">
                  <p:embed/>
                </p:oleObj>
              </mc:Choice>
              <mc:Fallback>
                <p:oleObj name="Equation" r:id="rId6" imgW="685502" imgH="317362" progId="Equation.3">
                  <p:embed/>
                  <p:pic>
                    <p:nvPicPr>
                      <p:cNvPr id="2460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42045" y="4084914"/>
                        <a:ext cx="1074737" cy="357188"/>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Text Box 35">
            <a:extLst>
              <a:ext uri="{FF2B5EF4-FFF2-40B4-BE49-F238E27FC236}">
                <a16:creationId xmlns:a16="http://schemas.microsoft.com/office/drawing/2014/main" id="{DD7D6F50-6B47-432B-837C-17AF884356EE}"/>
              </a:ext>
            </a:extLst>
          </p:cNvPr>
          <p:cNvSpPr txBox="1">
            <a:spLocks noChangeArrowheads="1"/>
          </p:cNvSpPr>
          <p:nvPr/>
        </p:nvSpPr>
        <p:spPr bwMode="auto">
          <a:xfrm>
            <a:off x="8829495" y="3510240"/>
            <a:ext cx="1512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t>bzw. kürzer</a:t>
            </a:r>
          </a:p>
        </p:txBody>
      </p:sp>
      <p:sp>
        <p:nvSpPr>
          <p:cNvPr id="34" name="Line 20">
            <a:extLst>
              <a:ext uri="{FF2B5EF4-FFF2-40B4-BE49-F238E27FC236}">
                <a16:creationId xmlns:a16="http://schemas.microsoft.com/office/drawing/2014/main" id="{1052EA59-433B-44BF-B306-5B37F295AAA1}"/>
              </a:ext>
            </a:extLst>
          </p:cNvPr>
          <p:cNvSpPr>
            <a:spLocks noChangeShapeType="1"/>
          </p:cNvSpPr>
          <p:nvPr/>
        </p:nvSpPr>
        <p:spPr bwMode="auto">
          <a:xfrm>
            <a:off x="5605933" y="4666273"/>
            <a:ext cx="48355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36" name="AutoShape 24">
            <a:extLst>
              <a:ext uri="{FF2B5EF4-FFF2-40B4-BE49-F238E27FC236}">
                <a16:creationId xmlns:a16="http://schemas.microsoft.com/office/drawing/2014/main" id="{8FA92441-CC45-4D4E-AEB3-1F0EF802E8D5}"/>
              </a:ext>
            </a:extLst>
          </p:cNvPr>
          <p:cNvSpPr>
            <a:spLocks noChangeArrowheads="1"/>
          </p:cNvSpPr>
          <p:nvPr/>
        </p:nvSpPr>
        <p:spPr bwMode="auto">
          <a:xfrm>
            <a:off x="4960212" y="3614836"/>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Schaltfunktion:</a:t>
            </a:r>
          </a:p>
        </p:txBody>
      </p:sp>
      <p:sp>
        <p:nvSpPr>
          <p:cNvPr id="37" name="AutoShape 24">
            <a:extLst>
              <a:ext uri="{FF2B5EF4-FFF2-40B4-BE49-F238E27FC236}">
                <a16:creationId xmlns:a16="http://schemas.microsoft.com/office/drawing/2014/main" id="{9904FB05-0FD6-4091-A355-99603EFD1FE5}"/>
              </a:ext>
            </a:extLst>
          </p:cNvPr>
          <p:cNvSpPr>
            <a:spLocks noChangeArrowheads="1"/>
          </p:cNvSpPr>
          <p:nvPr/>
        </p:nvSpPr>
        <p:spPr bwMode="auto">
          <a:xfrm>
            <a:off x="4748308" y="5197097"/>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a:cs typeface="Times New Roman" panose="02020603050405020304" pitchFamily="18" charset="0"/>
              </a:rPr>
              <a:t>Schaltung:</a:t>
            </a:r>
          </a:p>
          <a:p>
            <a:pPr>
              <a:spcBef>
                <a:spcPct val="0"/>
              </a:spcBef>
              <a:buClrTx/>
              <a:buSzTx/>
              <a:buFontTx/>
              <a:buNone/>
            </a:pPr>
            <a:endParaRPr kumimoji="1" lang="de-AT" altLang="de-DE" sz="1800">
              <a:latin typeface="Arial" panose="020B0604020202020204" pitchFamily="34" charset="0"/>
            </a:endParaRPr>
          </a:p>
        </p:txBody>
      </p:sp>
      <p:sp>
        <p:nvSpPr>
          <p:cNvPr id="38" name="AutoShape 24">
            <a:extLst>
              <a:ext uri="{FF2B5EF4-FFF2-40B4-BE49-F238E27FC236}">
                <a16:creationId xmlns:a16="http://schemas.microsoft.com/office/drawing/2014/main" id="{D5034501-90B2-4904-B388-DCC9467C9FB8}"/>
              </a:ext>
            </a:extLst>
          </p:cNvPr>
          <p:cNvSpPr>
            <a:spLocks noChangeArrowheads="1"/>
          </p:cNvSpPr>
          <p:nvPr/>
        </p:nvSpPr>
        <p:spPr bwMode="auto">
          <a:xfrm>
            <a:off x="5068257" y="1761368"/>
            <a:ext cx="2286000" cy="457200"/>
          </a:xfrm>
          <a:prstGeom prst="wedgeRoundRectCallout">
            <a:avLst>
              <a:gd name="adj1" fmla="val -33125"/>
              <a:gd name="adj2" fmla="val 74653"/>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u="sng" dirty="0">
                <a:cs typeface="Times New Roman" panose="02020603050405020304" pitchFamily="18" charset="0"/>
              </a:rPr>
              <a:t>Wahrheitstabelle:</a:t>
            </a:r>
          </a:p>
          <a:p>
            <a:pPr>
              <a:spcBef>
                <a:spcPct val="0"/>
              </a:spcBef>
              <a:buClrTx/>
              <a:buSzTx/>
              <a:buFontTx/>
              <a:buNone/>
            </a:pPr>
            <a:endParaRPr kumimoji="1" lang="de-AT" altLang="de-DE" sz="1800" dirty="0">
              <a:latin typeface="Arial" panose="020B0604020202020204" pitchFamily="34" charset="0"/>
            </a:endParaRPr>
          </a:p>
        </p:txBody>
      </p:sp>
      <p:sp>
        <p:nvSpPr>
          <p:cNvPr id="39" name="Line 20">
            <a:extLst>
              <a:ext uri="{FF2B5EF4-FFF2-40B4-BE49-F238E27FC236}">
                <a16:creationId xmlns:a16="http://schemas.microsoft.com/office/drawing/2014/main" id="{4F5996E7-F578-4D49-93A2-D82B5EDC994B}"/>
              </a:ext>
            </a:extLst>
          </p:cNvPr>
          <p:cNvSpPr>
            <a:spLocks noChangeShapeType="1"/>
          </p:cNvSpPr>
          <p:nvPr/>
        </p:nvSpPr>
        <p:spPr bwMode="auto">
          <a:xfrm>
            <a:off x="5605933" y="2722057"/>
            <a:ext cx="48355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40" name="Rectangle 19">
            <a:extLst>
              <a:ext uri="{FF2B5EF4-FFF2-40B4-BE49-F238E27FC236}">
                <a16:creationId xmlns:a16="http://schemas.microsoft.com/office/drawing/2014/main" id="{9CF70A52-E4D3-4109-918E-8AD2E56E8266}"/>
              </a:ext>
            </a:extLst>
          </p:cNvPr>
          <p:cNvSpPr>
            <a:spLocks noChangeArrowheads="1"/>
          </p:cNvSpPr>
          <p:nvPr/>
        </p:nvSpPr>
        <p:spPr bwMode="auto">
          <a:xfrm>
            <a:off x="7642045" y="1739885"/>
            <a:ext cx="1060451"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1" name="AutoShape 36">
            <a:extLst>
              <a:ext uri="{FF2B5EF4-FFF2-40B4-BE49-F238E27FC236}">
                <a16:creationId xmlns:a16="http://schemas.microsoft.com/office/drawing/2014/main" id="{E3D6DF1F-05AB-4E35-8A1B-E513719CC728}"/>
              </a:ext>
            </a:extLst>
          </p:cNvPr>
          <p:cNvSpPr>
            <a:spLocks noChangeArrowheads="1"/>
          </p:cNvSpPr>
          <p:nvPr/>
        </p:nvSpPr>
        <p:spPr bwMode="auto">
          <a:xfrm>
            <a:off x="8023695" y="2866076"/>
            <a:ext cx="2209800" cy="408623"/>
          </a:xfrm>
          <a:prstGeom prst="wedgeRoundRectCallout">
            <a:avLst>
              <a:gd name="adj1" fmla="val -34125"/>
              <a:gd name="adj2" fmla="val 103426"/>
              <a:gd name="adj3" fmla="val 16667"/>
            </a:avLst>
          </a:prstGeom>
          <a:solidFill>
            <a:srgbClr val="FDFDCB"/>
          </a:solidFill>
          <a:ln w="9525">
            <a:solidFill>
              <a:srgbClr val="000000"/>
            </a:solidFill>
            <a:miter lim="800000"/>
            <a:headEnd/>
            <a:tailEnd/>
          </a:ln>
        </p:spPr>
        <p:txBody>
          <a:bodyPr lIns="18000" rIns="180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a:solidFill>
                  <a:schemeClr val="hlink"/>
                </a:solidFill>
                <a:cs typeface="Times New Roman" panose="02020603050405020304" pitchFamily="18" charset="0"/>
              </a:rPr>
              <a:t>NICHT</a:t>
            </a:r>
            <a:r>
              <a:rPr kumimoji="1" lang="de-AT" altLang="de-DE" sz="1800">
                <a:cs typeface="Times New Roman" panose="02020603050405020304" pitchFamily="18" charset="0"/>
              </a:rPr>
              <a:t>-Operator</a:t>
            </a:r>
            <a:endParaRPr kumimoji="1" lang="de-AT" altLang="de-DE" sz="1800">
              <a:latin typeface="Arial" panose="020B0604020202020204" pitchFamily="34" charset="0"/>
            </a:endParaRPr>
          </a:p>
        </p:txBody>
      </p:sp>
      <p:sp>
        <p:nvSpPr>
          <p:cNvPr id="42" name="AutoShape 42">
            <a:extLst>
              <a:ext uri="{FF2B5EF4-FFF2-40B4-BE49-F238E27FC236}">
                <a16:creationId xmlns:a16="http://schemas.microsoft.com/office/drawing/2014/main" id="{89A10680-1B1D-4BC2-B4F1-0788FE1484BD}"/>
              </a:ext>
            </a:extLst>
          </p:cNvPr>
          <p:cNvSpPr>
            <a:spLocks noChangeArrowheads="1"/>
          </p:cNvSpPr>
          <p:nvPr/>
        </p:nvSpPr>
        <p:spPr bwMode="auto">
          <a:xfrm>
            <a:off x="7643633" y="5906084"/>
            <a:ext cx="2089150" cy="644525"/>
          </a:xfrm>
          <a:prstGeom prst="wedgeRoundRectCallout">
            <a:avLst>
              <a:gd name="adj1" fmla="val -1139"/>
              <a:gd name="adj2" fmla="val -103204"/>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dirty="0">
                <a:solidFill>
                  <a:schemeClr val="hlink"/>
                </a:solidFill>
                <a:cs typeface="Times New Roman" panose="02020603050405020304" pitchFamily="18" charset="0"/>
              </a:rPr>
              <a:t>NICHT</a:t>
            </a:r>
            <a:r>
              <a:rPr kumimoji="1" lang="de-AT" altLang="de-DE" sz="1800" dirty="0">
                <a:cs typeface="Times New Roman" panose="02020603050405020304" pitchFamily="18" charset="0"/>
              </a:rPr>
              <a:t>-Gatter  (</a:t>
            </a:r>
            <a:r>
              <a:rPr kumimoji="1" lang="de-AT" altLang="de-DE" sz="1800" dirty="0">
                <a:solidFill>
                  <a:schemeClr val="hlink"/>
                </a:solidFill>
                <a:cs typeface="Times New Roman" panose="02020603050405020304" pitchFamily="18" charset="0"/>
              </a:rPr>
              <a:t>Inverter</a:t>
            </a:r>
            <a:r>
              <a:rPr kumimoji="1" lang="de-AT" altLang="de-DE" sz="1800" dirty="0">
                <a:cs typeface="Times New Roman" panose="02020603050405020304" pitchFamily="18" charset="0"/>
              </a:rPr>
              <a:t>)</a:t>
            </a:r>
            <a:endParaRPr kumimoji="1" lang="de-AT" altLang="de-DE" sz="1800" dirty="0">
              <a:latin typeface="Arial" panose="020B0604020202020204" pitchFamily="34" charset="0"/>
            </a:endParaRPr>
          </a:p>
        </p:txBody>
      </p:sp>
      <p:sp>
        <p:nvSpPr>
          <p:cNvPr id="43" name="Textfeld 1">
            <a:extLst>
              <a:ext uri="{FF2B5EF4-FFF2-40B4-BE49-F238E27FC236}">
                <a16:creationId xmlns:a16="http://schemas.microsoft.com/office/drawing/2014/main" id="{55FC515F-8133-431C-BF58-73BC15B8A47F}"/>
              </a:ext>
            </a:extLst>
          </p:cNvPr>
          <p:cNvSpPr txBox="1">
            <a:spLocks noChangeArrowheads="1"/>
          </p:cNvSpPr>
          <p:nvPr/>
        </p:nvSpPr>
        <p:spPr bwMode="auto">
          <a:xfrm>
            <a:off x="2984004" y="5606951"/>
            <a:ext cx="26219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1400" dirty="0"/>
              <a:t>Hinweis: Das Zeichen ¬ kann  gebildet werden mit ALT + 170</a:t>
            </a:r>
          </a:p>
        </p:txBody>
      </p:sp>
    </p:spTree>
    <p:extLst>
      <p:ext uri="{BB962C8B-B14F-4D97-AF65-F5344CB8AC3E}">
        <p14:creationId xmlns:p14="http://schemas.microsoft.com/office/powerpoint/2010/main" val="70047154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De-</a:t>
            </a:r>
            <a:r>
              <a:rPr lang="de-DE" sz="4000" dirty="0" err="1"/>
              <a:t>Morgan‘sche</a:t>
            </a:r>
            <a:r>
              <a:rPr lang="de-DE" sz="4000" dirty="0"/>
              <a:t> Regeln</a:t>
            </a:r>
          </a:p>
        </p:txBody>
      </p:sp>
      <p:sp>
        <p:nvSpPr>
          <p:cNvPr id="3" name="Inhaltsplatzhalter 2">
            <a:extLst>
              <a:ext uri="{FF2B5EF4-FFF2-40B4-BE49-F238E27FC236}">
                <a16:creationId xmlns:a16="http://schemas.microsoft.com/office/drawing/2014/main" id="{A54AD3D6-8D7F-413C-AE4A-AB1F432CA758}"/>
              </a:ext>
            </a:extLst>
          </p:cNvPr>
          <p:cNvSpPr>
            <a:spLocks noGrp="1"/>
          </p:cNvSpPr>
          <p:nvPr>
            <p:ph idx="1"/>
          </p:nvPr>
        </p:nvSpPr>
        <p:spPr/>
        <p:txBody>
          <a:bodyPr/>
          <a:lstStyle/>
          <a:p>
            <a:r>
              <a:rPr lang="de-DE" dirty="0"/>
              <a:t>der Umgang mit dem „NICHT-Operator“ erfordert das Wissen über die De-</a:t>
            </a:r>
            <a:r>
              <a:rPr lang="de-DE" dirty="0" err="1"/>
              <a:t>Morgan‘schen</a:t>
            </a:r>
            <a:r>
              <a:rPr lang="de-DE" dirty="0"/>
              <a:t> Regeln</a:t>
            </a:r>
          </a:p>
          <a:p>
            <a:r>
              <a:rPr lang="de-DE" b="1" u="sng" dirty="0"/>
              <a:t>Aufgabe:</a:t>
            </a:r>
          </a:p>
          <a:p>
            <a:pPr lvl="1"/>
            <a:r>
              <a:rPr lang="de-DE" dirty="0"/>
              <a:t>Notieren Sie die Namensherkunft der Regeln</a:t>
            </a:r>
          </a:p>
          <a:p>
            <a:pPr lvl="1"/>
            <a:r>
              <a:rPr lang="de-DE" dirty="0"/>
              <a:t>Interpretieren Sie die De-</a:t>
            </a:r>
            <a:r>
              <a:rPr lang="de-DE" dirty="0" err="1"/>
              <a:t>Morgan‘schen</a:t>
            </a:r>
            <a:r>
              <a:rPr lang="de-DE" dirty="0"/>
              <a:t> Regeln mit Ihren eigenen Worten!</a:t>
            </a:r>
          </a:p>
          <a:p>
            <a:pPr lvl="1"/>
            <a:r>
              <a:rPr lang="de-DE" dirty="0"/>
              <a:t>Nennen Sie beide De-</a:t>
            </a:r>
            <a:r>
              <a:rPr lang="de-DE" dirty="0" err="1"/>
              <a:t>Morgan‘schen</a:t>
            </a:r>
            <a:r>
              <a:rPr lang="de-DE" dirty="0"/>
              <a:t> Regeln aussagenlogisch</a:t>
            </a:r>
          </a:p>
          <a:p>
            <a:pPr lvl="1"/>
            <a:endParaRPr lang="de-DE" dirty="0"/>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43" name="Grafik 42">
            <a:extLst>
              <a:ext uri="{FF2B5EF4-FFF2-40B4-BE49-F238E27FC236}">
                <a16:creationId xmlns:a16="http://schemas.microsoft.com/office/drawing/2014/main" id="{E7C8F848-BDD7-4CF7-993F-9D5B843EBF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13940" y="1646238"/>
            <a:ext cx="525054" cy="1235797"/>
          </a:xfrm>
          <a:prstGeom prst="rect">
            <a:avLst/>
          </a:prstGeom>
        </p:spPr>
      </p:pic>
    </p:spTree>
    <p:extLst>
      <p:ext uri="{BB962C8B-B14F-4D97-AF65-F5344CB8AC3E}">
        <p14:creationId xmlns:p14="http://schemas.microsoft.com/office/powerpoint/2010/main" val="8236409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a:xfrm>
            <a:off x="3009027" y="1715226"/>
            <a:ext cx="6173945" cy="1325563"/>
          </a:xfrm>
        </p:spPr>
        <p:txBody>
          <a:bodyPr>
            <a:normAutofit/>
          </a:bodyPr>
          <a:lstStyle/>
          <a:p>
            <a:r>
              <a:rPr lang="de-DE" sz="4000" dirty="0"/>
              <a:t>De-</a:t>
            </a:r>
            <a:r>
              <a:rPr lang="de-DE" sz="4000" dirty="0" err="1"/>
              <a:t>Morgan‘sche</a:t>
            </a:r>
            <a:r>
              <a:rPr lang="de-DE" sz="4000" dirty="0"/>
              <a:t> Regeln</a:t>
            </a:r>
            <a:br>
              <a:rPr lang="de-DE" sz="4000" dirty="0"/>
            </a:br>
            <a:r>
              <a:rPr lang="de-DE" sz="4000" dirty="0"/>
              <a:t>(Augustus De Morgan)</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7" name="AutoShape 42">
            <a:extLst>
              <a:ext uri="{FF2B5EF4-FFF2-40B4-BE49-F238E27FC236}">
                <a16:creationId xmlns:a16="http://schemas.microsoft.com/office/drawing/2014/main" id="{98754E60-4D2C-4208-871B-7D041C14FE22}"/>
              </a:ext>
            </a:extLst>
          </p:cNvPr>
          <p:cNvSpPr>
            <a:spLocks noChangeArrowheads="1"/>
          </p:cNvSpPr>
          <p:nvPr/>
        </p:nvSpPr>
        <p:spPr bwMode="auto">
          <a:xfrm>
            <a:off x="85452" y="3956303"/>
            <a:ext cx="5532923" cy="1944869"/>
          </a:xfrm>
          <a:prstGeom prst="wedgeRoundRectCallout">
            <a:avLst>
              <a:gd name="adj1" fmla="val -1139"/>
              <a:gd name="adj2" fmla="val -103204"/>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DE" altLang="de-DE" sz="1800" dirty="0">
                <a:solidFill>
                  <a:schemeClr val="hlink"/>
                </a:solidFill>
                <a:cs typeface="Times New Roman" panose="02020603050405020304" pitchFamily="18" charset="0"/>
              </a:rPr>
              <a:t>Wenn man eine Klammer mit UND negiert, verwandelt sich das UND in ein ODER, und alle Variablen werden negiert.</a:t>
            </a:r>
          </a:p>
          <a:p>
            <a:pPr algn="ctr">
              <a:spcBef>
                <a:spcPct val="0"/>
              </a:spcBef>
              <a:buClrTx/>
              <a:buSzTx/>
              <a:buFontTx/>
              <a:buNone/>
            </a:pPr>
            <a:r>
              <a:rPr kumimoji="1" lang="de-DE" altLang="de-DE" sz="1800" dirty="0">
                <a:solidFill>
                  <a:schemeClr val="hlink"/>
                </a:solidFill>
                <a:cs typeface="Times New Roman" panose="02020603050405020304" pitchFamily="18" charset="0"/>
              </a:rPr>
              <a:t>Wenn man eine Klammer mit ODER negiert, verwandelt sich das ODER in ein UND, und alle Variablen werden negiert.</a:t>
            </a:r>
            <a:endParaRPr kumimoji="1" lang="de-AT" altLang="de-DE" sz="1800" dirty="0">
              <a:latin typeface="Arial" panose="020B0604020202020204" pitchFamily="34" charset="0"/>
            </a:endParaRPr>
          </a:p>
        </p:txBody>
      </p:sp>
      <p:pic>
        <p:nvPicPr>
          <p:cNvPr id="5" name="Grafik 4">
            <a:extLst>
              <a:ext uri="{FF2B5EF4-FFF2-40B4-BE49-F238E27FC236}">
                <a16:creationId xmlns:a16="http://schemas.microsoft.com/office/drawing/2014/main" id="{6E06A3A3-96A8-4DAE-84D2-7D968BA65F64}"/>
              </a:ext>
            </a:extLst>
          </p:cNvPr>
          <p:cNvPicPr>
            <a:picLocks noChangeAspect="1"/>
          </p:cNvPicPr>
          <p:nvPr/>
        </p:nvPicPr>
        <p:blipFill>
          <a:blip r:embed="rId2"/>
          <a:stretch>
            <a:fillRect/>
          </a:stretch>
        </p:blipFill>
        <p:spPr>
          <a:xfrm>
            <a:off x="770340" y="196734"/>
            <a:ext cx="2238687" cy="2791215"/>
          </a:xfrm>
          <a:prstGeom prst="rect">
            <a:avLst/>
          </a:prstGeom>
        </p:spPr>
      </p:pic>
      <p:sp>
        <p:nvSpPr>
          <p:cNvPr id="10" name="AutoShape 42">
            <a:extLst>
              <a:ext uri="{FF2B5EF4-FFF2-40B4-BE49-F238E27FC236}">
                <a16:creationId xmlns:a16="http://schemas.microsoft.com/office/drawing/2014/main" id="{4489FCDE-6914-4FB9-B636-92581399FF97}"/>
              </a:ext>
            </a:extLst>
          </p:cNvPr>
          <p:cNvSpPr>
            <a:spLocks noChangeArrowheads="1"/>
          </p:cNvSpPr>
          <p:nvPr/>
        </p:nvSpPr>
        <p:spPr bwMode="auto">
          <a:xfrm>
            <a:off x="5775487" y="3972202"/>
            <a:ext cx="5532923" cy="1944869"/>
          </a:xfrm>
          <a:prstGeom prst="wedgeRoundRectCallout">
            <a:avLst>
              <a:gd name="adj1" fmla="val -57704"/>
              <a:gd name="adj2" fmla="val -99326"/>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DE" altLang="de-DE" sz="1800" u="sng" dirty="0">
                <a:cs typeface="Times New Roman" panose="02020603050405020304" pitchFamily="18" charset="0"/>
              </a:rPr>
              <a:t>De-Morgan 1</a:t>
            </a:r>
          </a:p>
          <a:p>
            <a:pPr algn="ctr">
              <a:spcBef>
                <a:spcPct val="0"/>
              </a:spcBef>
              <a:buClrTx/>
              <a:buSzTx/>
              <a:buFontTx/>
              <a:buNone/>
            </a:pPr>
            <a:r>
              <a:rPr kumimoji="1" lang="de-DE" altLang="de-DE" sz="1800" dirty="0">
                <a:solidFill>
                  <a:schemeClr val="hlink"/>
                </a:solidFill>
                <a:cs typeface="Times New Roman" panose="02020603050405020304" pitchFamily="18" charset="0"/>
              </a:rPr>
              <a:t>¬(A∧B)=¬A ∨¬B</a:t>
            </a:r>
          </a:p>
          <a:p>
            <a:pPr algn="ctr">
              <a:spcBef>
                <a:spcPct val="0"/>
              </a:spcBef>
              <a:buClrTx/>
              <a:buSzTx/>
              <a:buFontTx/>
              <a:buNone/>
            </a:pPr>
            <a:r>
              <a:rPr kumimoji="1" lang="de-DE" altLang="de-DE" sz="1200" u="sng" dirty="0">
                <a:latin typeface="Arial" panose="020B0604020202020204" pitchFamily="34" charset="0"/>
                <a:cs typeface="Arial" panose="020B0604020202020204" pitchFamily="34" charset="0"/>
              </a:rPr>
              <a:t>Negation eines UND wird zu einem ODER der negierten Terme.</a:t>
            </a:r>
          </a:p>
          <a:p>
            <a:pPr algn="ctr">
              <a:spcBef>
                <a:spcPct val="0"/>
              </a:spcBef>
              <a:buClrTx/>
              <a:buSzTx/>
              <a:buFontTx/>
              <a:buNone/>
            </a:pPr>
            <a:endParaRPr kumimoji="1" lang="de-DE" altLang="de-DE" sz="1800" u="sng" dirty="0">
              <a:cs typeface="Times New Roman" panose="02020603050405020304" pitchFamily="18" charset="0"/>
            </a:endParaRPr>
          </a:p>
          <a:p>
            <a:pPr algn="ctr">
              <a:spcBef>
                <a:spcPct val="0"/>
              </a:spcBef>
              <a:buClrTx/>
              <a:buSzTx/>
              <a:buFontTx/>
              <a:buNone/>
            </a:pPr>
            <a:r>
              <a:rPr kumimoji="1" lang="de-DE" altLang="de-DE" sz="1800" u="sng" dirty="0">
                <a:cs typeface="Times New Roman" panose="02020603050405020304" pitchFamily="18" charset="0"/>
              </a:rPr>
              <a:t>De-Morgan 2</a:t>
            </a:r>
          </a:p>
          <a:p>
            <a:pPr algn="ctr">
              <a:spcBef>
                <a:spcPct val="0"/>
              </a:spcBef>
              <a:buClrTx/>
              <a:buSzTx/>
              <a:buFontTx/>
              <a:buNone/>
            </a:pPr>
            <a:r>
              <a:rPr kumimoji="1" lang="de-DE" altLang="de-DE" sz="1800" dirty="0">
                <a:solidFill>
                  <a:schemeClr val="hlink"/>
                </a:solidFill>
                <a:cs typeface="Times New Roman" panose="02020603050405020304" pitchFamily="18" charset="0"/>
              </a:rPr>
              <a:t>¬(A∨B)=¬A ∧¬B</a:t>
            </a:r>
          </a:p>
          <a:p>
            <a:pPr algn="ctr">
              <a:spcBef>
                <a:spcPct val="0"/>
              </a:spcBef>
              <a:buClrTx/>
              <a:buSzTx/>
              <a:buFontTx/>
              <a:buNone/>
            </a:pPr>
            <a:r>
              <a:rPr kumimoji="1" lang="de-DE" altLang="de-DE" sz="1200" u="sng" dirty="0">
                <a:latin typeface="Arial" panose="020B0604020202020204" pitchFamily="34" charset="0"/>
              </a:rPr>
              <a:t>Negation eines ODER wird zu einem UND der negierten Terme</a:t>
            </a:r>
            <a:r>
              <a:rPr kumimoji="1" lang="de-DE" altLang="de-DE" sz="1800" dirty="0">
                <a:latin typeface="Arial" panose="020B0604020202020204" pitchFamily="34" charset="0"/>
              </a:rPr>
              <a:t>.</a:t>
            </a:r>
            <a:endParaRPr kumimoji="1" lang="de-AT" altLang="de-DE" sz="1800" dirty="0">
              <a:latin typeface="Arial" panose="020B0604020202020204" pitchFamily="34" charset="0"/>
            </a:endParaRPr>
          </a:p>
        </p:txBody>
      </p:sp>
      <p:sp>
        <p:nvSpPr>
          <p:cNvPr id="15" name="Textfeld 14">
            <a:extLst>
              <a:ext uri="{FF2B5EF4-FFF2-40B4-BE49-F238E27FC236}">
                <a16:creationId xmlns:a16="http://schemas.microsoft.com/office/drawing/2014/main" id="{EB2CF905-3F96-4FF8-9C57-E5890193CD65}"/>
              </a:ext>
            </a:extLst>
          </p:cNvPr>
          <p:cNvSpPr txBox="1"/>
          <p:nvPr/>
        </p:nvSpPr>
        <p:spPr>
          <a:xfrm>
            <a:off x="8305305" y="6459956"/>
            <a:ext cx="2653290" cy="338554"/>
          </a:xfrm>
          <a:prstGeom prst="rect">
            <a:avLst/>
          </a:prstGeom>
          <a:noFill/>
        </p:spPr>
        <p:txBody>
          <a:bodyPr wrap="none" rtlCol="0">
            <a:spAutoFit/>
          </a:bodyPr>
          <a:lstStyle/>
          <a:p>
            <a:pPr>
              <a:defRPr/>
            </a:pPr>
            <a:r>
              <a:rPr lang="de-DE" sz="800" dirty="0">
                <a:solidFill>
                  <a:prstClr val="black"/>
                </a:solidFill>
              </a:rPr>
              <a:t>Quelle: https://de.wikipedia.org/wiki/De-Morgan-Medaille</a:t>
            </a:r>
            <a:br>
              <a:rPr lang="de-DE" sz="800" dirty="0">
                <a:solidFill>
                  <a:prstClr val="black"/>
                </a:solidFill>
              </a:rPr>
            </a:br>
            <a:r>
              <a:rPr lang="de-DE" sz="800" dirty="0">
                <a:solidFill>
                  <a:prstClr val="black"/>
                </a:solidFill>
              </a:rPr>
              <a:t>Zugriff am 29.11.2021</a:t>
            </a:r>
          </a:p>
        </p:txBody>
      </p:sp>
      <p:pic>
        <p:nvPicPr>
          <p:cNvPr id="16" name="Grafik 15">
            <a:extLst>
              <a:ext uri="{FF2B5EF4-FFF2-40B4-BE49-F238E27FC236}">
                <a16:creationId xmlns:a16="http://schemas.microsoft.com/office/drawing/2014/main" id="{21B3C66D-E19B-4B6B-91DD-1A09FEB759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89386" y="253863"/>
            <a:ext cx="525054" cy="1235797"/>
          </a:xfrm>
          <a:prstGeom prst="rect">
            <a:avLst/>
          </a:prstGeom>
        </p:spPr>
      </p:pic>
    </p:spTree>
    <p:extLst>
      <p:ext uri="{BB962C8B-B14F-4D97-AF65-F5344CB8AC3E}">
        <p14:creationId xmlns:p14="http://schemas.microsoft.com/office/powerpoint/2010/main" val="113520731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De-</a:t>
            </a:r>
            <a:r>
              <a:rPr lang="de-DE" sz="4000" dirty="0" err="1"/>
              <a:t>Morgan‘sche</a:t>
            </a:r>
            <a:r>
              <a:rPr lang="de-DE" sz="4000" dirty="0"/>
              <a:t> Regeln</a:t>
            </a:r>
          </a:p>
        </p:txBody>
      </p:sp>
      <p:sp>
        <p:nvSpPr>
          <p:cNvPr id="3" name="Inhaltsplatzhalter 2">
            <a:extLst>
              <a:ext uri="{FF2B5EF4-FFF2-40B4-BE49-F238E27FC236}">
                <a16:creationId xmlns:a16="http://schemas.microsoft.com/office/drawing/2014/main" id="{A54AD3D6-8D7F-413C-AE4A-AB1F432CA758}"/>
              </a:ext>
            </a:extLst>
          </p:cNvPr>
          <p:cNvSpPr>
            <a:spLocks noGrp="1"/>
          </p:cNvSpPr>
          <p:nvPr>
            <p:ph idx="1"/>
          </p:nvPr>
        </p:nvSpPr>
        <p:spPr/>
        <p:txBody>
          <a:bodyPr/>
          <a:lstStyle/>
          <a:p>
            <a:r>
              <a:rPr lang="de-DE" b="1" u="sng" dirty="0"/>
              <a:t>Aufgabe:</a:t>
            </a:r>
          </a:p>
          <a:p>
            <a:pPr lvl="1"/>
            <a:r>
              <a:rPr lang="de-DE" dirty="0"/>
              <a:t>berechnen Sie die folgende Wahrheitswerttabelle für die Funktion f=¬((A∧¬(B∨A))∨(¬A∧B))</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graphicFrame>
        <p:nvGraphicFramePr>
          <p:cNvPr id="7" name="Tabelle 6">
            <a:extLst>
              <a:ext uri="{FF2B5EF4-FFF2-40B4-BE49-F238E27FC236}">
                <a16:creationId xmlns:a16="http://schemas.microsoft.com/office/drawing/2014/main" id="{648CC37F-0F00-45FE-AA00-95197E185541}"/>
              </a:ext>
            </a:extLst>
          </p:cNvPr>
          <p:cNvGraphicFramePr>
            <a:graphicFrameLocks noGrp="1"/>
          </p:cNvGraphicFramePr>
          <p:nvPr>
            <p:extLst>
              <p:ext uri="{D42A27DB-BD31-4B8C-83A1-F6EECF244321}">
                <p14:modId xmlns:p14="http://schemas.microsoft.com/office/powerpoint/2010/main" val="3102255825"/>
              </p:ext>
            </p:extLst>
          </p:nvPr>
        </p:nvGraphicFramePr>
        <p:xfrm>
          <a:off x="293808" y="3260111"/>
          <a:ext cx="11574540" cy="2820034"/>
        </p:xfrm>
        <a:graphic>
          <a:graphicData uri="http://schemas.openxmlformats.org/drawingml/2006/table">
            <a:tbl>
              <a:tblPr firstRow="1" bandRow="1">
                <a:tableStyleId>{5940675A-B579-460E-94D1-54222C63F5DA}</a:tableStyleId>
              </a:tblPr>
              <a:tblGrid>
                <a:gridCol w="1286060">
                  <a:extLst>
                    <a:ext uri="{9D8B030D-6E8A-4147-A177-3AD203B41FA5}">
                      <a16:colId xmlns:a16="http://schemas.microsoft.com/office/drawing/2014/main" val="20000"/>
                    </a:ext>
                  </a:extLst>
                </a:gridCol>
                <a:gridCol w="1286060">
                  <a:extLst>
                    <a:ext uri="{9D8B030D-6E8A-4147-A177-3AD203B41FA5}">
                      <a16:colId xmlns:a16="http://schemas.microsoft.com/office/drawing/2014/main" val="20001"/>
                    </a:ext>
                  </a:extLst>
                </a:gridCol>
                <a:gridCol w="1286060">
                  <a:extLst>
                    <a:ext uri="{9D8B030D-6E8A-4147-A177-3AD203B41FA5}">
                      <a16:colId xmlns:a16="http://schemas.microsoft.com/office/drawing/2014/main" val="20002"/>
                    </a:ext>
                  </a:extLst>
                </a:gridCol>
                <a:gridCol w="1286060">
                  <a:extLst>
                    <a:ext uri="{9D8B030D-6E8A-4147-A177-3AD203B41FA5}">
                      <a16:colId xmlns:a16="http://schemas.microsoft.com/office/drawing/2014/main" val="20003"/>
                    </a:ext>
                  </a:extLst>
                </a:gridCol>
                <a:gridCol w="1286060">
                  <a:extLst>
                    <a:ext uri="{9D8B030D-6E8A-4147-A177-3AD203B41FA5}">
                      <a16:colId xmlns:a16="http://schemas.microsoft.com/office/drawing/2014/main" val="1251009032"/>
                    </a:ext>
                  </a:extLst>
                </a:gridCol>
                <a:gridCol w="1286060">
                  <a:extLst>
                    <a:ext uri="{9D8B030D-6E8A-4147-A177-3AD203B41FA5}">
                      <a16:colId xmlns:a16="http://schemas.microsoft.com/office/drawing/2014/main" val="1452728160"/>
                    </a:ext>
                  </a:extLst>
                </a:gridCol>
                <a:gridCol w="1286060">
                  <a:extLst>
                    <a:ext uri="{9D8B030D-6E8A-4147-A177-3AD203B41FA5}">
                      <a16:colId xmlns:a16="http://schemas.microsoft.com/office/drawing/2014/main" val="3532945287"/>
                    </a:ext>
                  </a:extLst>
                </a:gridCol>
                <a:gridCol w="1286060">
                  <a:extLst>
                    <a:ext uri="{9D8B030D-6E8A-4147-A177-3AD203B41FA5}">
                      <a16:colId xmlns:a16="http://schemas.microsoft.com/office/drawing/2014/main" val="272950527"/>
                    </a:ext>
                  </a:extLst>
                </a:gridCol>
                <a:gridCol w="1286060">
                  <a:extLst>
                    <a:ext uri="{9D8B030D-6E8A-4147-A177-3AD203B41FA5}">
                      <a16:colId xmlns:a16="http://schemas.microsoft.com/office/drawing/2014/main" val="1949865486"/>
                    </a:ext>
                  </a:extLst>
                </a:gridCol>
              </a:tblGrid>
              <a:tr h="476404">
                <a:tc>
                  <a:txBody>
                    <a:bodyPr/>
                    <a:lstStyle/>
                    <a:p>
                      <a:r>
                        <a:rPr lang="de-DE" sz="1800" dirty="0"/>
                        <a:t>A</a:t>
                      </a:r>
                    </a:p>
                  </a:txBody>
                  <a:tcPr marL="91439" marR="91439" marT="45729" marB="45729" anchor="ctr" anchorCtr="1"/>
                </a:tc>
                <a:tc>
                  <a:txBody>
                    <a:bodyPr/>
                    <a:lstStyle/>
                    <a:p>
                      <a:r>
                        <a:rPr lang="de-DE" sz="1800" dirty="0"/>
                        <a:t>B</a:t>
                      </a:r>
                    </a:p>
                  </a:txBody>
                  <a:tcPr marL="91439" marR="91439" marT="45729" marB="45729" anchor="ctr" anchorCtr="1"/>
                </a:tc>
                <a:tc>
                  <a:txBody>
                    <a:bodyPr/>
                    <a:lstStyle/>
                    <a:p>
                      <a:r>
                        <a:rPr lang="de-DE" sz="1800" dirty="0"/>
                        <a:t>B ∨ A</a:t>
                      </a:r>
                    </a:p>
                  </a:txBody>
                  <a:tcPr marL="91439" marR="91439" marT="45729" marB="45729" anchor="ctr" anchorCtr="1"/>
                </a:tc>
                <a:tc>
                  <a:txBody>
                    <a:bodyPr/>
                    <a:lstStyle/>
                    <a:p>
                      <a:r>
                        <a:rPr lang="de-DE" sz="1800" dirty="0"/>
                        <a:t>¬(B ∨ A)</a:t>
                      </a:r>
                    </a:p>
                  </a:txBody>
                  <a:tcPr marL="91439" marR="91439" marT="45729" marB="45729" anchor="ctr" anchorCtr="1"/>
                </a:tc>
                <a:tc>
                  <a:txBody>
                    <a:bodyPr/>
                    <a:lstStyle/>
                    <a:p>
                      <a:r>
                        <a:rPr lang="de-DE" sz="1800" dirty="0"/>
                        <a:t>A ∧ ¬(B ∨ A)</a:t>
                      </a:r>
                    </a:p>
                  </a:txBody>
                  <a:tcPr marL="91439" marR="91439" marT="45729" marB="45729" anchor="ctr" anchorCtr="1"/>
                </a:tc>
                <a:tc>
                  <a:txBody>
                    <a:bodyPr/>
                    <a:lstStyle/>
                    <a:p>
                      <a:r>
                        <a:rPr lang="de-DE" sz="1800" dirty="0"/>
                        <a:t>¬A</a:t>
                      </a:r>
                    </a:p>
                  </a:txBody>
                  <a:tcPr marL="91439" marR="91439" marT="45729" marB="45729" anchor="ctr" anchorCtr="1"/>
                </a:tc>
                <a:tc>
                  <a:txBody>
                    <a:bodyPr/>
                    <a:lstStyle/>
                    <a:p>
                      <a:r>
                        <a:rPr lang="de-DE" sz="1800" dirty="0"/>
                        <a:t>¬A ∧ B</a:t>
                      </a:r>
                    </a:p>
                  </a:txBody>
                  <a:tcPr marL="91439" marR="91439" marT="45729" marB="45729" anchor="ctr" anchorCtr="1"/>
                </a:tc>
                <a:tc>
                  <a:txBody>
                    <a:bodyPr/>
                    <a:lstStyle/>
                    <a:p>
                      <a:r>
                        <a:rPr lang="pt-BR" sz="1800" dirty="0"/>
                        <a:t>(A ∧ ¬(B ∨ A)) ∨ (¬A ∧ B</a:t>
                      </a:r>
                      <a:endParaRPr lang="de-DE" sz="1800" dirty="0"/>
                    </a:p>
                  </a:txBody>
                  <a:tcPr marL="91439" marR="91439" marT="45729" marB="45729" anchor="ctr" anchorCtr="1"/>
                </a:tc>
                <a:tc>
                  <a:txBody>
                    <a:bodyPr/>
                    <a:lstStyle/>
                    <a:p>
                      <a:r>
                        <a:rPr lang="de-DE" sz="1800" dirty="0"/>
                        <a:t>f=¬((A∧¬(B∨A))∨(¬A∧B))</a:t>
                      </a:r>
                    </a:p>
                  </a:txBody>
                  <a:tcPr marL="91439" marR="91439" marT="45729" marB="45729" anchor="ctr" anchorCtr="1"/>
                </a:tc>
                <a:extLst>
                  <a:ext uri="{0D108BD9-81ED-4DB2-BD59-A6C34878D82A}">
                    <a16:rowId xmlns:a16="http://schemas.microsoft.com/office/drawing/2014/main" val="10000"/>
                  </a:ext>
                </a:extLst>
              </a:tr>
              <a:tr h="476404">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1"/>
                  </a:ext>
                </a:extLst>
              </a:tr>
              <a:tr h="476404">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extLst>
                  <a:ext uri="{0D108BD9-81ED-4DB2-BD59-A6C34878D82A}">
                    <a16:rowId xmlns:a16="http://schemas.microsoft.com/office/drawing/2014/main" val="10002"/>
                  </a:ext>
                </a:extLst>
              </a:tr>
              <a:tr h="476404">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3"/>
                  </a:ext>
                </a:extLst>
              </a:tr>
              <a:tr h="476404">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1</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0</a:t>
                      </a:r>
                    </a:p>
                  </a:txBody>
                  <a:tcPr marL="91439" marR="91439" marT="45729" marB="45729" anchor="ctr" anchorCtr="1"/>
                </a:tc>
                <a:tc>
                  <a:txBody>
                    <a:bodyPr/>
                    <a:lstStyle/>
                    <a:p>
                      <a:r>
                        <a:rPr lang="de-DE" sz="1800" dirty="0"/>
                        <a:t>1</a:t>
                      </a:r>
                    </a:p>
                  </a:txBody>
                  <a:tcPr marL="91439" marR="91439" marT="45729" marB="45729" anchor="ctr" anchorCtr="1"/>
                </a:tc>
                <a:extLst>
                  <a:ext uri="{0D108BD9-81ED-4DB2-BD59-A6C34878D82A}">
                    <a16:rowId xmlns:a16="http://schemas.microsoft.com/office/drawing/2014/main" val="10004"/>
                  </a:ext>
                </a:extLst>
              </a:tr>
            </a:tbl>
          </a:graphicData>
        </a:graphic>
      </p:graphicFrame>
      <p:pic>
        <p:nvPicPr>
          <p:cNvPr id="8" name="Grafik 7">
            <a:extLst>
              <a:ext uri="{FF2B5EF4-FFF2-40B4-BE49-F238E27FC236}">
                <a16:creationId xmlns:a16="http://schemas.microsoft.com/office/drawing/2014/main" id="{70132B3D-3770-48A9-95FA-804C958F02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34003" y="1613874"/>
            <a:ext cx="1076780" cy="1443263"/>
          </a:xfrm>
          <a:prstGeom prst="rect">
            <a:avLst/>
          </a:prstGeom>
        </p:spPr>
      </p:pic>
      <p:sp>
        <p:nvSpPr>
          <p:cNvPr id="5" name="Rechteck 4">
            <a:extLst>
              <a:ext uri="{FF2B5EF4-FFF2-40B4-BE49-F238E27FC236}">
                <a16:creationId xmlns:a16="http://schemas.microsoft.com/office/drawing/2014/main" id="{C2D2F9C5-63FB-41E6-87A3-434B952679D4}"/>
              </a:ext>
            </a:extLst>
          </p:cNvPr>
          <p:cNvSpPr/>
          <p:nvPr/>
        </p:nvSpPr>
        <p:spPr>
          <a:xfrm>
            <a:off x="2875722" y="4161183"/>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55532363-67F6-4E26-9E58-470FAA230497}"/>
              </a:ext>
            </a:extLst>
          </p:cNvPr>
          <p:cNvSpPr/>
          <p:nvPr/>
        </p:nvSpPr>
        <p:spPr>
          <a:xfrm>
            <a:off x="4159711" y="4158580"/>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F8396214-D323-4C88-A4D0-EB9A86CDEC17}"/>
              </a:ext>
            </a:extLst>
          </p:cNvPr>
          <p:cNvSpPr/>
          <p:nvPr/>
        </p:nvSpPr>
        <p:spPr>
          <a:xfrm>
            <a:off x="5445171" y="4158579"/>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8A358503-1028-463A-A248-5DF17FD38ADD}"/>
              </a:ext>
            </a:extLst>
          </p:cNvPr>
          <p:cNvSpPr/>
          <p:nvPr/>
        </p:nvSpPr>
        <p:spPr>
          <a:xfrm>
            <a:off x="6716592" y="4158578"/>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20F2FDA2-C239-4614-9D43-29CA0F264FE3}"/>
              </a:ext>
            </a:extLst>
          </p:cNvPr>
          <p:cNvSpPr/>
          <p:nvPr/>
        </p:nvSpPr>
        <p:spPr>
          <a:xfrm>
            <a:off x="8025614" y="4158577"/>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2A7C6552-418C-4594-9FE1-7B84FDD59BAB}"/>
              </a:ext>
            </a:extLst>
          </p:cNvPr>
          <p:cNvSpPr/>
          <p:nvPr/>
        </p:nvSpPr>
        <p:spPr>
          <a:xfrm>
            <a:off x="9297035" y="4158576"/>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401CCD4C-7FA7-44CA-A3C4-F0C000AC6858}"/>
              </a:ext>
            </a:extLst>
          </p:cNvPr>
          <p:cNvSpPr/>
          <p:nvPr/>
        </p:nvSpPr>
        <p:spPr>
          <a:xfrm>
            <a:off x="10582495" y="4158575"/>
            <a:ext cx="1258956" cy="1921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39087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9"/>
                                        </p:tgtEl>
                                        <p:attrNameLst>
                                          <p:attrName>ppt_x</p:attrName>
                                        </p:attrNameLst>
                                      </p:cBhvr>
                                      <p:tavLst>
                                        <p:tav tm="0">
                                          <p:val>
                                            <p:strVal val="ppt_x"/>
                                          </p:val>
                                        </p:tav>
                                        <p:tav tm="100000">
                                          <p:val>
                                            <p:strVal val="ppt_x"/>
                                          </p:val>
                                        </p:tav>
                                      </p:tavLst>
                                    </p:anim>
                                    <p:anim calcmode="lin" valueType="num">
                                      <p:cBhvr additive="base">
                                        <p:cTn id="13" dur="500"/>
                                        <p:tgtEl>
                                          <p:spTgt spid="9"/>
                                        </p:tgtEl>
                                        <p:attrNameLst>
                                          <p:attrName>ppt_y</p:attrName>
                                        </p:attrNameLst>
                                      </p:cBhvr>
                                      <p:tavLst>
                                        <p:tav tm="0">
                                          <p:val>
                                            <p:strVal val="ppt_y"/>
                                          </p:val>
                                        </p:tav>
                                        <p:tav tm="100000">
                                          <p:val>
                                            <p:strVal val="1+ppt_h/2"/>
                                          </p:val>
                                        </p:tav>
                                      </p:tavLst>
                                    </p:anim>
                                    <p:set>
                                      <p:cBhvr>
                                        <p:cTn id="14" dur="1" fill="hold">
                                          <p:stCondLst>
                                            <p:cond delay="499"/>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10"/>
                                        </p:tgtEl>
                                        <p:attrNameLst>
                                          <p:attrName>ppt_x</p:attrName>
                                        </p:attrNameLst>
                                      </p:cBhvr>
                                      <p:tavLst>
                                        <p:tav tm="0">
                                          <p:val>
                                            <p:strVal val="ppt_x"/>
                                          </p:val>
                                        </p:tav>
                                        <p:tav tm="100000">
                                          <p:val>
                                            <p:strVal val="ppt_x"/>
                                          </p:val>
                                        </p:tav>
                                      </p:tavLst>
                                    </p:anim>
                                    <p:anim calcmode="lin" valueType="num">
                                      <p:cBhvr additive="base">
                                        <p:cTn id="19" dur="500"/>
                                        <p:tgtEl>
                                          <p:spTgt spid="10"/>
                                        </p:tgtEl>
                                        <p:attrNameLst>
                                          <p:attrName>ppt_y</p:attrName>
                                        </p:attrNameLst>
                                      </p:cBhvr>
                                      <p:tavLst>
                                        <p:tav tm="0">
                                          <p:val>
                                            <p:strVal val="ppt_y"/>
                                          </p:val>
                                        </p:tav>
                                        <p:tav tm="100000">
                                          <p:val>
                                            <p:strVal val="1+ppt_h/2"/>
                                          </p:val>
                                        </p:tav>
                                      </p:tavLst>
                                    </p:anim>
                                    <p:set>
                                      <p:cBhvr>
                                        <p:cTn id="20" dur="1" fill="hold">
                                          <p:stCondLst>
                                            <p:cond delay="499"/>
                                          </p:stCondLst>
                                        </p:cTn>
                                        <p:tgtEl>
                                          <p:spTgt spid="1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additive="base">
                                        <p:cTn id="24" dur="500"/>
                                        <p:tgtEl>
                                          <p:spTgt spid="11"/>
                                        </p:tgtEl>
                                        <p:attrNameLst>
                                          <p:attrName>ppt_x</p:attrName>
                                        </p:attrNameLst>
                                      </p:cBhvr>
                                      <p:tavLst>
                                        <p:tav tm="0">
                                          <p:val>
                                            <p:strVal val="ppt_x"/>
                                          </p:val>
                                        </p:tav>
                                        <p:tav tm="100000">
                                          <p:val>
                                            <p:strVal val="ppt_x"/>
                                          </p:val>
                                        </p:tav>
                                      </p:tavLst>
                                    </p:anim>
                                    <p:anim calcmode="lin" valueType="num">
                                      <p:cBhvr additive="base">
                                        <p:cTn id="25" dur="500"/>
                                        <p:tgtEl>
                                          <p:spTgt spid="11"/>
                                        </p:tgtEl>
                                        <p:attrNameLst>
                                          <p:attrName>ppt_y</p:attrName>
                                        </p:attrNameLst>
                                      </p:cBhvr>
                                      <p:tavLst>
                                        <p:tav tm="0">
                                          <p:val>
                                            <p:strVal val="ppt_y"/>
                                          </p:val>
                                        </p:tav>
                                        <p:tav tm="100000">
                                          <p:val>
                                            <p:strVal val="1+ppt_h/2"/>
                                          </p:val>
                                        </p:tav>
                                      </p:tavLst>
                                    </p:anim>
                                    <p:set>
                                      <p:cBhvr>
                                        <p:cTn id="26" dur="1" fill="hold">
                                          <p:stCondLst>
                                            <p:cond delay="499"/>
                                          </p:stCondLst>
                                        </p:cTn>
                                        <p:tgtEl>
                                          <p:spTgt spid="1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12"/>
                                        </p:tgtEl>
                                        <p:attrNameLst>
                                          <p:attrName>ppt_x</p:attrName>
                                        </p:attrNameLst>
                                      </p:cBhvr>
                                      <p:tavLst>
                                        <p:tav tm="0">
                                          <p:val>
                                            <p:strVal val="ppt_x"/>
                                          </p:val>
                                        </p:tav>
                                        <p:tav tm="100000">
                                          <p:val>
                                            <p:strVal val="ppt_x"/>
                                          </p:val>
                                        </p:tav>
                                      </p:tavLst>
                                    </p:anim>
                                    <p:anim calcmode="lin" valueType="num">
                                      <p:cBhvr additive="base">
                                        <p:cTn id="31" dur="500"/>
                                        <p:tgtEl>
                                          <p:spTgt spid="12"/>
                                        </p:tgtEl>
                                        <p:attrNameLst>
                                          <p:attrName>ppt_y</p:attrName>
                                        </p:attrNameLst>
                                      </p:cBhvr>
                                      <p:tavLst>
                                        <p:tav tm="0">
                                          <p:val>
                                            <p:strVal val="ppt_y"/>
                                          </p:val>
                                        </p:tav>
                                        <p:tav tm="100000">
                                          <p:val>
                                            <p:strVal val="1+ppt_h/2"/>
                                          </p:val>
                                        </p:tav>
                                      </p:tavLst>
                                    </p:anim>
                                    <p:set>
                                      <p:cBhvr>
                                        <p:cTn id="32" dur="1" fill="hold">
                                          <p:stCondLst>
                                            <p:cond delay="499"/>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0" nodeType="clickEffect">
                                  <p:stCondLst>
                                    <p:cond delay="0"/>
                                  </p:stCondLst>
                                  <p:childTnLst>
                                    <p:anim calcmode="lin" valueType="num">
                                      <p:cBhvr additive="base">
                                        <p:cTn id="36" dur="500"/>
                                        <p:tgtEl>
                                          <p:spTgt spid="13"/>
                                        </p:tgtEl>
                                        <p:attrNameLst>
                                          <p:attrName>ppt_x</p:attrName>
                                        </p:attrNameLst>
                                      </p:cBhvr>
                                      <p:tavLst>
                                        <p:tav tm="0">
                                          <p:val>
                                            <p:strVal val="ppt_x"/>
                                          </p:val>
                                        </p:tav>
                                        <p:tav tm="100000">
                                          <p:val>
                                            <p:strVal val="ppt_x"/>
                                          </p:val>
                                        </p:tav>
                                      </p:tavLst>
                                    </p:anim>
                                    <p:anim calcmode="lin" valueType="num">
                                      <p:cBhvr additive="base">
                                        <p:cTn id="37" dur="500"/>
                                        <p:tgtEl>
                                          <p:spTgt spid="13"/>
                                        </p:tgtEl>
                                        <p:attrNameLst>
                                          <p:attrName>ppt_y</p:attrName>
                                        </p:attrNameLst>
                                      </p:cBhvr>
                                      <p:tavLst>
                                        <p:tav tm="0">
                                          <p:val>
                                            <p:strVal val="ppt_y"/>
                                          </p:val>
                                        </p:tav>
                                        <p:tav tm="100000">
                                          <p:val>
                                            <p:strVal val="1+ppt_h/2"/>
                                          </p:val>
                                        </p:tav>
                                      </p:tavLst>
                                    </p:anim>
                                    <p:set>
                                      <p:cBhvr>
                                        <p:cTn id="38" dur="1" fill="hold">
                                          <p:stCondLst>
                                            <p:cond delay="499"/>
                                          </p:stCondLst>
                                        </p:cTn>
                                        <p:tgtEl>
                                          <p:spTgt spid="13"/>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0" nodeType="clickEffect">
                                  <p:stCondLst>
                                    <p:cond delay="0"/>
                                  </p:stCondLst>
                                  <p:childTnLst>
                                    <p:anim calcmode="lin" valueType="num">
                                      <p:cBhvr additive="base">
                                        <p:cTn id="42" dur="500"/>
                                        <p:tgtEl>
                                          <p:spTgt spid="14"/>
                                        </p:tgtEl>
                                        <p:attrNameLst>
                                          <p:attrName>ppt_x</p:attrName>
                                        </p:attrNameLst>
                                      </p:cBhvr>
                                      <p:tavLst>
                                        <p:tav tm="0">
                                          <p:val>
                                            <p:strVal val="ppt_x"/>
                                          </p:val>
                                        </p:tav>
                                        <p:tav tm="100000">
                                          <p:val>
                                            <p:strVal val="ppt_x"/>
                                          </p:val>
                                        </p:tav>
                                      </p:tavLst>
                                    </p:anim>
                                    <p:anim calcmode="lin" valueType="num">
                                      <p:cBhvr additive="base">
                                        <p:cTn id="43" dur="500"/>
                                        <p:tgtEl>
                                          <p:spTgt spid="14"/>
                                        </p:tgtEl>
                                        <p:attrNameLst>
                                          <p:attrName>ppt_y</p:attrName>
                                        </p:attrNameLst>
                                      </p:cBhvr>
                                      <p:tavLst>
                                        <p:tav tm="0">
                                          <p:val>
                                            <p:strVal val="ppt_y"/>
                                          </p:val>
                                        </p:tav>
                                        <p:tav tm="100000">
                                          <p:val>
                                            <p:strVal val="1+ppt_h/2"/>
                                          </p:val>
                                        </p:tav>
                                      </p:tavLst>
                                    </p:anim>
                                    <p:set>
                                      <p:cBhvr>
                                        <p:cTn id="44"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Übersicht: Grundoperationen</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0" y="6586569"/>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43" name="Grafik 42">
            <a:extLst>
              <a:ext uri="{FF2B5EF4-FFF2-40B4-BE49-F238E27FC236}">
                <a16:creationId xmlns:a16="http://schemas.microsoft.com/office/drawing/2014/main" id="{E7C8F848-BDD7-4CF7-993F-9D5B843EBF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89214" y="320675"/>
            <a:ext cx="525054" cy="1235797"/>
          </a:xfrm>
          <a:prstGeom prst="rect">
            <a:avLst/>
          </a:prstGeom>
        </p:spPr>
      </p:pic>
      <p:sp>
        <p:nvSpPr>
          <p:cNvPr id="7" name="Text Box 4">
            <a:extLst>
              <a:ext uri="{FF2B5EF4-FFF2-40B4-BE49-F238E27FC236}">
                <a16:creationId xmlns:a16="http://schemas.microsoft.com/office/drawing/2014/main" id="{D9351518-164C-47D8-BB37-167FAFFA732C}"/>
              </a:ext>
            </a:extLst>
          </p:cNvPr>
          <p:cNvSpPr txBox="1">
            <a:spLocks noChangeArrowheads="1"/>
          </p:cNvSpPr>
          <p:nvPr/>
        </p:nvSpPr>
        <p:spPr bwMode="auto">
          <a:xfrm>
            <a:off x="829733" y="2576513"/>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8" name="Text Box 5">
            <a:extLst>
              <a:ext uri="{FF2B5EF4-FFF2-40B4-BE49-F238E27FC236}">
                <a16:creationId xmlns:a16="http://schemas.microsoft.com/office/drawing/2014/main" id="{C5559FED-6C36-485C-9B2A-2116C817996E}"/>
              </a:ext>
            </a:extLst>
          </p:cNvPr>
          <p:cNvSpPr txBox="1">
            <a:spLocks noChangeArrowheads="1"/>
          </p:cNvSpPr>
          <p:nvPr/>
        </p:nvSpPr>
        <p:spPr bwMode="auto">
          <a:xfrm>
            <a:off x="1363133" y="2576513"/>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2</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9" name="Text Box 6">
            <a:extLst>
              <a:ext uri="{FF2B5EF4-FFF2-40B4-BE49-F238E27FC236}">
                <a16:creationId xmlns:a16="http://schemas.microsoft.com/office/drawing/2014/main" id="{A405FD4C-0CB3-407B-AD6F-93340667DB24}"/>
              </a:ext>
            </a:extLst>
          </p:cNvPr>
          <p:cNvSpPr txBox="1">
            <a:spLocks noChangeArrowheads="1"/>
          </p:cNvSpPr>
          <p:nvPr/>
        </p:nvSpPr>
        <p:spPr bwMode="auto">
          <a:xfrm>
            <a:off x="1896533" y="2576513"/>
            <a:ext cx="990600" cy="2224083"/>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r>
              <a:rPr lang="de-DE" altLang="de-DE" sz="2000" b="1" dirty="0">
                <a:solidFill>
                  <a:schemeClr val="hlink"/>
                </a:solidFill>
                <a:latin typeface="Arial" panose="020B0604020202020204" pitchFamily="34" charset="0"/>
                <a:sym typeface="Symbol" panose="05050102010706020507" pitchFamily="18" charset="2"/>
              </a:rPr>
              <a:t></a:t>
            </a:r>
            <a:r>
              <a:rPr lang="de-DE" altLang="de-DE" sz="2000" dirty="0">
                <a:latin typeface="Arial" panose="020B0604020202020204" pitchFamily="34" charset="0"/>
                <a:sym typeface="Symbol" panose="05050102010706020507" pitchFamily="18" charset="2"/>
              </a:rPr>
              <a:t> </a:t>
            </a:r>
            <a:r>
              <a:rPr lang="de-DE" altLang="de-DE" sz="2000" dirty="0">
                <a:latin typeface="Arial" panose="020B0604020202020204" pitchFamily="34" charset="0"/>
              </a:rPr>
              <a:t>x</a:t>
            </a:r>
            <a:r>
              <a:rPr lang="de-DE" altLang="de-DE" sz="2000" baseline="-25000" dirty="0">
                <a:latin typeface="Arial" panose="020B0604020202020204" pitchFamily="34" charset="0"/>
              </a:rPr>
              <a:t>2</a:t>
            </a:r>
            <a:endParaRPr lang="de-DE" altLang="de-DE" sz="2000" dirty="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0" name="Rectangle 7">
            <a:extLst>
              <a:ext uri="{FF2B5EF4-FFF2-40B4-BE49-F238E27FC236}">
                <a16:creationId xmlns:a16="http://schemas.microsoft.com/office/drawing/2014/main" id="{5D03F03B-4C6C-4F77-9D36-5C5A3569B562}"/>
              </a:ext>
            </a:extLst>
          </p:cNvPr>
          <p:cNvSpPr>
            <a:spLocks noChangeArrowheads="1"/>
          </p:cNvSpPr>
          <p:nvPr/>
        </p:nvSpPr>
        <p:spPr bwMode="auto">
          <a:xfrm>
            <a:off x="829733" y="2576513"/>
            <a:ext cx="2057400" cy="220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11" name="Line 8">
            <a:extLst>
              <a:ext uri="{FF2B5EF4-FFF2-40B4-BE49-F238E27FC236}">
                <a16:creationId xmlns:a16="http://schemas.microsoft.com/office/drawing/2014/main" id="{C32E26DC-7397-4600-A121-3FE625DA0C21}"/>
              </a:ext>
            </a:extLst>
          </p:cNvPr>
          <p:cNvSpPr>
            <a:spLocks noChangeShapeType="1"/>
          </p:cNvSpPr>
          <p:nvPr/>
        </p:nvSpPr>
        <p:spPr bwMode="auto">
          <a:xfrm>
            <a:off x="829733" y="3033713"/>
            <a:ext cx="2057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2" name="Line 9">
            <a:extLst>
              <a:ext uri="{FF2B5EF4-FFF2-40B4-BE49-F238E27FC236}">
                <a16:creationId xmlns:a16="http://schemas.microsoft.com/office/drawing/2014/main" id="{A6FFEB62-EF24-42C0-9F19-BF35B8D60839}"/>
              </a:ext>
            </a:extLst>
          </p:cNvPr>
          <p:cNvSpPr>
            <a:spLocks noChangeShapeType="1"/>
          </p:cNvSpPr>
          <p:nvPr/>
        </p:nvSpPr>
        <p:spPr bwMode="auto">
          <a:xfrm>
            <a:off x="1363133" y="2576513"/>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3" name="Line 10">
            <a:extLst>
              <a:ext uri="{FF2B5EF4-FFF2-40B4-BE49-F238E27FC236}">
                <a16:creationId xmlns:a16="http://schemas.microsoft.com/office/drawing/2014/main" id="{9E27AAF6-07CD-49F2-922B-0EE9789BB73C}"/>
              </a:ext>
            </a:extLst>
          </p:cNvPr>
          <p:cNvSpPr>
            <a:spLocks noChangeShapeType="1"/>
          </p:cNvSpPr>
          <p:nvPr/>
        </p:nvSpPr>
        <p:spPr bwMode="auto">
          <a:xfrm>
            <a:off x="1896533" y="2576513"/>
            <a:ext cx="0" cy="2209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4" name="Text Box 11">
            <a:extLst>
              <a:ext uri="{FF2B5EF4-FFF2-40B4-BE49-F238E27FC236}">
                <a16:creationId xmlns:a16="http://schemas.microsoft.com/office/drawing/2014/main" id="{872D82A1-EF26-4ECF-8D51-C94AB8B22595}"/>
              </a:ext>
            </a:extLst>
          </p:cNvPr>
          <p:cNvSpPr txBox="1">
            <a:spLocks noChangeArrowheads="1"/>
          </p:cNvSpPr>
          <p:nvPr/>
        </p:nvSpPr>
        <p:spPr bwMode="auto">
          <a:xfrm>
            <a:off x="3853921" y="2560638"/>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5" name="Text Box 12">
            <a:extLst>
              <a:ext uri="{FF2B5EF4-FFF2-40B4-BE49-F238E27FC236}">
                <a16:creationId xmlns:a16="http://schemas.microsoft.com/office/drawing/2014/main" id="{F5D4F929-EEBA-4CFA-B7CE-B2DB2BC703A4}"/>
              </a:ext>
            </a:extLst>
          </p:cNvPr>
          <p:cNvSpPr txBox="1">
            <a:spLocks noChangeArrowheads="1"/>
          </p:cNvSpPr>
          <p:nvPr/>
        </p:nvSpPr>
        <p:spPr bwMode="auto">
          <a:xfrm>
            <a:off x="4387321" y="2560638"/>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2</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16" name="Text Box 13">
            <a:extLst>
              <a:ext uri="{FF2B5EF4-FFF2-40B4-BE49-F238E27FC236}">
                <a16:creationId xmlns:a16="http://schemas.microsoft.com/office/drawing/2014/main" id="{F6C01B3B-ED63-4485-BE7E-000429852DC9}"/>
              </a:ext>
            </a:extLst>
          </p:cNvPr>
          <p:cNvSpPr txBox="1">
            <a:spLocks noChangeArrowheads="1"/>
          </p:cNvSpPr>
          <p:nvPr/>
        </p:nvSpPr>
        <p:spPr bwMode="auto">
          <a:xfrm>
            <a:off x="4920721" y="2560638"/>
            <a:ext cx="990600" cy="2203450"/>
          </a:xfrm>
          <a:prstGeom prst="rect">
            <a:avLst/>
          </a:prstGeom>
          <a:solidFill>
            <a:srgbClr val="D9FFDB"/>
          </a:solidFill>
          <a:ln>
            <a:noFill/>
          </a:ln>
          <a:extLst/>
        </p:spPr>
        <p:txBody>
          <a:bodyPr>
            <a:no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r>
              <a:rPr lang="de-DE" altLang="de-DE" sz="2000" b="1" dirty="0">
                <a:solidFill>
                  <a:schemeClr val="hlink"/>
                </a:solidFill>
                <a:latin typeface="Arial" panose="020B0604020202020204" pitchFamily="34" charset="0"/>
                <a:sym typeface="Symbol" panose="05050102010706020507" pitchFamily="18" charset="2"/>
              </a:rPr>
              <a:t></a:t>
            </a:r>
            <a:r>
              <a:rPr lang="de-DE" altLang="de-DE" sz="2000" dirty="0">
                <a:latin typeface="Arial" panose="020B0604020202020204" pitchFamily="34" charset="0"/>
                <a:sym typeface="Symbol" panose="05050102010706020507" pitchFamily="18" charset="2"/>
              </a:rPr>
              <a:t> </a:t>
            </a:r>
            <a:r>
              <a:rPr lang="de-DE" altLang="de-DE" sz="2000" dirty="0">
                <a:latin typeface="Arial" panose="020B0604020202020204" pitchFamily="34" charset="0"/>
              </a:rPr>
              <a:t>x</a:t>
            </a:r>
            <a:r>
              <a:rPr lang="de-DE" altLang="de-DE" sz="2000" baseline="-25000" dirty="0">
                <a:latin typeface="Arial" panose="020B0604020202020204" pitchFamily="34" charset="0"/>
              </a:rPr>
              <a:t>2</a:t>
            </a:r>
            <a:endParaRPr lang="de-DE" altLang="de-DE" sz="2000" dirty="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17" name="Rectangle 14">
            <a:extLst>
              <a:ext uri="{FF2B5EF4-FFF2-40B4-BE49-F238E27FC236}">
                <a16:creationId xmlns:a16="http://schemas.microsoft.com/office/drawing/2014/main" id="{1E451363-7A63-4C2B-B576-768C5944432F}"/>
              </a:ext>
            </a:extLst>
          </p:cNvPr>
          <p:cNvSpPr>
            <a:spLocks noChangeArrowheads="1"/>
          </p:cNvSpPr>
          <p:nvPr/>
        </p:nvSpPr>
        <p:spPr bwMode="auto">
          <a:xfrm>
            <a:off x="3853921" y="2560638"/>
            <a:ext cx="2057400" cy="220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18" name="Line 15">
            <a:extLst>
              <a:ext uri="{FF2B5EF4-FFF2-40B4-BE49-F238E27FC236}">
                <a16:creationId xmlns:a16="http://schemas.microsoft.com/office/drawing/2014/main" id="{3FCDDD71-79F8-400F-B0B8-3A0BA3A461DE}"/>
              </a:ext>
            </a:extLst>
          </p:cNvPr>
          <p:cNvSpPr>
            <a:spLocks noChangeShapeType="1"/>
          </p:cNvSpPr>
          <p:nvPr/>
        </p:nvSpPr>
        <p:spPr bwMode="auto">
          <a:xfrm>
            <a:off x="3853921" y="3017838"/>
            <a:ext cx="2057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19" name="Line 16">
            <a:extLst>
              <a:ext uri="{FF2B5EF4-FFF2-40B4-BE49-F238E27FC236}">
                <a16:creationId xmlns:a16="http://schemas.microsoft.com/office/drawing/2014/main" id="{AFCCA1AF-8335-452E-84C7-B8FF9D15119B}"/>
              </a:ext>
            </a:extLst>
          </p:cNvPr>
          <p:cNvSpPr>
            <a:spLocks noChangeShapeType="1"/>
          </p:cNvSpPr>
          <p:nvPr/>
        </p:nvSpPr>
        <p:spPr bwMode="auto">
          <a:xfrm>
            <a:off x="4387321" y="2560638"/>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0" name="Line 17">
            <a:extLst>
              <a:ext uri="{FF2B5EF4-FFF2-40B4-BE49-F238E27FC236}">
                <a16:creationId xmlns:a16="http://schemas.microsoft.com/office/drawing/2014/main" id="{3BE86460-D9D0-4E6E-A1DF-693F6C1E5C63}"/>
              </a:ext>
            </a:extLst>
          </p:cNvPr>
          <p:cNvSpPr>
            <a:spLocks noChangeShapeType="1"/>
          </p:cNvSpPr>
          <p:nvPr/>
        </p:nvSpPr>
        <p:spPr bwMode="auto">
          <a:xfrm>
            <a:off x="4920721" y="2560638"/>
            <a:ext cx="0" cy="2209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1" name="Text Box 18">
            <a:extLst>
              <a:ext uri="{FF2B5EF4-FFF2-40B4-BE49-F238E27FC236}">
                <a16:creationId xmlns:a16="http://schemas.microsoft.com/office/drawing/2014/main" id="{095F8D80-3858-43C0-BFE2-D63ABF9543C9}"/>
              </a:ext>
            </a:extLst>
          </p:cNvPr>
          <p:cNvSpPr txBox="1">
            <a:spLocks noChangeArrowheads="1"/>
          </p:cNvSpPr>
          <p:nvPr/>
        </p:nvSpPr>
        <p:spPr bwMode="auto">
          <a:xfrm>
            <a:off x="6830483" y="2560638"/>
            <a:ext cx="533400" cy="13112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22" name="Text Box 19">
            <a:extLst>
              <a:ext uri="{FF2B5EF4-FFF2-40B4-BE49-F238E27FC236}">
                <a16:creationId xmlns:a16="http://schemas.microsoft.com/office/drawing/2014/main" id="{B7E35263-229D-413D-8CF7-ECF41671D3F5}"/>
              </a:ext>
            </a:extLst>
          </p:cNvPr>
          <p:cNvSpPr txBox="1">
            <a:spLocks noChangeArrowheads="1"/>
          </p:cNvSpPr>
          <p:nvPr/>
        </p:nvSpPr>
        <p:spPr bwMode="auto">
          <a:xfrm>
            <a:off x="7363883" y="2560638"/>
            <a:ext cx="533400" cy="13112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p:txBody>
      </p:sp>
      <p:sp>
        <p:nvSpPr>
          <p:cNvPr id="23" name="Rectangle 20">
            <a:extLst>
              <a:ext uri="{FF2B5EF4-FFF2-40B4-BE49-F238E27FC236}">
                <a16:creationId xmlns:a16="http://schemas.microsoft.com/office/drawing/2014/main" id="{64D6FA84-6C6E-4CED-B0D9-C4114E5B5AAB}"/>
              </a:ext>
            </a:extLst>
          </p:cNvPr>
          <p:cNvSpPr>
            <a:spLocks noChangeArrowheads="1"/>
          </p:cNvSpPr>
          <p:nvPr/>
        </p:nvSpPr>
        <p:spPr bwMode="auto">
          <a:xfrm>
            <a:off x="6830483" y="2560638"/>
            <a:ext cx="1066800" cy="1311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4" name="Line 21">
            <a:extLst>
              <a:ext uri="{FF2B5EF4-FFF2-40B4-BE49-F238E27FC236}">
                <a16:creationId xmlns:a16="http://schemas.microsoft.com/office/drawing/2014/main" id="{3E2BC1F6-DA1A-4219-90DB-A7C705F8FDAD}"/>
              </a:ext>
            </a:extLst>
          </p:cNvPr>
          <p:cNvSpPr>
            <a:spLocks noChangeShapeType="1"/>
          </p:cNvSpPr>
          <p:nvPr/>
        </p:nvSpPr>
        <p:spPr bwMode="auto">
          <a:xfrm>
            <a:off x="6830483" y="3017838"/>
            <a:ext cx="1066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5" name="Line 22">
            <a:extLst>
              <a:ext uri="{FF2B5EF4-FFF2-40B4-BE49-F238E27FC236}">
                <a16:creationId xmlns:a16="http://schemas.microsoft.com/office/drawing/2014/main" id="{7C1A1B55-4796-4017-954D-2855C299B251}"/>
              </a:ext>
            </a:extLst>
          </p:cNvPr>
          <p:cNvSpPr>
            <a:spLocks noChangeShapeType="1"/>
          </p:cNvSpPr>
          <p:nvPr/>
        </p:nvSpPr>
        <p:spPr bwMode="auto">
          <a:xfrm>
            <a:off x="7363883" y="2560638"/>
            <a:ext cx="0" cy="1311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6" name="Line 23">
            <a:extLst>
              <a:ext uri="{FF2B5EF4-FFF2-40B4-BE49-F238E27FC236}">
                <a16:creationId xmlns:a16="http://schemas.microsoft.com/office/drawing/2014/main" id="{0E528363-43A2-4DBB-8B1E-46F50671C533}"/>
              </a:ext>
            </a:extLst>
          </p:cNvPr>
          <p:cNvSpPr>
            <a:spLocks noChangeShapeType="1"/>
          </p:cNvSpPr>
          <p:nvPr/>
        </p:nvSpPr>
        <p:spPr bwMode="auto">
          <a:xfrm>
            <a:off x="7516283" y="2652713"/>
            <a:ext cx="2286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27" name="Line 24">
            <a:extLst>
              <a:ext uri="{FF2B5EF4-FFF2-40B4-BE49-F238E27FC236}">
                <a16:creationId xmlns:a16="http://schemas.microsoft.com/office/drawing/2014/main" id="{71E2692C-99E3-4CDD-9F5F-6BE3A1FF81AF}"/>
              </a:ext>
            </a:extLst>
          </p:cNvPr>
          <p:cNvSpPr>
            <a:spLocks noChangeShapeType="1"/>
          </p:cNvSpPr>
          <p:nvPr/>
        </p:nvSpPr>
        <p:spPr bwMode="auto">
          <a:xfrm>
            <a:off x="4082521" y="5380038"/>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8" name="Text Box 25">
            <a:extLst>
              <a:ext uri="{FF2B5EF4-FFF2-40B4-BE49-F238E27FC236}">
                <a16:creationId xmlns:a16="http://schemas.microsoft.com/office/drawing/2014/main" id="{65A46A1D-B5F8-4A00-ACBB-E50BB1B267AA}"/>
              </a:ext>
            </a:extLst>
          </p:cNvPr>
          <p:cNvSpPr txBox="1">
            <a:spLocks noChangeArrowheads="1"/>
          </p:cNvSpPr>
          <p:nvPr/>
        </p:nvSpPr>
        <p:spPr bwMode="auto">
          <a:xfrm>
            <a:off x="3777721" y="5227638"/>
            <a:ext cx="219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29" name="Rectangle 26">
            <a:extLst>
              <a:ext uri="{FF2B5EF4-FFF2-40B4-BE49-F238E27FC236}">
                <a16:creationId xmlns:a16="http://schemas.microsoft.com/office/drawing/2014/main" id="{4E98019B-4198-42F8-BC7C-A4BC9097B1CE}"/>
              </a:ext>
            </a:extLst>
          </p:cNvPr>
          <p:cNvSpPr>
            <a:spLocks noChangeArrowheads="1"/>
          </p:cNvSpPr>
          <p:nvPr/>
        </p:nvSpPr>
        <p:spPr bwMode="auto">
          <a:xfrm>
            <a:off x="4615921" y="5230813"/>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30" name="Text Box 27">
            <a:extLst>
              <a:ext uri="{FF2B5EF4-FFF2-40B4-BE49-F238E27FC236}">
                <a16:creationId xmlns:a16="http://schemas.microsoft.com/office/drawing/2014/main" id="{D84D1231-766F-4BD3-AED7-889AD1B0B931}"/>
              </a:ext>
            </a:extLst>
          </p:cNvPr>
          <p:cNvSpPr txBox="1">
            <a:spLocks noChangeArrowheads="1"/>
          </p:cNvSpPr>
          <p:nvPr/>
        </p:nvSpPr>
        <p:spPr bwMode="auto">
          <a:xfrm>
            <a:off x="4698471" y="5380038"/>
            <a:ext cx="3571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a:solidFill>
                  <a:schemeClr val="hlink"/>
                </a:solidFill>
                <a:latin typeface="Arial" panose="020B0604020202020204" pitchFamily="34" charset="0"/>
                <a:sym typeface="Symbol" panose="05050102010706020507" pitchFamily="18" charset="2"/>
              </a:rPr>
              <a:t>1</a:t>
            </a:r>
            <a:endParaRPr lang="de-DE" altLang="de-DE" sz="2400" b="1">
              <a:solidFill>
                <a:schemeClr val="hlink"/>
              </a:solidFill>
              <a:latin typeface="Arial" panose="020B0604020202020204" pitchFamily="34" charset="0"/>
            </a:endParaRPr>
          </a:p>
        </p:txBody>
      </p:sp>
      <p:sp>
        <p:nvSpPr>
          <p:cNvPr id="31" name="Text Box 28">
            <a:extLst>
              <a:ext uri="{FF2B5EF4-FFF2-40B4-BE49-F238E27FC236}">
                <a16:creationId xmlns:a16="http://schemas.microsoft.com/office/drawing/2014/main" id="{C18FDFE6-2625-40F9-A0B1-7C80FF79DAD3}"/>
              </a:ext>
            </a:extLst>
          </p:cNvPr>
          <p:cNvSpPr txBox="1">
            <a:spLocks noChangeArrowheads="1"/>
          </p:cNvSpPr>
          <p:nvPr/>
        </p:nvSpPr>
        <p:spPr bwMode="auto">
          <a:xfrm>
            <a:off x="3777721" y="5684838"/>
            <a:ext cx="219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32" name="Line 29">
            <a:extLst>
              <a:ext uri="{FF2B5EF4-FFF2-40B4-BE49-F238E27FC236}">
                <a16:creationId xmlns:a16="http://schemas.microsoft.com/office/drawing/2014/main" id="{7FA5C058-9B56-437D-B918-AAC830A3CE4E}"/>
              </a:ext>
            </a:extLst>
          </p:cNvPr>
          <p:cNvSpPr>
            <a:spLocks noChangeShapeType="1"/>
          </p:cNvSpPr>
          <p:nvPr/>
        </p:nvSpPr>
        <p:spPr bwMode="auto">
          <a:xfrm>
            <a:off x="4082521" y="5837238"/>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3" name="Line 30">
            <a:extLst>
              <a:ext uri="{FF2B5EF4-FFF2-40B4-BE49-F238E27FC236}">
                <a16:creationId xmlns:a16="http://schemas.microsoft.com/office/drawing/2014/main" id="{35B8FC28-E0F4-4B3B-BE27-A2B0371B1CE5}"/>
              </a:ext>
            </a:extLst>
          </p:cNvPr>
          <p:cNvSpPr>
            <a:spLocks noChangeShapeType="1"/>
          </p:cNvSpPr>
          <p:nvPr/>
        </p:nvSpPr>
        <p:spPr bwMode="auto">
          <a:xfrm>
            <a:off x="5149321" y="5608638"/>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4" name="Text Box 31">
            <a:extLst>
              <a:ext uri="{FF2B5EF4-FFF2-40B4-BE49-F238E27FC236}">
                <a16:creationId xmlns:a16="http://schemas.microsoft.com/office/drawing/2014/main" id="{BC4A3F1F-5F02-470C-BEEA-348FD5D5C404}"/>
              </a:ext>
            </a:extLst>
          </p:cNvPr>
          <p:cNvSpPr txBox="1">
            <a:spLocks noChangeArrowheads="1"/>
          </p:cNvSpPr>
          <p:nvPr/>
        </p:nvSpPr>
        <p:spPr bwMode="auto">
          <a:xfrm>
            <a:off x="5835121" y="5456238"/>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36" name="Rectangle 32">
            <a:extLst>
              <a:ext uri="{FF2B5EF4-FFF2-40B4-BE49-F238E27FC236}">
                <a16:creationId xmlns:a16="http://schemas.microsoft.com/office/drawing/2014/main" id="{8CAC5080-7C27-42C8-9F9B-C893B5B0E5F5}"/>
              </a:ext>
            </a:extLst>
          </p:cNvPr>
          <p:cNvSpPr>
            <a:spLocks noChangeArrowheads="1"/>
          </p:cNvSpPr>
          <p:nvPr/>
        </p:nvSpPr>
        <p:spPr bwMode="auto">
          <a:xfrm>
            <a:off x="3701521" y="5075238"/>
            <a:ext cx="2362200" cy="1066800"/>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37" name="Line 33">
            <a:extLst>
              <a:ext uri="{FF2B5EF4-FFF2-40B4-BE49-F238E27FC236}">
                <a16:creationId xmlns:a16="http://schemas.microsoft.com/office/drawing/2014/main" id="{1FF67450-54EC-4ABA-90B9-303635487EFF}"/>
              </a:ext>
            </a:extLst>
          </p:cNvPr>
          <p:cNvSpPr>
            <a:spLocks noChangeShapeType="1"/>
          </p:cNvSpPr>
          <p:nvPr/>
        </p:nvSpPr>
        <p:spPr bwMode="auto">
          <a:xfrm>
            <a:off x="1058333" y="5380038"/>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8" name="Text Box 34">
            <a:extLst>
              <a:ext uri="{FF2B5EF4-FFF2-40B4-BE49-F238E27FC236}">
                <a16:creationId xmlns:a16="http://schemas.microsoft.com/office/drawing/2014/main" id="{D210679D-728F-4F47-8389-5F9AFCB8B5E3}"/>
              </a:ext>
            </a:extLst>
          </p:cNvPr>
          <p:cNvSpPr txBox="1">
            <a:spLocks noChangeArrowheads="1"/>
          </p:cNvSpPr>
          <p:nvPr/>
        </p:nvSpPr>
        <p:spPr bwMode="auto">
          <a:xfrm>
            <a:off x="753533" y="5227638"/>
            <a:ext cx="219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39" name="Rectangle 35">
            <a:extLst>
              <a:ext uri="{FF2B5EF4-FFF2-40B4-BE49-F238E27FC236}">
                <a16:creationId xmlns:a16="http://schemas.microsoft.com/office/drawing/2014/main" id="{C94A8877-9483-40CE-A7DE-D5797B3B369E}"/>
              </a:ext>
            </a:extLst>
          </p:cNvPr>
          <p:cNvSpPr>
            <a:spLocks noChangeArrowheads="1"/>
          </p:cNvSpPr>
          <p:nvPr/>
        </p:nvSpPr>
        <p:spPr bwMode="auto">
          <a:xfrm>
            <a:off x="1591733" y="5230813"/>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0" name="Text Box 36">
            <a:extLst>
              <a:ext uri="{FF2B5EF4-FFF2-40B4-BE49-F238E27FC236}">
                <a16:creationId xmlns:a16="http://schemas.microsoft.com/office/drawing/2014/main" id="{0DF5BA72-D0FB-4EB7-A59B-F1595A0EA31E}"/>
              </a:ext>
            </a:extLst>
          </p:cNvPr>
          <p:cNvSpPr txBox="1">
            <a:spLocks noChangeArrowheads="1"/>
          </p:cNvSpPr>
          <p:nvPr/>
        </p:nvSpPr>
        <p:spPr bwMode="auto">
          <a:xfrm>
            <a:off x="1674283" y="5380038"/>
            <a:ext cx="35718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800" b="1">
                <a:solidFill>
                  <a:schemeClr val="hlink"/>
                </a:solidFill>
                <a:latin typeface="Arial" panose="020B0604020202020204" pitchFamily="34" charset="0"/>
                <a:sym typeface="Symbol" panose="05050102010706020507" pitchFamily="18" charset="2"/>
              </a:rPr>
              <a:t>&amp;</a:t>
            </a:r>
            <a:endParaRPr lang="de-DE" altLang="de-DE" sz="2800" b="1">
              <a:solidFill>
                <a:schemeClr val="hlink"/>
              </a:solidFill>
              <a:latin typeface="Arial" panose="020B0604020202020204" pitchFamily="34" charset="0"/>
            </a:endParaRPr>
          </a:p>
        </p:txBody>
      </p:sp>
      <p:sp>
        <p:nvSpPr>
          <p:cNvPr id="41" name="Text Box 37">
            <a:extLst>
              <a:ext uri="{FF2B5EF4-FFF2-40B4-BE49-F238E27FC236}">
                <a16:creationId xmlns:a16="http://schemas.microsoft.com/office/drawing/2014/main" id="{9EAF9747-E9CF-450F-808C-87B34C71A697}"/>
              </a:ext>
            </a:extLst>
          </p:cNvPr>
          <p:cNvSpPr txBox="1">
            <a:spLocks noChangeArrowheads="1"/>
          </p:cNvSpPr>
          <p:nvPr/>
        </p:nvSpPr>
        <p:spPr bwMode="auto">
          <a:xfrm>
            <a:off x="753533" y="5684838"/>
            <a:ext cx="219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42" name="Line 38">
            <a:extLst>
              <a:ext uri="{FF2B5EF4-FFF2-40B4-BE49-F238E27FC236}">
                <a16:creationId xmlns:a16="http://schemas.microsoft.com/office/drawing/2014/main" id="{33C60027-9AE3-4698-BD43-30B3BC172476}"/>
              </a:ext>
            </a:extLst>
          </p:cNvPr>
          <p:cNvSpPr>
            <a:spLocks noChangeShapeType="1"/>
          </p:cNvSpPr>
          <p:nvPr/>
        </p:nvSpPr>
        <p:spPr bwMode="auto">
          <a:xfrm>
            <a:off x="1058333" y="5837238"/>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4" name="Line 39">
            <a:extLst>
              <a:ext uri="{FF2B5EF4-FFF2-40B4-BE49-F238E27FC236}">
                <a16:creationId xmlns:a16="http://schemas.microsoft.com/office/drawing/2014/main" id="{38165248-2B61-4D7F-A3EC-770EB0480E67}"/>
              </a:ext>
            </a:extLst>
          </p:cNvPr>
          <p:cNvSpPr>
            <a:spLocks noChangeShapeType="1"/>
          </p:cNvSpPr>
          <p:nvPr/>
        </p:nvSpPr>
        <p:spPr bwMode="auto">
          <a:xfrm>
            <a:off x="2125133" y="5608638"/>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5" name="Text Box 40">
            <a:extLst>
              <a:ext uri="{FF2B5EF4-FFF2-40B4-BE49-F238E27FC236}">
                <a16:creationId xmlns:a16="http://schemas.microsoft.com/office/drawing/2014/main" id="{A1C3351A-1720-4B32-912C-E087466FEB4E}"/>
              </a:ext>
            </a:extLst>
          </p:cNvPr>
          <p:cNvSpPr txBox="1">
            <a:spLocks noChangeArrowheads="1"/>
          </p:cNvSpPr>
          <p:nvPr/>
        </p:nvSpPr>
        <p:spPr bwMode="auto">
          <a:xfrm>
            <a:off x="2810933" y="5456238"/>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46" name="Rectangle 41">
            <a:extLst>
              <a:ext uri="{FF2B5EF4-FFF2-40B4-BE49-F238E27FC236}">
                <a16:creationId xmlns:a16="http://schemas.microsoft.com/office/drawing/2014/main" id="{EC903850-35D3-41FA-9DEA-174FF0586EDA}"/>
              </a:ext>
            </a:extLst>
          </p:cNvPr>
          <p:cNvSpPr>
            <a:spLocks noChangeArrowheads="1"/>
          </p:cNvSpPr>
          <p:nvPr/>
        </p:nvSpPr>
        <p:spPr bwMode="auto">
          <a:xfrm>
            <a:off x="677333" y="5075238"/>
            <a:ext cx="2362200" cy="1066800"/>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7" name="Line 42">
            <a:extLst>
              <a:ext uri="{FF2B5EF4-FFF2-40B4-BE49-F238E27FC236}">
                <a16:creationId xmlns:a16="http://schemas.microsoft.com/office/drawing/2014/main" id="{D06117B3-38DC-4F7E-802C-DC11EE8454F5}"/>
              </a:ext>
            </a:extLst>
          </p:cNvPr>
          <p:cNvSpPr>
            <a:spLocks noChangeShapeType="1"/>
          </p:cNvSpPr>
          <p:nvPr/>
        </p:nvSpPr>
        <p:spPr bwMode="auto">
          <a:xfrm>
            <a:off x="7059083" y="5608638"/>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8" name="Text Box 43">
            <a:extLst>
              <a:ext uri="{FF2B5EF4-FFF2-40B4-BE49-F238E27FC236}">
                <a16:creationId xmlns:a16="http://schemas.microsoft.com/office/drawing/2014/main" id="{612BF641-4341-4C66-A39A-42AA259E7560}"/>
              </a:ext>
            </a:extLst>
          </p:cNvPr>
          <p:cNvSpPr txBox="1">
            <a:spLocks noChangeArrowheads="1"/>
          </p:cNvSpPr>
          <p:nvPr/>
        </p:nvSpPr>
        <p:spPr bwMode="auto">
          <a:xfrm>
            <a:off x="6800321" y="5456238"/>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endParaRPr lang="de-DE" altLang="de-DE" sz="2000" baseline="-25000">
              <a:latin typeface="Arial" panose="020B0604020202020204" pitchFamily="34" charset="0"/>
            </a:endParaRPr>
          </a:p>
        </p:txBody>
      </p:sp>
      <p:sp>
        <p:nvSpPr>
          <p:cNvPr id="49" name="Rectangle 44">
            <a:extLst>
              <a:ext uri="{FF2B5EF4-FFF2-40B4-BE49-F238E27FC236}">
                <a16:creationId xmlns:a16="http://schemas.microsoft.com/office/drawing/2014/main" id="{4DB101F0-2D75-4F5E-BE08-0ACFAFF6AC14}"/>
              </a:ext>
            </a:extLst>
          </p:cNvPr>
          <p:cNvSpPr>
            <a:spLocks noChangeArrowheads="1"/>
          </p:cNvSpPr>
          <p:nvPr/>
        </p:nvSpPr>
        <p:spPr bwMode="auto">
          <a:xfrm>
            <a:off x="7592483" y="5383213"/>
            <a:ext cx="520700" cy="4540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0" name="Text Box 45">
            <a:extLst>
              <a:ext uri="{FF2B5EF4-FFF2-40B4-BE49-F238E27FC236}">
                <a16:creationId xmlns:a16="http://schemas.microsoft.com/office/drawing/2014/main" id="{5CB6FF94-ECDA-4140-AB90-1EB8A12E0128}"/>
              </a:ext>
            </a:extLst>
          </p:cNvPr>
          <p:cNvSpPr txBox="1">
            <a:spLocks noChangeArrowheads="1"/>
          </p:cNvSpPr>
          <p:nvPr/>
        </p:nvSpPr>
        <p:spPr bwMode="auto">
          <a:xfrm>
            <a:off x="7675033" y="5456238"/>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sym typeface="Symbol" panose="05050102010706020507" pitchFamily="18" charset="2"/>
              </a:rPr>
              <a:t>1</a:t>
            </a:r>
            <a:endParaRPr lang="de-DE" altLang="de-DE" sz="2000">
              <a:latin typeface="Arial" panose="020B0604020202020204" pitchFamily="34" charset="0"/>
            </a:endParaRPr>
          </a:p>
        </p:txBody>
      </p:sp>
      <p:sp>
        <p:nvSpPr>
          <p:cNvPr id="51" name="Line 46">
            <a:extLst>
              <a:ext uri="{FF2B5EF4-FFF2-40B4-BE49-F238E27FC236}">
                <a16:creationId xmlns:a16="http://schemas.microsoft.com/office/drawing/2014/main" id="{36F0C3D3-6E91-4E52-8444-80401E94F635}"/>
              </a:ext>
            </a:extLst>
          </p:cNvPr>
          <p:cNvSpPr>
            <a:spLocks noChangeShapeType="1"/>
          </p:cNvSpPr>
          <p:nvPr/>
        </p:nvSpPr>
        <p:spPr bwMode="auto">
          <a:xfrm>
            <a:off x="8278283" y="5608638"/>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2" name="Text Box 47">
            <a:extLst>
              <a:ext uri="{FF2B5EF4-FFF2-40B4-BE49-F238E27FC236}">
                <a16:creationId xmlns:a16="http://schemas.microsoft.com/office/drawing/2014/main" id="{D3BAAE72-DA04-48CB-8EAF-9A91059935E0}"/>
              </a:ext>
            </a:extLst>
          </p:cNvPr>
          <p:cNvSpPr txBox="1">
            <a:spLocks noChangeArrowheads="1"/>
          </p:cNvSpPr>
          <p:nvPr/>
        </p:nvSpPr>
        <p:spPr bwMode="auto">
          <a:xfrm>
            <a:off x="8811683" y="5456238"/>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53" name="Rectangle 48">
            <a:extLst>
              <a:ext uri="{FF2B5EF4-FFF2-40B4-BE49-F238E27FC236}">
                <a16:creationId xmlns:a16="http://schemas.microsoft.com/office/drawing/2014/main" id="{EC6E0603-D741-4D77-A888-1CB156AA8334}"/>
              </a:ext>
            </a:extLst>
          </p:cNvPr>
          <p:cNvSpPr>
            <a:spLocks noChangeArrowheads="1"/>
          </p:cNvSpPr>
          <p:nvPr/>
        </p:nvSpPr>
        <p:spPr bwMode="auto">
          <a:xfrm>
            <a:off x="6678083" y="5227638"/>
            <a:ext cx="2362200" cy="762000"/>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4" name="Oval 49">
            <a:extLst>
              <a:ext uri="{FF2B5EF4-FFF2-40B4-BE49-F238E27FC236}">
                <a16:creationId xmlns:a16="http://schemas.microsoft.com/office/drawing/2014/main" id="{B0014021-BD9E-47AF-8974-4E735ED9D58E}"/>
              </a:ext>
            </a:extLst>
          </p:cNvPr>
          <p:cNvSpPr>
            <a:spLocks noChangeArrowheads="1"/>
          </p:cNvSpPr>
          <p:nvPr/>
        </p:nvSpPr>
        <p:spPr bwMode="auto">
          <a:xfrm>
            <a:off x="8125883" y="5532438"/>
            <a:ext cx="152400" cy="152400"/>
          </a:xfrm>
          <a:prstGeom prst="ellipse">
            <a:avLst/>
          </a:prstGeom>
          <a:solidFill>
            <a:srgbClr val="0070C0"/>
          </a:solidFill>
          <a:ln w="38100">
            <a:solidFill>
              <a:schemeClr val="hlink"/>
            </a:solidFill>
            <a:round/>
            <a:headEnd/>
            <a:tailEnd/>
          </a:ln>
          <a:extLst/>
        </p:spPr>
        <p:txBody>
          <a:bodyPr wrap="non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5" name="Text Box 50">
            <a:extLst>
              <a:ext uri="{FF2B5EF4-FFF2-40B4-BE49-F238E27FC236}">
                <a16:creationId xmlns:a16="http://schemas.microsoft.com/office/drawing/2014/main" id="{E3C130DB-1275-4AE1-9FDA-58702F362837}"/>
              </a:ext>
            </a:extLst>
          </p:cNvPr>
          <p:cNvSpPr txBox="1">
            <a:spLocks noChangeArrowheads="1"/>
          </p:cNvSpPr>
          <p:nvPr/>
        </p:nvSpPr>
        <p:spPr bwMode="auto">
          <a:xfrm>
            <a:off x="1267883" y="6110288"/>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solidFill>
                  <a:schemeClr val="hlink"/>
                </a:solidFill>
              </a:rPr>
              <a:t>UND</a:t>
            </a:r>
            <a:r>
              <a:rPr lang="de-DE" altLang="de-DE" sz="2000"/>
              <a:t>-Gatter</a:t>
            </a:r>
          </a:p>
        </p:txBody>
      </p:sp>
      <p:sp>
        <p:nvSpPr>
          <p:cNvPr id="56" name="Text Box 51">
            <a:extLst>
              <a:ext uri="{FF2B5EF4-FFF2-40B4-BE49-F238E27FC236}">
                <a16:creationId xmlns:a16="http://schemas.microsoft.com/office/drawing/2014/main" id="{E3C07C5C-6CF9-498F-8328-B16DE6359854}"/>
              </a:ext>
            </a:extLst>
          </p:cNvPr>
          <p:cNvSpPr txBox="1">
            <a:spLocks noChangeArrowheads="1"/>
          </p:cNvSpPr>
          <p:nvPr/>
        </p:nvSpPr>
        <p:spPr bwMode="auto">
          <a:xfrm>
            <a:off x="829733" y="1630363"/>
            <a:ext cx="2057400" cy="7016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solidFill>
                  <a:schemeClr val="hlink"/>
                </a:solidFill>
              </a:rPr>
              <a:t>UND</a:t>
            </a:r>
            <a:r>
              <a:rPr lang="de-DE" altLang="de-DE" sz="2000" dirty="0"/>
              <a:t>-Operation</a:t>
            </a:r>
            <a:br>
              <a:rPr lang="de-DE" altLang="de-DE" sz="2000" dirty="0"/>
            </a:br>
            <a:r>
              <a:rPr lang="de-DE" altLang="de-DE" sz="2000" dirty="0"/>
              <a:t>(Konjunktion)</a:t>
            </a:r>
          </a:p>
        </p:txBody>
      </p:sp>
      <p:sp>
        <p:nvSpPr>
          <p:cNvPr id="57" name="Text Box 52">
            <a:extLst>
              <a:ext uri="{FF2B5EF4-FFF2-40B4-BE49-F238E27FC236}">
                <a16:creationId xmlns:a16="http://schemas.microsoft.com/office/drawing/2014/main" id="{E38F8105-5BBC-437C-8281-55FDCC170162}"/>
              </a:ext>
            </a:extLst>
          </p:cNvPr>
          <p:cNvSpPr txBox="1">
            <a:spLocks noChangeArrowheads="1"/>
          </p:cNvSpPr>
          <p:nvPr/>
        </p:nvSpPr>
        <p:spPr bwMode="auto">
          <a:xfrm>
            <a:off x="3853921" y="1646238"/>
            <a:ext cx="2057400" cy="7016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solidFill>
                  <a:schemeClr val="hlink"/>
                </a:solidFill>
              </a:rPr>
              <a:t>ODER</a:t>
            </a:r>
            <a:r>
              <a:rPr lang="de-DE" altLang="de-DE" sz="2000"/>
              <a:t>-Operation</a:t>
            </a:r>
            <a:br>
              <a:rPr lang="de-DE" altLang="de-DE" sz="2000"/>
            </a:br>
            <a:r>
              <a:rPr lang="de-DE" altLang="de-DE" sz="2000"/>
              <a:t>(Disjunktion )</a:t>
            </a:r>
          </a:p>
        </p:txBody>
      </p:sp>
      <p:sp>
        <p:nvSpPr>
          <p:cNvPr id="58" name="Text Box 53">
            <a:extLst>
              <a:ext uri="{FF2B5EF4-FFF2-40B4-BE49-F238E27FC236}">
                <a16:creationId xmlns:a16="http://schemas.microsoft.com/office/drawing/2014/main" id="{0030C0FE-B0D5-4EE9-8125-421FCB1D856C}"/>
              </a:ext>
            </a:extLst>
          </p:cNvPr>
          <p:cNvSpPr txBox="1">
            <a:spLocks noChangeArrowheads="1"/>
          </p:cNvSpPr>
          <p:nvPr/>
        </p:nvSpPr>
        <p:spPr bwMode="auto">
          <a:xfrm>
            <a:off x="6830483" y="1646238"/>
            <a:ext cx="2133600" cy="7016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solidFill>
                  <a:schemeClr val="hlink"/>
                </a:solidFill>
              </a:rPr>
              <a:t>NICHT</a:t>
            </a:r>
            <a:r>
              <a:rPr lang="de-DE" altLang="de-DE" sz="2000"/>
              <a:t>-Operation</a:t>
            </a:r>
            <a:br>
              <a:rPr lang="de-DE" altLang="de-DE" sz="2000"/>
            </a:br>
            <a:r>
              <a:rPr lang="de-DE" altLang="de-DE" sz="2000"/>
              <a:t>(Negation )</a:t>
            </a:r>
          </a:p>
        </p:txBody>
      </p:sp>
      <p:sp>
        <p:nvSpPr>
          <p:cNvPr id="59" name="Text Box 54">
            <a:extLst>
              <a:ext uri="{FF2B5EF4-FFF2-40B4-BE49-F238E27FC236}">
                <a16:creationId xmlns:a16="http://schemas.microsoft.com/office/drawing/2014/main" id="{6833B147-D02E-4F1C-AE19-6C144B88AC04}"/>
              </a:ext>
            </a:extLst>
          </p:cNvPr>
          <p:cNvSpPr txBox="1">
            <a:spLocks noChangeArrowheads="1"/>
          </p:cNvSpPr>
          <p:nvPr/>
        </p:nvSpPr>
        <p:spPr bwMode="auto">
          <a:xfrm>
            <a:off x="4163483" y="6126163"/>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solidFill>
                  <a:schemeClr val="hlink"/>
                </a:solidFill>
              </a:rPr>
              <a:t>ODER</a:t>
            </a:r>
            <a:r>
              <a:rPr lang="de-DE" altLang="de-DE" sz="2000"/>
              <a:t>-Gatter</a:t>
            </a:r>
          </a:p>
        </p:txBody>
      </p:sp>
      <p:sp>
        <p:nvSpPr>
          <p:cNvPr id="60" name="Text Box 55">
            <a:extLst>
              <a:ext uri="{FF2B5EF4-FFF2-40B4-BE49-F238E27FC236}">
                <a16:creationId xmlns:a16="http://schemas.microsoft.com/office/drawing/2014/main" id="{8FD7B1B1-6F6E-4DD3-89DC-FD8534750EA7}"/>
              </a:ext>
            </a:extLst>
          </p:cNvPr>
          <p:cNvSpPr txBox="1">
            <a:spLocks noChangeArrowheads="1"/>
          </p:cNvSpPr>
          <p:nvPr/>
        </p:nvSpPr>
        <p:spPr bwMode="auto">
          <a:xfrm>
            <a:off x="7059083" y="6126163"/>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a:solidFill>
                  <a:schemeClr val="hlink"/>
                </a:solidFill>
              </a:rPr>
              <a:t>NICHT</a:t>
            </a:r>
            <a:r>
              <a:rPr lang="de-DE" altLang="de-DE" sz="2000"/>
              <a:t>-Gatter</a:t>
            </a:r>
          </a:p>
        </p:txBody>
      </p:sp>
      <p:sp>
        <p:nvSpPr>
          <p:cNvPr id="61" name="AutoShape 56">
            <a:extLst>
              <a:ext uri="{FF2B5EF4-FFF2-40B4-BE49-F238E27FC236}">
                <a16:creationId xmlns:a16="http://schemas.microsoft.com/office/drawing/2014/main" id="{C6844D94-B6CA-49A0-8711-035862825391}"/>
              </a:ext>
            </a:extLst>
          </p:cNvPr>
          <p:cNvSpPr>
            <a:spLocks noChangeArrowheads="1"/>
          </p:cNvSpPr>
          <p:nvPr/>
        </p:nvSpPr>
        <p:spPr bwMode="auto">
          <a:xfrm>
            <a:off x="10222971" y="4373564"/>
            <a:ext cx="1524000" cy="457200"/>
          </a:xfrm>
          <a:prstGeom prst="wedgeRoundRectCallout">
            <a:avLst>
              <a:gd name="adj1" fmla="val -25935"/>
              <a:gd name="adj2" fmla="val -3472"/>
              <a:gd name="adj3" fmla="val 16667"/>
            </a:avLst>
          </a:prstGeom>
          <a:solidFill>
            <a:srgbClr val="FDFDCB"/>
          </a:solidFill>
          <a:ln w="9525">
            <a:solidFill>
              <a:schemeClr val="folHlink"/>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a:solidFill>
                  <a:schemeClr val="folHlink"/>
                </a:solidFill>
                <a:cs typeface="Times New Roman" panose="02020603050405020304" pitchFamily="18" charset="0"/>
              </a:rPr>
              <a:t>Logik</a:t>
            </a:r>
          </a:p>
          <a:p>
            <a:pPr>
              <a:spcBef>
                <a:spcPct val="0"/>
              </a:spcBef>
              <a:buClrTx/>
              <a:buSzTx/>
              <a:buFontTx/>
              <a:buNone/>
            </a:pPr>
            <a:endParaRPr kumimoji="1" lang="de-AT" altLang="de-DE" sz="1800">
              <a:solidFill>
                <a:schemeClr val="folHlink"/>
              </a:solidFill>
              <a:latin typeface="Arial" panose="020B0604020202020204" pitchFamily="34" charset="0"/>
            </a:endParaRPr>
          </a:p>
        </p:txBody>
      </p:sp>
      <p:sp>
        <p:nvSpPr>
          <p:cNvPr id="62" name="AutoShape 57">
            <a:extLst>
              <a:ext uri="{FF2B5EF4-FFF2-40B4-BE49-F238E27FC236}">
                <a16:creationId xmlns:a16="http://schemas.microsoft.com/office/drawing/2014/main" id="{325CEEC0-6A48-411C-80FC-EF92121419BD}"/>
              </a:ext>
            </a:extLst>
          </p:cNvPr>
          <p:cNvSpPr>
            <a:spLocks noChangeArrowheads="1"/>
          </p:cNvSpPr>
          <p:nvPr/>
        </p:nvSpPr>
        <p:spPr bwMode="auto">
          <a:xfrm>
            <a:off x="10222971" y="5135564"/>
            <a:ext cx="1524000" cy="457200"/>
          </a:xfrm>
          <a:prstGeom prst="wedgeRoundRectCallout">
            <a:avLst>
              <a:gd name="adj1" fmla="val -25935"/>
              <a:gd name="adj2" fmla="val -3472"/>
              <a:gd name="adj3" fmla="val 16667"/>
            </a:avLst>
          </a:prstGeom>
          <a:solidFill>
            <a:srgbClr val="FDFDCB"/>
          </a:solidFill>
          <a:ln w="9525">
            <a:solidFill>
              <a:schemeClr val="folHlink"/>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a:solidFill>
                  <a:schemeClr val="folHlink"/>
                </a:solidFill>
                <a:cs typeface="Times New Roman" panose="02020603050405020304" pitchFamily="18" charset="0"/>
              </a:rPr>
              <a:t>Elektronik</a:t>
            </a:r>
          </a:p>
          <a:p>
            <a:pPr>
              <a:spcBef>
                <a:spcPct val="0"/>
              </a:spcBef>
              <a:buClrTx/>
              <a:buSzTx/>
              <a:buFontTx/>
              <a:buNone/>
            </a:pPr>
            <a:endParaRPr kumimoji="1" lang="de-AT" altLang="de-DE" sz="1800">
              <a:solidFill>
                <a:schemeClr val="folHlink"/>
              </a:solidFill>
              <a:latin typeface="Arial" panose="020B0604020202020204" pitchFamily="34" charset="0"/>
            </a:endParaRPr>
          </a:p>
        </p:txBody>
      </p:sp>
      <p:sp>
        <p:nvSpPr>
          <p:cNvPr id="63" name="Line 58">
            <a:extLst>
              <a:ext uri="{FF2B5EF4-FFF2-40B4-BE49-F238E27FC236}">
                <a16:creationId xmlns:a16="http://schemas.microsoft.com/office/drawing/2014/main" id="{4F4CA18E-5907-4E18-AE53-5D352C30D197}"/>
              </a:ext>
            </a:extLst>
          </p:cNvPr>
          <p:cNvSpPr>
            <a:spLocks noChangeShapeType="1"/>
          </p:cNvSpPr>
          <p:nvPr/>
        </p:nvSpPr>
        <p:spPr bwMode="auto">
          <a:xfrm flipH="1">
            <a:off x="286808" y="4983164"/>
            <a:ext cx="11460163" cy="0"/>
          </a:xfrm>
          <a:prstGeom prst="line">
            <a:avLst/>
          </a:prstGeom>
          <a:noFill/>
          <a:ln w="952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de-DE"/>
          </a:p>
        </p:txBody>
      </p:sp>
      <p:sp>
        <p:nvSpPr>
          <p:cNvPr id="64" name="Rectangle 19">
            <a:extLst>
              <a:ext uri="{FF2B5EF4-FFF2-40B4-BE49-F238E27FC236}">
                <a16:creationId xmlns:a16="http://schemas.microsoft.com/office/drawing/2014/main" id="{7F960EE5-A5E7-4C88-8411-B1C28FEA23C5}"/>
              </a:ext>
            </a:extLst>
          </p:cNvPr>
          <p:cNvSpPr>
            <a:spLocks noChangeArrowheads="1"/>
          </p:cNvSpPr>
          <p:nvPr/>
        </p:nvSpPr>
        <p:spPr bwMode="auto">
          <a:xfrm>
            <a:off x="829732" y="4440238"/>
            <a:ext cx="2057400"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65" name="Rectangle 19">
            <a:extLst>
              <a:ext uri="{FF2B5EF4-FFF2-40B4-BE49-F238E27FC236}">
                <a16:creationId xmlns:a16="http://schemas.microsoft.com/office/drawing/2014/main" id="{79A5342A-41A5-46D5-B167-ADCCBCFEBFB4}"/>
              </a:ext>
            </a:extLst>
          </p:cNvPr>
          <p:cNvSpPr>
            <a:spLocks noChangeArrowheads="1"/>
          </p:cNvSpPr>
          <p:nvPr/>
        </p:nvSpPr>
        <p:spPr bwMode="auto">
          <a:xfrm>
            <a:off x="3853920" y="3520297"/>
            <a:ext cx="2057401" cy="125393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66" name="Rectangle 19">
            <a:extLst>
              <a:ext uri="{FF2B5EF4-FFF2-40B4-BE49-F238E27FC236}">
                <a16:creationId xmlns:a16="http://schemas.microsoft.com/office/drawing/2014/main" id="{963322F8-5226-4A6F-8988-0903C58A32C4}"/>
              </a:ext>
            </a:extLst>
          </p:cNvPr>
          <p:cNvSpPr>
            <a:spLocks noChangeArrowheads="1"/>
          </p:cNvSpPr>
          <p:nvPr/>
        </p:nvSpPr>
        <p:spPr bwMode="auto">
          <a:xfrm>
            <a:off x="6830482" y="3040321"/>
            <a:ext cx="1066800"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Tree>
    <p:extLst>
      <p:ext uri="{BB962C8B-B14F-4D97-AF65-F5344CB8AC3E}">
        <p14:creationId xmlns:p14="http://schemas.microsoft.com/office/powerpoint/2010/main" val="279891764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Übung 4: Die Kaffeemaschine</a:t>
            </a:r>
          </a:p>
        </p:txBody>
      </p:sp>
      <p:sp>
        <p:nvSpPr>
          <p:cNvPr id="3" name="Inhaltsplatzhalter 2">
            <a:extLst>
              <a:ext uri="{FF2B5EF4-FFF2-40B4-BE49-F238E27FC236}">
                <a16:creationId xmlns:a16="http://schemas.microsoft.com/office/drawing/2014/main" id="{A54AD3D6-8D7F-413C-AE4A-AB1F432CA758}"/>
              </a:ext>
            </a:extLst>
          </p:cNvPr>
          <p:cNvSpPr>
            <a:spLocks noGrp="1"/>
          </p:cNvSpPr>
          <p:nvPr>
            <p:ph idx="1"/>
          </p:nvPr>
        </p:nvSpPr>
        <p:spPr>
          <a:xfrm>
            <a:off x="160867" y="1646238"/>
            <a:ext cx="5740312" cy="4351338"/>
          </a:xfrm>
        </p:spPr>
        <p:txBody>
          <a:bodyPr/>
          <a:lstStyle/>
          <a:p>
            <a:r>
              <a:rPr lang="de-DE" altLang="de-DE" dirty="0"/>
              <a:t>Problem: Eine High-Tech-Tee-/ Kaffeemaschine soll das Wasser erhitzen, wenn die Kaffee- oder Tee-Taste gedrückt wird und nicht gerade die Wartungsprozedur läuft!</a:t>
            </a:r>
          </a:p>
          <a:p>
            <a:r>
              <a:rPr lang="de-DE" altLang="de-DE" dirty="0"/>
              <a:t>Beschreiben Sie die Wahrheitstabelle, die Schaltfunktion und die Schaltung mit Grundgattern.</a:t>
            </a:r>
          </a:p>
          <a:p>
            <a:endParaRPr lang="de-DE" dirty="0"/>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7" name="Grafik 6">
            <a:extLst>
              <a:ext uri="{FF2B5EF4-FFF2-40B4-BE49-F238E27FC236}">
                <a16:creationId xmlns:a16="http://schemas.microsoft.com/office/drawing/2014/main" id="{80AFD126-F819-46B3-BDB2-5AE1D9B296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83413" y="261824"/>
            <a:ext cx="1076780" cy="1443263"/>
          </a:xfrm>
          <a:prstGeom prst="rect">
            <a:avLst/>
          </a:prstGeom>
        </p:spPr>
      </p:pic>
      <p:sp>
        <p:nvSpPr>
          <p:cNvPr id="8" name="Text Box 61">
            <a:extLst>
              <a:ext uri="{FF2B5EF4-FFF2-40B4-BE49-F238E27FC236}">
                <a16:creationId xmlns:a16="http://schemas.microsoft.com/office/drawing/2014/main" id="{38AC2CDC-13EA-4540-9FD9-1DEDE7E5C907}"/>
              </a:ext>
            </a:extLst>
          </p:cNvPr>
          <p:cNvSpPr txBox="1">
            <a:spLocks noChangeArrowheads="1"/>
          </p:cNvSpPr>
          <p:nvPr/>
        </p:nvSpPr>
        <p:spPr bwMode="auto">
          <a:xfrm>
            <a:off x="6905017" y="2686671"/>
            <a:ext cx="44958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k : „Kaffee-Taste gedrückt“</a:t>
            </a:r>
            <a:br>
              <a:rPr lang="de-DE" altLang="de-DE" sz="2000" dirty="0"/>
            </a:br>
            <a:r>
              <a:rPr lang="de-DE" altLang="de-DE" sz="2000" dirty="0"/>
              <a:t>t  :  „Tee-Taste gedrückt“</a:t>
            </a:r>
            <a:br>
              <a:rPr lang="de-DE" altLang="de-DE" sz="2000" dirty="0"/>
            </a:br>
            <a:r>
              <a:rPr lang="de-DE" altLang="de-DE" sz="2000" dirty="0"/>
              <a:t>w : „Wartung läuft“</a:t>
            </a:r>
            <a:br>
              <a:rPr lang="de-DE" altLang="de-DE" sz="2000" dirty="0"/>
            </a:br>
            <a:r>
              <a:rPr lang="de-DE" altLang="de-DE" sz="2000" dirty="0"/>
              <a:t>h :  „Heizung an“</a:t>
            </a:r>
          </a:p>
        </p:txBody>
      </p:sp>
      <p:sp>
        <p:nvSpPr>
          <p:cNvPr id="9" name="Text Box 62">
            <a:extLst>
              <a:ext uri="{FF2B5EF4-FFF2-40B4-BE49-F238E27FC236}">
                <a16:creationId xmlns:a16="http://schemas.microsoft.com/office/drawing/2014/main" id="{F435DCD0-794C-44D3-BA8D-DD65C84A4FC9}"/>
              </a:ext>
            </a:extLst>
          </p:cNvPr>
          <p:cNvSpPr txBox="1">
            <a:spLocks noChangeArrowheads="1"/>
          </p:cNvSpPr>
          <p:nvPr/>
        </p:nvSpPr>
        <p:spPr bwMode="auto">
          <a:xfrm>
            <a:off x="6828817" y="1837358"/>
            <a:ext cx="4572000" cy="7016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Beschreibung der Systemgrößen</a:t>
            </a:r>
            <a:br>
              <a:rPr lang="de-DE" altLang="de-DE" sz="2000" dirty="0"/>
            </a:br>
            <a:r>
              <a:rPr lang="de-DE" altLang="de-DE" sz="2000" dirty="0"/>
              <a:t>mit Schaltvariablen:</a:t>
            </a:r>
          </a:p>
        </p:txBody>
      </p:sp>
      <p:pic>
        <p:nvPicPr>
          <p:cNvPr id="10" name="Picture 60">
            <a:extLst>
              <a:ext uri="{FF2B5EF4-FFF2-40B4-BE49-F238E27FC236}">
                <a16:creationId xmlns:a16="http://schemas.microsoft.com/office/drawing/2014/main" id="{143C29F9-47C8-4C04-BC6A-D4E770D4D3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21144" y="2611911"/>
            <a:ext cx="2170856" cy="2626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63">
            <a:extLst>
              <a:ext uri="{FF2B5EF4-FFF2-40B4-BE49-F238E27FC236}">
                <a16:creationId xmlns:a16="http://schemas.microsoft.com/office/drawing/2014/main" id="{6723B3D4-6D03-431A-BE7B-806DACA108BE}"/>
              </a:ext>
            </a:extLst>
          </p:cNvPr>
          <p:cNvSpPr txBox="1">
            <a:spLocks noChangeArrowheads="1"/>
          </p:cNvSpPr>
          <p:nvPr/>
        </p:nvSpPr>
        <p:spPr bwMode="auto">
          <a:xfrm>
            <a:off x="6828817" y="4033369"/>
            <a:ext cx="2731159" cy="3968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Wahrheitswerttabelle?</a:t>
            </a:r>
          </a:p>
        </p:txBody>
      </p:sp>
      <p:sp>
        <p:nvSpPr>
          <p:cNvPr id="12" name="Text Box 7">
            <a:extLst>
              <a:ext uri="{FF2B5EF4-FFF2-40B4-BE49-F238E27FC236}">
                <a16:creationId xmlns:a16="http://schemas.microsoft.com/office/drawing/2014/main" id="{291D0348-46E1-4E5B-AB0C-F403F1845C71}"/>
              </a:ext>
            </a:extLst>
          </p:cNvPr>
          <p:cNvSpPr txBox="1">
            <a:spLocks noChangeArrowheads="1"/>
          </p:cNvSpPr>
          <p:nvPr/>
        </p:nvSpPr>
        <p:spPr bwMode="auto">
          <a:xfrm>
            <a:off x="5711205" y="4546676"/>
            <a:ext cx="1872208" cy="3968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Schaltfunktion:</a:t>
            </a:r>
          </a:p>
        </p:txBody>
      </p:sp>
      <p:graphicFrame>
        <p:nvGraphicFramePr>
          <p:cNvPr id="13" name="Object 8">
            <a:extLst>
              <a:ext uri="{FF2B5EF4-FFF2-40B4-BE49-F238E27FC236}">
                <a16:creationId xmlns:a16="http://schemas.microsoft.com/office/drawing/2014/main" id="{45964DDC-6A5D-473E-9668-B2BE8F3F2C79}"/>
              </a:ext>
            </a:extLst>
          </p:cNvPr>
          <p:cNvGraphicFramePr>
            <a:graphicFrameLocks noChangeAspect="1"/>
          </p:cNvGraphicFramePr>
          <p:nvPr>
            <p:extLst>
              <p:ext uri="{D42A27DB-BD31-4B8C-83A1-F6EECF244321}">
                <p14:modId xmlns:p14="http://schemas.microsoft.com/office/powerpoint/2010/main" val="3010801392"/>
              </p:ext>
            </p:extLst>
          </p:nvPr>
        </p:nvGraphicFramePr>
        <p:xfrm>
          <a:off x="7707562" y="4562551"/>
          <a:ext cx="1765300" cy="381000"/>
        </p:xfrm>
        <a:graphic>
          <a:graphicData uri="http://schemas.openxmlformats.org/presentationml/2006/ole">
            <mc:AlternateContent xmlns:mc="http://schemas.openxmlformats.org/markup-compatibility/2006">
              <mc:Choice xmlns:v="urn:schemas-microsoft-com:vml" Requires="v">
                <p:oleObj spid="_x0000_s7219" name="Equation" r:id="rId5" imgW="1765300" imgH="381000" progId="Equation.3">
                  <p:embed/>
                </p:oleObj>
              </mc:Choice>
              <mc:Fallback>
                <p:oleObj name="Equation" r:id="rId5" imgW="1765300" imgH="381000" progId="Equation.3">
                  <p:embed/>
                  <p:pic>
                    <p:nvPicPr>
                      <p:cNvPr id="27661"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07562" y="4562551"/>
                        <a:ext cx="17653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102">
            <a:extLst>
              <a:ext uri="{FF2B5EF4-FFF2-40B4-BE49-F238E27FC236}">
                <a16:creationId xmlns:a16="http://schemas.microsoft.com/office/drawing/2014/main" id="{C7B43FFD-089A-4134-8E5B-1A69916B5B36}"/>
              </a:ext>
            </a:extLst>
          </p:cNvPr>
          <p:cNvSpPr txBox="1">
            <a:spLocks noChangeArrowheads="1"/>
          </p:cNvSpPr>
          <p:nvPr/>
        </p:nvSpPr>
        <p:spPr bwMode="auto">
          <a:xfrm>
            <a:off x="5711206" y="5323509"/>
            <a:ext cx="1872207" cy="396875"/>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t>Schaltung:</a:t>
            </a:r>
          </a:p>
        </p:txBody>
      </p:sp>
      <p:sp>
        <p:nvSpPr>
          <p:cNvPr id="16" name="Text Box 9">
            <a:extLst>
              <a:ext uri="{FF2B5EF4-FFF2-40B4-BE49-F238E27FC236}">
                <a16:creationId xmlns:a16="http://schemas.microsoft.com/office/drawing/2014/main" id="{A1143989-68CF-42EE-8914-FE4A14831113}"/>
              </a:ext>
            </a:extLst>
          </p:cNvPr>
          <p:cNvSpPr txBox="1">
            <a:spLocks noChangeArrowheads="1"/>
          </p:cNvSpPr>
          <p:nvPr/>
        </p:nvSpPr>
        <p:spPr bwMode="auto">
          <a:xfrm>
            <a:off x="8479718" y="6086506"/>
            <a:ext cx="2514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a:p>
        </p:txBody>
      </p:sp>
      <p:sp>
        <p:nvSpPr>
          <p:cNvPr id="17" name="Line 77">
            <a:extLst>
              <a:ext uri="{FF2B5EF4-FFF2-40B4-BE49-F238E27FC236}">
                <a16:creationId xmlns:a16="http://schemas.microsoft.com/office/drawing/2014/main" id="{69FC604D-4704-408F-8AEC-F8B7BD22F78C}"/>
              </a:ext>
            </a:extLst>
          </p:cNvPr>
          <p:cNvSpPr>
            <a:spLocks noChangeShapeType="1"/>
          </p:cNvSpPr>
          <p:nvPr/>
        </p:nvSpPr>
        <p:spPr bwMode="auto">
          <a:xfrm>
            <a:off x="9256006" y="5486431"/>
            <a:ext cx="4429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18" name="Line 78">
            <a:extLst>
              <a:ext uri="{FF2B5EF4-FFF2-40B4-BE49-F238E27FC236}">
                <a16:creationId xmlns:a16="http://schemas.microsoft.com/office/drawing/2014/main" id="{8A7BC0FE-258B-448D-96EA-30F76D8CB171}"/>
              </a:ext>
            </a:extLst>
          </p:cNvPr>
          <p:cNvSpPr>
            <a:spLocks noChangeShapeType="1"/>
          </p:cNvSpPr>
          <p:nvPr/>
        </p:nvSpPr>
        <p:spPr bwMode="auto">
          <a:xfrm flipV="1">
            <a:off x="8251118" y="5715031"/>
            <a:ext cx="471488" cy="63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19" name="Line 79">
            <a:extLst>
              <a:ext uri="{FF2B5EF4-FFF2-40B4-BE49-F238E27FC236}">
                <a16:creationId xmlns:a16="http://schemas.microsoft.com/office/drawing/2014/main" id="{207D91BE-ED47-45DB-AC99-EB937D4D1A89}"/>
              </a:ext>
            </a:extLst>
          </p:cNvPr>
          <p:cNvSpPr>
            <a:spLocks noChangeShapeType="1"/>
          </p:cNvSpPr>
          <p:nvPr/>
        </p:nvSpPr>
        <p:spPr bwMode="auto">
          <a:xfrm>
            <a:off x="8265406" y="6407181"/>
            <a:ext cx="457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0" name="Line 81">
            <a:extLst>
              <a:ext uri="{FF2B5EF4-FFF2-40B4-BE49-F238E27FC236}">
                <a16:creationId xmlns:a16="http://schemas.microsoft.com/office/drawing/2014/main" id="{0321B311-E881-46B1-A7AE-857262F4EAE2}"/>
              </a:ext>
            </a:extLst>
          </p:cNvPr>
          <p:cNvSpPr>
            <a:spLocks noChangeShapeType="1"/>
          </p:cNvSpPr>
          <p:nvPr/>
        </p:nvSpPr>
        <p:spPr bwMode="auto">
          <a:xfrm flipV="1">
            <a:off x="9698918" y="5715031"/>
            <a:ext cx="431800" cy="63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1" name="Rectangle 82">
            <a:extLst>
              <a:ext uri="{FF2B5EF4-FFF2-40B4-BE49-F238E27FC236}">
                <a16:creationId xmlns:a16="http://schemas.microsoft.com/office/drawing/2014/main" id="{361740CA-BD02-46EA-861B-17841D24EA6A}"/>
              </a:ext>
            </a:extLst>
          </p:cNvPr>
          <p:cNvSpPr>
            <a:spLocks noChangeArrowheads="1"/>
          </p:cNvSpPr>
          <p:nvPr/>
        </p:nvSpPr>
        <p:spPr bwMode="auto">
          <a:xfrm>
            <a:off x="10143418" y="5562631"/>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2" name="Line 84">
            <a:extLst>
              <a:ext uri="{FF2B5EF4-FFF2-40B4-BE49-F238E27FC236}">
                <a16:creationId xmlns:a16="http://schemas.microsoft.com/office/drawing/2014/main" id="{4F747D0A-718E-4EE0-875B-AC5B7A29F595}"/>
              </a:ext>
            </a:extLst>
          </p:cNvPr>
          <p:cNvSpPr>
            <a:spLocks noChangeShapeType="1"/>
          </p:cNvSpPr>
          <p:nvPr/>
        </p:nvSpPr>
        <p:spPr bwMode="auto">
          <a:xfrm flipV="1">
            <a:off x="9698918" y="5486431"/>
            <a:ext cx="0" cy="228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3" name="Rectangle 85">
            <a:extLst>
              <a:ext uri="{FF2B5EF4-FFF2-40B4-BE49-F238E27FC236}">
                <a16:creationId xmlns:a16="http://schemas.microsoft.com/office/drawing/2014/main" id="{E434510F-36E1-452B-B3C2-832B3C9B688B}"/>
              </a:ext>
            </a:extLst>
          </p:cNvPr>
          <p:cNvSpPr>
            <a:spLocks noChangeArrowheads="1"/>
          </p:cNvSpPr>
          <p:nvPr/>
        </p:nvSpPr>
        <p:spPr bwMode="auto">
          <a:xfrm>
            <a:off x="8722606" y="5105431"/>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4" name="Text Box 86">
            <a:extLst>
              <a:ext uri="{FF2B5EF4-FFF2-40B4-BE49-F238E27FC236}">
                <a16:creationId xmlns:a16="http://schemas.microsoft.com/office/drawing/2014/main" id="{64CE1413-C017-47BD-98F7-8BFFB11E6851}"/>
              </a:ext>
            </a:extLst>
          </p:cNvPr>
          <p:cNvSpPr txBox="1">
            <a:spLocks noChangeArrowheads="1"/>
          </p:cNvSpPr>
          <p:nvPr/>
        </p:nvSpPr>
        <p:spPr bwMode="auto">
          <a:xfrm>
            <a:off x="8805156" y="5327681"/>
            <a:ext cx="3571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a:latin typeface="Arial" panose="020B0604020202020204" pitchFamily="34" charset="0"/>
                <a:sym typeface="Symbol" panose="05050102010706020507" pitchFamily="18" charset="2"/>
              </a:rPr>
              <a:t>1</a:t>
            </a:r>
          </a:p>
        </p:txBody>
      </p:sp>
      <p:sp>
        <p:nvSpPr>
          <p:cNvPr id="25" name="Rectangle 87">
            <a:extLst>
              <a:ext uri="{FF2B5EF4-FFF2-40B4-BE49-F238E27FC236}">
                <a16:creationId xmlns:a16="http://schemas.microsoft.com/office/drawing/2014/main" id="{36FBD71C-F0E2-4D1C-A9C6-08F55221674D}"/>
              </a:ext>
            </a:extLst>
          </p:cNvPr>
          <p:cNvSpPr>
            <a:spLocks noChangeArrowheads="1"/>
          </p:cNvSpPr>
          <p:nvPr/>
        </p:nvSpPr>
        <p:spPr bwMode="auto">
          <a:xfrm>
            <a:off x="8722606" y="6156356"/>
            <a:ext cx="520700" cy="509588"/>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6" name="Text Box 88">
            <a:extLst>
              <a:ext uri="{FF2B5EF4-FFF2-40B4-BE49-F238E27FC236}">
                <a16:creationId xmlns:a16="http://schemas.microsoft.com/office/drawing/2014/main" id="{D7AE63F1-BB2A-4290-BC3A-CE3A14D68C72}"/>
              </a:ext>
            </a:extLst>
          </p:cNvPr>
          <p:cNvSpPr txBox="1">
            <a:spLocks noChangeArrowheads="1"/>
          </p:cNvSpPr>
          <p:nvPr/>
        </p:nvSpPr>
        <p:spPr bwMode="auto">
          <a:xfrm>
            <a:off x="10216443" y="5791231"/>
            <a:ext cx="3571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a:latin typeface="Arial" panose="020B0604020202020204" pitchFamily="34" charset="0"/>
                <a:sym typeface="Symbol" panose="05050102010706020507" pitchFamily="18" charset="2"/>
              </a:rPr>
              <a:t>&amp;</a:t>
            </a:r>
            <a:endParaRPr lang="de-DE" altLang="de-DE" sz="2400">
              <a:latin typeface="Arial" panose="020B0604020202020204" pitchFamily="34" charset="0"/>
            </a:endParaRPr>
          </a:p>
        </p:txBody>
      </p:sp>
      <p:sp>
        <p:nvSpPr>
          <p:cNvPr id="27" name="Line 90">
            <a:extLst>
              <a:ext uri="{FF2B5EF4-FFF2-40B4-BE49-F238E27FC236}">
                <a16:creationId xmlns:a16="http://schemas.microsoft.com/office/drawing/2014/main" id="{DBBA1226-833E-4FFF-AD48-B7D87A309111}"/>
              </a:ext>
            </a:extLst>
          </p:cNvPr>
          <p:cNvSpPr>
            <a:spLocks noChangeShapeType="1"/>
          </p:cNvSpPr>
          <p:nvPr/>
        </p:nvSpPr>
        <p:spPr bwMode="auto">
          <a:xfrm>
            <a:off x="9408406" y="6400831"/>
            <a:ext cx="2905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8" name="Line 91">
            <a:extLst>
              <a:ext uri="{FF2B5EF4-FFF2-40B4-BE49-F238E27FC236}">
                <a16:creationId xmlns:a16="http://schemas.microsoft.com/office/drawing/2014/main" id="{F5E2773A-9516-42C1-83F8-18D6EC70A1CF}"/>
              </a:ext>
            </a:extLst>
          </p:cNvPr>
          <p:cNvSpPr>
            <a:spLocks noChangeShapeType="1"/>
          </p:cNvSpPr>
          <p:nvPr/>
        </p:nvSpPr>
        <p:spPr bwMode="auto">
          <a:xfrm>
            <a:off x="9698918" y="6172231"/>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9" name="Line 92">
            <a:extLst>
              <a:ext uri="{FF2B5EF4-FFF2-40B4-BE49-F238E27FC236}">
                <a16:creationId xmlns:a16="http://schemas.microsoft.com/office/drawing/2014/main" id="{B91F678E-CF5C-46D9-B648-ED37D66981D1}"/>
              </a:ext>
            </a:extLst>
          </p:cNvPr>
          <p:cNvSpPr>
            <a:spLocks noChangeShapeType="1"/>
          </p:cNvSpPr>
          <p:nvPr/>
        </p:nvSpPr>
        <p:spPr bwMode="auto">
          <a:xfrm flipV="1">
            <a:off x="9698918" y="6172231"/>
            <a:ext cx="0" cy="228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0" name="Line 94">
            <a:extLst>
              <a:ext uri="{FF2B5EF4-FFF2-40B4-BE49-F238E27FC236}">
                <a16:creationId xmlns:a16="http://schemas.microsoft.com/office/drawing/2014/main" id="{ED6A1EA6-C790-4231-80A6-14322034A32E}"/>
              </a:ext>
            </a:extLst>
          </p:cNvPr>
          <p:cNvSpPr>
            <a:spLocks noChangeShapeType="1"/>
          </p:cNvSpPr>
          <p:nvPr/>
        </p:nvSpPr>
        <p:spPr bwMode="auto">
          <a:xfrm>
            <a:off x="8251118" y="5327681"/>
            <a:ext cx="457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1" name="Line 95">
            <a:extLst>
              <a:ext uri="{FF2B5EF4-FFF2-40B4-BE49-F238E27FC236}">
                <a16:creationId xmlns:a16="http://schemas.microsoft.com/office/drawing/2014/main" id="{D25A2CCC-E0B4-490A-BA83-E4AD67DB319D}"/>
              </a:ext>
            </a:extLst>
          </p:cNvPr>
          <p:cNvSpPr>
            <a:spLocks noChangeShapeType="1"/>
          </p:cNvSpPr>
          <p:nvPr/>
        </p:nvSpPr>
        <p:spPr bwMode="auto">
          <a:xfrm>
            <a:off x="10649831" y="5949981"/>
            <a:ext cx="4968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2" name="Text Box 96">
            <a:extLst>
              <a:ext uri="{FF2B5EF4-FFF2-40B4-BE49-F238E27FC236}">
                <a16:creationId xmlns:a16="http://schemas.microsoft.com/office/drawing/2014/main" id="{C8C7FE47-9E16-4EBC-A36E-0767D979A242}"/>
              </a:ext>
            </a:extLst>
          </p:cNvPr>
          <p:cNvSpPr txBox="1">
            <a:spLocks noChangeArrowheads="1"/>
          </p:cNvSpPr>
          <p:nvPr/>
        </p:nvSpPr>
        <p:spPr bwMode="auto">
          <a:xfrm>
            <a:off x="7870118" y="5105431"/>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400"/>
              <a:t>k</a:t>
            </a:r>
          </a:p>
        </p:txBody>
      </p:sp>
      <p:sp>
        <p:nvSpPr>
          <p:cNvPr id="33" name="Text Box 97">
            <a:extLst>
              <a:ext uri="{FF2B5EF4-FFF2-40B4-BE49-F238E27FC236}">
                <a16:creationId xmlns:a16="http://schemas.microsoft.com/office/drawing/2014/main" id="{50A55D79-DD4E-4BBD-85DB-32FCD5BD7400}"/>
              </a:ext>
            </a:extLst>
          </p:cNvPr>
          <p:cNvSpPr txBox="1">
            <a:spLocks noChangeArrowheads="1"/>
          </p:cNvSpPr>
          <p:nvPr/>
        </p:nvSpPr>
        <p:spPr bwMode="auto">
          <a:xfrm>
            <a:off x="7884406" y="5464206"/>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400"/>
              <a:t>t</a:t>
            </a:r>
          </a:p>
        </p:txBody>
      </p:sp>
      <p:sp>
        <p:nvSpPr>
          <p:cNvPr id="34" name="Text Box 98">
            <a:extLst>
              <a:ext uri="{FF2B5EF4-FFF2-40B4-BE49-F238E27FC236}">
                <a16:creationId xmlns:a16="http://schemas.microsoft.com/office/drawing/2014/main" id="{2ECB7CF5-A4DE-4625-8503-51BD709FA700}"/>
              </a:ext>
            </a:extLst>
          </p:cNvPr>
          <p:cNvSpPr txBox="1">
            <a:spLocks noChangeArrowheads="1"/>
          </p:cNvSpPr>
          <p:nvPr/>
        </p:nvSpPr>
        <p:spPr bwMode="auto">
          <a:xfrm>
            <a:off x="7870118" y="6178581"/>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400"/>
              <a:t>w</a:t>
            </a:r>
          </a:p>
        </p:txBody>
      </p:sp>
      <p:sp>
        <p:nvSpPr>
          <p:cNvPr id="36" name="Text Box 99">
            <a:extLst>
              <a:ext uri="{FF2B5EF4-FFF2-40B4-BE49-F238E27FC236}">
                <a16:creationId xmlns:a16="http://schemas.microsoft.com/office/drawing/2014/main" id="{DAB59306-CD1B-43D0-BABB-C7CE0A991810}"/>
              </a:ext>
            </a:extLst>
          </p:cNvPr>
          <p:cNvSpPr txBox="1">
            <a:spLocks noChangeArrowheads="1"/>
          </p:cNvSpPr>
          <p:nvPr/>
        </p:nvSpPr>
        <p:spPr bwMode="auto">
          <a:xfrm>
            <a:off x="11146718" y="5721381"/>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400"/>
              <a:t>h</a:t>
            </a:r>
          </a:p>
        </p:txBody>
      </p:sp>
      <p:sp>
        <p:nvSpPr>
          <p:cNvPr id="37" name="Text Box 100">
            <a:extLst>
              <a:ext uri="{FF2B5EF4-FFF2-40B4-BE49-F238E27FC236}">
                <a16:creationId xmlns:a16="http://schemas.microsoft.com/office/drawing/2014/main" id="{69CF8536-79F6-4541-8A8E-C1928E54CE12}"/>
              </a:ext>
            </a:extLst>
          </p:cNvPr>
          <p:cNvSpPr txBox="1">
            <a:spLocks noChangeArrowheads="1"/>
          </p:cNvSpPr>
          <p:nvPr/>
        </p:nvSpPr>
        <p:spPr bwMode="auto">
          <a:xfrm>
            <a:off x="8805156" y="6218269"/>
            <a:ext cx="3571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a:latin typeface="Arial" panose="020B0604020202020204" pitchFamily="34" charset="0"/>
                <a:sym typeface="Symbol" panose="05050102010706020507" pitchFamily="18" charset="2"/>
              </a:rPr>
              <a:t>1</a:t>
            </a:r>
            <a:endParaRPr lang="de-DE" altLang="de-DE" sz="2400" b="1">
              <a:latin typeface="Arial" panose="020B0604020202020204" pitchFamily="34" charset="0"/>
            </a:endParaRPr>
          </a:p>
        </p:txBody>
      </p:sp>
      <p:sp>
        <p:nvSpPr>
          <p:cNvPr id="38" name="Oval 101">
            <a:extLst>
              <a:ext uri="{FF2B5EF4-FFF2-40B4-BE49-F238E27FC236}">
                <a16:creationId xmlns:a16="http://schemas.microsoft.com/office/drawing/2014/main" id="{38192E02-1AC8-44C9-8F57-506C20BA7F7E}"/>
              </a:ext>
            </a:extLst>
          </p:cNvPr>
          <p:cNvSpPr>
            <a:spLocks noChangeArrowheads="1"/>
          </p:cNvSpPr>
          <p:nvPr/>
        </p:nvSpPr>
        <p:spPr bwMode="auto">
          <a:xfrm>
            <a:off x="9256006" y="6330981"/>
            <a:ext cx="152400" cy="152400"/>
          </a:xfrm>
          <a:prstGeom prst="ellipse">
            <a:avLst/>
          </a:prstGeom>
          <a:solidFill>
            <a:schemeClr val="tx1"/>
          </a:solidFill>
          <a:ln w="19050">
            <a:solidFill>
              <a:schemeClr val="tx1"/>
            </a:solidFill>
            <a:round/>
            <a:headEnd/>
            <a:tailEnd/>
          </a:ln>
          <a:extLst/>
        </p:spPr>
        <p:txBody>
          <a:bodyPr wrap="non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Tree>
    <p:extLst>
      <p:ext uri="{BB962C8B-B14F-4D97-AF65-F5344CB8AC3E}">
        <p14:creationId xmlns:p14="http://schemas.microsoft.com/office/powerpoint/2010/main" val="367418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ppt_x"/>
                                          </p:val>
                                        </p:tav>
                                        <p:tav tm="100000">
                                          <p:val>
                                            <p:strVal val="#ppt_x"/>
                                          </p:val>
                                        </p:tav>
                                      </p:tavLst>
                                    </p:anim>
                                    <p:anim calcmode="lin" valueType="num">
                                      <p:cBhvr additive="base">
                                        <p:cTn id="22" dur="500" fill="hold"/>
                                        <p:tgtEl>
                                          <p:spTgt spid="1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ppt_x"/>
                                          </p:val>
                                        </p:tav>
                                        <p:tav tm="100000">
                                          <p:val>
                                            <p:strVal val="#ppt_x"/>
                                          </p:val>
                                        </p:tav>
                                      </p:tavLst>
                                    </p:anim>
                                    <p:anim calcmode="lin" valueType="num">
                                      <p:cBhvr additive="base">
                                        <p:cTn id="34" dur="500" fill="hold"/>
                                        <p:tgtEl>
                                          <p:spTgt spid="2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fill="hold"/>
                                        <p:tgtEl>
                                          <p:spTgt spid="22"/>
                                        </p:tgtEl>
                                        <p:attrNameLst>
                                          <p:attrName>ppt_x</p:attrName>
                                        </p:attrNameLst>
                                      </p:cBhvr>
                                      <p:tavLst>
                                        <p:tav tm="0">
                                          <p:val>
                                            <p:strVal val="#ppt_x"/>
                                          </p:val>
                                        </p:tav>
                                        <p:tav tm="100000">
                                          <p:val>
                                            <p:strVal val="#ppt_x"/>
                                          </p:val>
                                        </p:tav>
                                      </p:tavLst>
                                    </p:anim>
                                    <p:anim calcmode="lin" valueType="num">
                                      <p:cBhvr additive="base">
                                        <p:cTn id="38" dur="500" fill="hold"/>
                                        <p:tgtEl>
                                          <p:spTgt spid="2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additive="base">
                                        <p:cTn id="41" dur="500" fill="hold"/>
                                        <p:tgtEl>
                                          <p:spTgt spid="23"/>
                                        </p:tgtEl>
                                        <p:attrNameLst>
                                          <p:attrName>ppt_x</p:attrName>
                                        </p:attrNameLst>
                                      </p:cBhvr>
                                      <p:tavLst>
                                        <p:tav tm="0">
                                          <p:val>
                                            <p:strVal val="#ppt_x"/>
                                          </p:val>
                                        </p:tav>
                                        <p:tav tm="100000">
                                          <p:val>
                                            <p:strVal val="#ppt_x"/>
                                          </p:val>
                                        </p:tav>
                                      </p:tavLst>
                                    </p:anim>
                                    <p:anim calcmode="lin" valueType="num">
                                      <p:cBhvr additive="base">
                                        <p:cTn id="42" dur="500" fill="hold"/>
                                        <p:tgtEl>
                                          <p:spTgt spid="2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 calcmode="lin" valueType="num">
                                      <p:cBhvr additive="base">
                                        <p:cTn id="45" dur="500" fill="hold"/>
                                        <p:tgtEl>
                                          <p:spTgt spid="24"/>
                                        </p:tgtEl>
                                        <p:attrNameLst>
                                          <p:attrName>ppt_x</p:attrName>
                                        </p:attrNameLst>
                                      </p:cBhvr>
                                      <p:tavLst>
                                        <p:tav tm="0">
                                          <p:val>
                                            <p:strVal val="#ppt_x"/>
                                          </p:val>
                                        </p:tav>
                                        <p:tav tm="100000">
                                          <p:val>
                                            <p:strVal val="#ppt_x"/>
                                          </p:val>
                                        </p:tav>
                                      </p:tavLst>
                                    </p:anim>
                                    <p:anim calcmode="lin" valueType="num">
                                      <p:cBhvr additive="base">
                                        <p:cTn id="46" dur="500" fill="hold"/>
                                        <p:tgtEl>
                                          <p:spTgt spid="24"/>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additive="base">
                                        <p:cTn id="49" dur="500" fill="hold"/>
                                        <p:tgtEl>
                                          <p:spTgt spid="25"/>
                                        </p:tgtEl>
                                        <p:attrNameLst>
                                          <p:attrName>ppt_x</p:attrName>
                                        </p:attrNameLst>
                                      </p:cBhvr>
                                      <p:tavLst>
                                        <p:tav tm="0">
                                          <p:val>
                                            <p:strVal val="#ppt_x"/>
                                          </p:val>
                                        </p:tav>
                                        <p:tav tm="100000">
                                          <p:val>
                                            <p:strVal val="#ppt_x"/>
                                          </p:val>
                                        </p:tav>
                                      </p:tavLst>
                                    </p:anim>
                                    <p:anim calcmode="lin" valueType="num">
                                      <p:cBhvr additive="base">
                                        <p:cTn id="50" dur="500" fill="hold"/>
                                        <p:tgtEl>
                                          <p:spTgt spid="2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additive="base">
                                        <p:cTn id="53" dur="500" fill="hold"/>
                                        <p:tgtEl>
                                          <p:spTgt spid="26"/>
                                        </p:tgtEl>
                                        <p:attrNameLst>
                                          <p:attrName>ppt_x</p:attrName>
                                        </p:attrNameLst>
                                      </p:cBhvr>
                                      <p:tavLst>
                                        <p:tav tm="0">
                                          <p:val>
                                            <p:strVal val="#ppt_x"/>
                                          </p:val>
                                        </p:tav>
                                        <p:tav tm="100000">
                                          <p:val>
                                            <p:strVal val="#ppt_x"/>
                                          </p:val>
                                        </p:tav>
                                      </p:tavLst>
                                    </p:anim>
                                    <p:anim calcmode="lin" valueType="num">
                                      <p:cBhvr additive="base">
                                        <p:cTn id="54" dur="500" fill="hold"/>
                                        <p:tgtEl>
                                          <p:spTgt spid="26"/>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 calcmode="lin" valueType="num">
                                      <p:cBhvr additive="base">
                                        <p:cTn id="57" dur="500" fill="hold"/>
                                        <p:tgtEl>
                                          <p:spTgt spid="27"/>
                                        </p:tgtEl>
                                        <p:attrNameLst>
                                          <p:attrName>ppt_x</p:attrName>
                                        </p:attrNameLst>
                                      </p:cBhvr>
                                      <p:tavLst>
                                        <p:tav tm="0">
                                          <p:val>
                                            <p:strVal val="#ppt_x"/>
                                          </p:val>
                                        </p:tav>
                                        <p:tav tm="100000">
                                          <p:val>
                                            <p:strVal val="#ppt_x"/>
                                          </p:val>
                                        </p:tav>
                                      </p:tavLst>
                                    </p:anim>
                                    <p:anim calcmode="lin" valueType="num">
                                      <p:cBhvr additive="base">
                                        <p:cTn id="58" dur="500" fill="hold"/>
                                        <p:tgtEl>
                                          <p:spTgt spid="27"/>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 calcmode="lin" valueType="num">
                                      <p:cBhvr additive="base">
                                        <p:cTn id="65" dur="500" fill="hold"/>
                                        <p:tgtEl>
                                          <p:spTgt spid="29"/>
                                        </p:tgtEl>
                                        <p:attrNameLst>
                                          <p:attrName>ppt_x</p:attrName>
                                        </p:attrNameLst>
                                      </p:cBhvr>
                                      <p:tavLst>
                                        <p:tav tm="0">
                                          <p:val>
                                            <p:strVal val="#ppt_x"/>
                                          </p:val>
                                        </p:tav>
                                        <p:tav tm="100000">
                                          <p:val>
                                            <p:strVal val="#ppt_x"/>
                                          </p:val>
                                        </p:tav>
                                      </p:tavLst>
                                    </p:anim>
                                    <p:anim calcmode="lin" valueType="num">
                                      <p:cBhvr additive="base">
                                        <p:cTn id="66" dur="500" fill="hold"/>
                                        <p:tgtEl>
                                          <p:spTgt spid="2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anim calcmode="lin" valueType="num">
                                      <p:cBhvr additive="base">
                                        <p:cTn id="69" dur="500" fill="hold"/>
                                        <p:tgtEl>
                                          <p:spTgt spid="30"/>
                                        </p:tgtEl>
                                        <p:attrNameLst>
                                          <p:attrName>ppt_x</p:attrName>
                                        </p:attrNameLst>
                                      </p:cBhvr>
                                      <p:tavLst>
                                        <p:tav tm="0">
                                          <p:val>
                                            <p:strVal val="#ppt_x"/>
                                          </p:val>
                                        </p:tav>
                                        <p:tav tm="100000">
                                          <p:val>
                                            <p:strVal val="#ppt_x"/>
                                          </p:val>
                                        </p:tav>
                                      </p:tavLst>
                                    </p:anim>
                                    <p:anim calcmode="lin" valueType="num">
                                      <p:cBhvr additive="base">
                                        <p:cTn id="70" dur="500" fill="hold"/>
                                        <p:tgtEl>
                                          <p:spTgt spid="30"/>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 calcmode="lin" valueType="num">
                                      <p:cBhvr additive="base">
                                        <p:cTn id="73" dur="500" fill="hold"/>
                                        <p:tgtEl>
                                          <p:spTgt spid="31"/>
                                        </p:tgtEl>
                                        <p:attrNameLst>
                                          <p:attrName>ppt_x</p:attrName>
                                        </p:attrNameLst>
                                      </p:cBhvr>
                                      <p:tavLst>
                                        <p:tav tm="0">
                                          <p:val>
                                            <p:strVal val="#ppt_x"/>
                                          </p:val>
                                        </p:tav>
                                        <p:tav tm="100000">
                                          <p:val>
                                            <p:strVal val="#ppt_x"/>
                                          </p:val>
                                        </p:tav>
                                      </p:tavLst>
                                    </p:anim>
                                    <p:anim calcmode="lin" valueType="num">
                                      <p:cBhvr additive="base">
                                        <p:cTn id="74" dur="500" fill="hold"/>
                                        <p:tgtEl>
                                          <p:spTgt spid="31"/>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anim calcmode="lin" valueType="num">
                                      <p:cBhvr additive="base">
                                        <p:cTn id="77" dur="500" fill="hold"/>
                                        <p:tgtEl>
                                          <p:spTgt spid="32"/>
                                        </p:tgtEl>
                                        <p:attrNameLst>
                                          <p:attrName>ppt_x</p:attrName>
                                        </p:attrNameLst>
                                      </p:cBhvr>
                                      <p:tavLst>
                                        <p:tav tm="0">
                                          <p:val>
                                            <p:strVal val="#ppt_x"/>
                                          </p:val>
                                        </p:tav>
                                        <p:tav tm="100000">
                                          <p:val>
                                            <p:strVal val="#ppt_x"/>
                                          </p:val>
                                        </p:tav>
                                      </p:tavLst>
                                    </p:anim>
                                    <p:anim calcmode="lin" valueType="num">
                                      <p:cBhvr additive="base">
                                        <p:cTn id="78" dur="500" fill="hold"/>
                                        <p:tgtEl>
                                          <p:spTgt spid="32"/>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3"/>
                                        </p:tgtEl>
                                        <p:attrNameLst>
                                          <p:attrName>style.visibility</p:attrName>
                                        </p:attrNameLst>
                                      </p:cBhvr>
                                      <p:to>
                                        <p:strVal val="visible"/>
                                      </p:to>
                                    </p:set>
                                    <p:anim calcmode="lin" valueType="num">
                                      <p:cBhvr additive="base">
                                        <p:cTn id="81" dur="500" fill="hold"/>
                                        <p:tgtEl>
                                          <p:spTgt spid="33"/>
                                        </p:tgtEl>
                                        <p:attrNameLst>
                                          <p:attrName>ppt_x</p:attrName>
                                        </p:attrNameLst>
                                      </p:cBhvr>
                                      <p:tavLst>
                                        <p:tav tm="0">
                                          <p:val>
                                            <p:strVal val="#ppt_x"/>
                                          </p:val>
                                        </p:tav>
                                        <p:tav tm="100000">
                                          <p:val>
                                            <p:strVal val="#ppt_x"/>
                                          </p:val>
                                        </p:tav>
                                      </p:tavLst>
                                    </p:anim>
                                    <p:anim calcmode="lin" valueType="num">
                                      <p:cBhvr additive="base">
                                        <p:cTn id="82" dur="500" fill="hold"/>
                                        <p:tgtEl>
                                          <p:spTgt spid="33"/>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 calcmode="lin" valueType="num">
                                      <p:cBhvr additive="base">
                                        <p:cTn id="85" dur="500" fill="hold"/>
                                        <p:tgtEl>
                                          <p:spTgt spid="34"/>
                                        </p:tgtEl>
                                        <p:attrNameLst>
                                          <p:attrName>ppt_x</p:attrName>
                                        </p:attrNameLst>
                                      </p:cBhvr>
                                      <p:tavLst>
                                        <p:tav tm="0">
                                          <p:val>
                                            <p:strVal val="#ppt_x"/>
                                          </p:val>
                                        </p:tav>
                                        <p:tav tm="100000">
                                          <p:val>
                                            <p:strVal val="#ppt_x"/>
                                          </p:val>
                                        </p:tav>
                                      </p:tavLst>
                                    </p:anim>
                                    <p:anim calcmode="lin" valueType="num">
                                      <p:cBhvr additive="base">
                                        <p:cTn id="86" dur="500" fill="hold"/>
                                        <p:tgtEl>
                                          <p:spTgt spid="34"/>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36"/>
                                        </p:tgtEl>
                                        <p:attrNameLst>
                                          <p:attrName>style.visibility</p:attrName>
                                        </p:attrNameLst>
                                      </p:cBhvr>
                                      <p:to>
                                        <p:strVal val="visible"/>
                                      </p:to>
                                    </p:set>
                                    <p:anim calcmode="lin" valueType="num">
                                      <p:cBhvr additive="base">
                                        <p:cTn id="89" dur="500" fill="hold"/>
                                        <p:tgtEl>
                                          <p:spTgt spid="36"/>
                                        </p:tgtEl>
                                        <p:attrNameLst>
                                          <p:attrName>ppt_x</p:attrName>
                                        </p:attrNameLst>
                                      </p:cBhvr>
                                      <p:tavLst>
                                        <p:tav tm="0">
                                          <p:val>
                                            <p:strVal val="#ppt_x"/>
                                          </p:val>
                                        </p:tav>
                                        <p:tav tm="100000">
                                          <p:val>
                                            <p:strVal val="#ppt_x"/>
                                          </p:val>
                                        </p:tav>
                                      </p:tavLst>
                                    </p:anim>
                                    <p:anim calcmode="lin" valueType="num">
                                      <p:cBhvr additive="base">
                                        <p:cTn id="90" dur="500" fill="hold"/>
                                        <p:tgtEl>
                                          <p:spTgt spid="36"/>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 calcmode="lin" valueType="num">
                                      <p:cBhvr additive="base">
                                        <p:cTn id="93" dur="500" fill="hold"/>
                                        <p:tgtEl>
                                          <p:spTgt spid="37"/>
                                        </p:tgtEl>
                                        <p:attrNameLst>
                                          <p:attrName>ppt_x</p:attrName>
                                        </p:attrNameLst>
                                      </p:cBhvr>
                                      <p:tavLst>
                                        <p:tav tm="0">
                                          <p:val>
                                            <p:strVal val="#ppt_x"/>
                                          </p:val>
                                        </p:tav>
                                        <p:tav tm="100000">
                                          <p:val>
                                            <p:strVal val="#ppt_x"/>
                                          </p:val>
                                        </p:tav>
                                      </p:tavLst>
                                    </p:anim>
                                    <p:anim calcmode="lin" valueType="num">
                                      <p:cBhvr additive="base">
                                        <p:cTn id="94" dur="500" fill="hold"/>
                                        <p:tgtEl>
                                          <p:spTgt spid="37"/>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 calcmode="lin" valueType="num">
                                      <p:cBhvr additive="base">
                                        <p:cTn id="97" dur="500" fill="hold"/>
                                        <p:tgtEl>
                                          <p:spTgt spid="38"/>
                                        </p:tgtEl>
                                        <p:attrNameLst>
                                          <p:attrName>ppt_x</p:attrName>
                                        </p:attrNameLst>
                                      </p:cBhvr>
                                      <p:tavLst>
                                        <p:tav tm="0">
                                          <p:val>
                                            <p:strVal val="#ppt_x"/>
                                          </p:val>
                                        </p:tav>
                                        <p:tav tm="100000">
                                          <p:val>
                                            <p:strVal val="#ppt_x"/>
                                          </p:val>
                                        </p:tav>
                                      </p:tavLst>
                                    </p:anim>
                                    <p:anim calcmode="lin" valueType="num">
                                      <p:cBhvr additive="base">
                                        <p:cTn id="9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P spid="18" grpId="0" animBg="1"/>
      <p:bldP spid="19" grpId="0" animBg="1"/>
      <p:bldP spid="20" grpId="0" animBg="1"/>
      <p:bldP spid="21" grpId="0" animBg="1"/>
      <p:bldP spid="22" grpId="0" animBg="1"/>
      <p:bldP spid="23" grpId="0" animBg="1"/>
      <p:bldP spid="24" grpId="0"/>
      <p:bldP spid="25" grpId="0" animBg="1"/>
      <p:bldP spid="26" grpId="0"/>
      <p:bldP spid="27" grpId="0" animBg="1"/>
      <p:bldP spid="28" grpId="0" animBg="1"/>
      <p:bldP spid="29" grpId="0" animBg="1"/>
      <p:bldP spid="30" grpId="0" animBg="1"/>
      <p:bldP spid="31" grpId="0" animBg="1"/>
      <p:bldP spid="32" grpId="0"/>
      <p:bldP spid="33" grpId="0"/>
      <p:bldP spid="34" grpId="0"/>
      <p:bldP spid="36" grpId="0"/>
      <p:bldP spid="37" grpId="0"/>
      <p:bldP spid="38"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777C5-EB25-416B-8AF2-CEDAFAECB0D0}"/>
              </a:ext>
            </a:extLst>
          </p:cNvPr>
          <p:cNvSpPr>
            <a:spLocks noGrp="1"/>
          </p:cNvSpPr>
          <p:nvPr>
            <p:ph type="title"/>
          </p:nvPr>
        </p:nvSpPr>
        <p:spPr/>
        <p:txBody>
          <a:bodyPr>
            <a:normAutofit/>
          </a:bodyPr>
          <a:lstStyle/>
          <a:p>
            <a:r>
              <a:rPr lang="de-DE" sz="4000" dirty="0"/>
              <a:t>„Gruppendenken“</a:t>
            </a:r>
          </a:p>
        </p:txBody>
      </p:sp>
      <p:sp>
        <p:nvSpPr>
          <p:cNvPr id="35" name="Textfeld 34">
            <a:extLst>
              <a:ext uri="{FF2B5EF4-FFF2-40B4-BE49-F238E27FC236}">
                <a16:creationId xmlns:a16="http://schemas.microsoft.com/office/drawing/2014/main" id="{83D353FA-EC3D-406A-BCA7-0AFD7FB8970F}"/>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pic>
        <p:nvPicPr>
          <p:cNvPr id="5" name="Grafik 4">
            <a:extLst>
              <a:ext uri="{FF2B5EF4-FFF2-40B4-BE49-F238E27FC236}">
                <a16:creationId xmlns:a16="http://schemas.microsoft.com/office/drawing/2014/main" id="{AED7D2A5-DFB4-4D50-ACC1-9D26FDEC8EFB}"/>
              </a:ext>
            </a:extLst>
          </p:cNvPr>
          <p:cNvPicPr>
            <a:picLocks noChangeAspect="1"/>
          </p:cNvPicPr>
          <p:nvPr/>
        </p:nvPicPr>
        <p:blipFill>
          <a:blip r:embed="rId2"/>
          <a:stretch>
            <a:fillRect/>
          </a:stretch>
        </p:blipFill>
        <p:spPr>
          <a:xfrm>
            <a:off x="4071838" y="1791092"/>
            <a:ext cx="4048324" cy="3849769"/>
          </a:xfrm>
          <a:prstGeom prst="rect">
            <a:avLst/>
          </a:prstGeom>
        </p:spPr>
      </p:pic>
      <p:cxnSp>
        <p:nvCxnSpPr>
          <p:cNvPr id="7" name="Gerade Verbindung mit Pfeil 6">
            <a:extLst>
              <a:ext uri="{FF2B5EF4-FFF2-40B4-BE49-F238E27FC236}">
                <a16:creationId xmlns:a16="http://schemas.microsoft.com/office/drawing/2014/main" id="{925BDBBC-CB60-4299-95FA-23E0F48690C7}"/>
              </a:ext>
            </a:extLst>
          </p:cNvPr>
          <p:cNvCxnSpPr>
            <a:cxnSpLocks/>
            <a:endCxn id="8" idx="2"/>
          </p:cNvCxnSpPr>
          <p:nvPr/>
        </p:nvCxnSpPr>
        <p:spPr>
          <a:xfrm flipH="1" flipV="1">
            <a:off x="2591462" y="2393954"/>
            <a:ext cx="1995380" cy="1083066"/>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8" name="Textfeld 7">
            <a:extLst>
              <a:ext uri="{FF2B5EF4-FFF2-40B4-BE49-F238E27FC236}">
                <a16:creationId xmlns:a16="http://schemas.microsoft.com/office/drawing/2014/main" id="{55209E68-8F28-4488-8406-907B34B15750}"/>
              </a:ext>
            </a:extLst>
          </p:cNvPr>
          <p:cNvSpPr txBox="1"/>
          <p:nvPr/>
        </p:nvSpPr>
        <p:spPr>
          <a:xfrm>
            <a:off x="907212" y="1747623"/>
            <a:ext cx="3368500" cy="646331"/>
          </a:xfrm>
          <a:prstGeom prst="rect">
            <a:avLst/>
          </a:prstGeom>
          <a:solidFill>
            <a:srgbClr val="F688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Bilden Sie jeweils Gruppen von </a:t>
            </a:r>
            <a:r>
              <a:rPr lang="de-DE" u="sng" dirty="0">
                <a:latin typeface="Arial" panose="020B0604020202020204" pitchFamily="34" charset="0"/>
                <a:cs typeface="Arial" panose="020B0604020202020204" pitchFamily="34" charset="0"/>
              </a:rPr>
              <a:t>zwei</a:t>
            </a:r>
            <a:r>
              <a:rPr lang="de-DE" dirty="0">
                <a:latin typeface="Arial" panose="020B0604020202020204" pitchFamily="34" charset="0"/>
                <a:cs typeface="Arial" panose="020B0604020202020204" pitchFamily="34" charset="0"/>
              </a:rPr>
              <a:t> Personen</a:t>
            </a:r>
          </a:p>
        </p:txBody>
      </p:sp>
      <p:cxnSp>
        <p:nvCxnSpPr>
          <p:cNvPr id="10" name="Gerade Verbindung mit Pfeil 9">
            <a:extLst>
              <a:ext uri="{FF2B5EF4-FFF2-40B4-BE49-F238E27FC236}">
                <a16:creationId xmlns:a16="http://schemas.microsoft.com/office/drawing/2014/main" id="{6B2F2730-3D23-4D4C-AA12-D261862B93B9}"/>
              </a:ext>
            </a:extLst>
          </p:cNvPr>
          <p:cNvCxnSpPr>
            <a:cxnSpLocks/>
            <a:stCxn id="5" idx="3"/>
            <a:endCxn id="11" idx="2"/>
          </p:cNvCxnSpPr>
          <p:nvPr/>
        </p:nvCxnSpPr>
        <p:spPr>
          <a:xfrm flipV="1">
            <a:off x="8120162" y="3160123"/>
            <a:ext cx="1851126" cy="555854"/>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1" name="Textfeld 10">
            <a:extLst>
              <a:ext uri="{FF2B5EF4-FFF2-40B4-BE49-F238E27FC236}">
                <a16:creationId xmlns:a16="http://schemas.microsoft.com/office/drawing/2014/main" id="{AD5BA437-18EF-4AAF-B89B-C1238D72DB44}"/>
              </a:ext>
            </a:extLst>
          </p:cNvPr>
          <p:cNvSpPr txBox="1"/>
          <p:nvPr/>
        </p:nvSpPr>
        <p:spPr>
          <a:xfrm>
            <a:off x="8287038" y="1959794"/>
            <a:ext cx="3368500" cy="1200329"/>
          </a:xfrm>
          <a:prstGeom prst="rect">
            <a:avLst/>
          </a:prstGeom>
          <a:solidFill>
            <a:srgbClr val="E30051"/>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Überlegen Sie sich ein Alltagsbeispiel zu „Schaltungen“ (wie im Unterricht)</a:t>
            </a:r>
          </a:p>
        </p:txBody>
      </p:sp>
      <p:cxnSp>
        <p:nvCxnSpPr>
          <p:cNvPr id="17" name="Gerade Verbindung mit Pfeil 16">
            <a:extLst>
              <a:ext uri="{FF2B5EF4-FFF2-40B4-BE49-F238E27FC236}">
                <a16:creationId xmlns:a16="http://schemas.microsoft.com/office/drawing/2014/main" id="{4972D6C2-D59D-4F09-A140-61F5BC3827E7}"/>
              </a:ext>
            </a:extLst>
          </p:cNvPr>
          <p:cNvCxnSpPr>
            <a:cxnSpLocks/>
            <a:endCxn id="18" idx="3"/>
          </p:cNvCxnSpPr>
          <p:nvPr/>
        </p:nvCxnSpPr>
        <p:spPr>
          <a:xfrm flipH="1">
            <a:off x="3593832" y="3553971"/>
            <a:ext cx="2599848" cy="962323"/>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8" name="Textfeld 17">
            <a:extLst>
              <a:ext uri="{FF2B5EF4-FFF2-40B4-BE49-F238E27FC236}">
                <a16:creationId xmlns:a16="http://schemas.microsoft.com/office/drawing/2014/main" id="{01FA0A47-5270-483A-A6BD-0D9ED4FCAFAC}"/>
              </a:ext>
            </a:extLst>
          </p:cNvPr>
          <p:cNvSpPr txBox="1"/>
          <p:nvPr/>
        </p:nvSpPr>
        <p:spPr>
          <a:xfrm>
            <a:off x="225332" y="3639131"/>
            <a:ext cx="3368500" cy="1754326"/>
          </a:xfrm>
          <a:prstGeom prst="rect">
            <a:avLst/>
          </a:prstGeom>
          <a:solidFill>
            <a:srgbClr val="76B727"/>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Erstellen Sie zu Ihrem gewählten Beispiel die Schaltvariablen, Wahrheitswerttabelle, Schaltfunktion und Schaltung</a:t>
            </a:r>
          </a:p>
          <a:p>
            <a:pPr algn="ctr"/>
            <a:r>
              <a:rPr lang="de-DE" dirty="0">
                <a:latin typeface="Arial" panose="020B0604020202020204" pitchFamily="34" charset="0"/>
                <a:cs typeface="Arial" panose="020B0604020202020204" pitchFamily="34" charset="0"/>
              </a:rPr>
              <a:t>(20 Minuten)</a:t>
            </a:r>
          </a:p>
        </p:txBody>
      </p:sp>
      <p:cxnSp>
        <p:nvCxnSpPr>
          <p:cNvPr id="21" name="Gerade Verbindung mit Pfeil 20">
            <a:extLst>
              <a:ext uri="{FF2B5EF4-FFF2-40B4-BE49-F238E27FC236}">
                <a16:creationId xmlns:a16="http://schemas.microsoft.com/office/drawing/2014/main" id="{37350FFD-BE78-4559-A6B7-ABFA954352FB}"/>
              </a:ext>
            </a:extLst>
          </p:cNvPr>
          <p:cNvCxnSpPr>
            <a:cxnSpLocks/>
            <a:endCxn id="22" idx="1"/>
          </p:cNvCxnSpPr>
          <p:nvPr/>
        </p:nvCxnSpPr>
        <p:spPr>
          <a:xfrm flipV="1">
            <a:off x="7295786" y="4874584"/>
            <a:ext cx="1157830" cy="400484"/>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22" name="Textfeld 21">
            <a:extLst>
              <a:ext uri="{FF2B5EF4-FFF2-40B4-BE49-F238E27FC236}">
                <a16:creationId xmlns:a16="http://schemas.microsoft.com/office/drawing/2014/main" id="{7868C9B5-3F1E-4D5B-9EC1-638541A02F21}"/>
              </a:ext>
            </a:extLst>
          </p:cNvPr>
          <p:cNvSpPr txBox="1"/>
          <p:nvPr/>
        </p:nvSpPr>
        <p:spPr>
          <a:xfrm>
            <a:off x="8453616" y="3858921"/>
            <a:ext cx="3368500" cy="2031325"/>
          </a:xfrm>
          <a:prstGeom prst="rect">
            <a:avLst/>
          </a:prstGeom>
          <a:solidFill>
            <a:srgbClr val="FFC0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Sie bekommen eine andere Gruppe zugewiesen.</a:t>
            </a:r>
          </a:p>
          <a:p>
            <a:pPr algn="ctr"/>
            <a:r>
              <a:rPr lang="de-DE" b="1" u="sng" dirty="0">
                <a:latin typeface="Arial" panose="020B0604020202020204" pitchFamily="34" charset="0"/>
                <a:cs typeface="Arial" panose="020B0604020202020204" pitchFamily="34" charset="0"/>
              </a:rPr>
              <a:t>Aufgabe:</a:t>
            </a:r>
          </a:p>
          <a:p>
            <a:pPr algn="ctr"/>
            <a:r>
              <a:rPr lang="de-DE" dirty="0">
                <a:latin typeface="Arial" panose="020B0604020202020204" pitchFamily="34" charset="0"/>
                <a:cs typeface="Arial" panose="020B0604020202020204" pitchFamily="34" charset="0"/>
              </a:rPr>
              <a:t>Geben Sie der anderen Gruppe Ihr Beispiel und Ihre Schaltvariablen. Lösen Sie das Beispiel der anderen Gruppe.</a:t>
            </a:r>
          </a:p>
        </p:txBody>
      </p:sp>
      <p:cxnSp>
        <p:nvCxnSpPr>
          <p:cNvPr id="27" name="Gerade Verbindung mit Pfeil 26">
            <a:extLst>
              <a:ext uri="{FF2B5EF4-FFF2-40B4-BE49-F238E27FC236}">
                <a16:creationId xmlns:a16="http://schemas.microsoft.com/office/drawing/2014/main" id="{D543F4F8-A25F-41E0-AC35-AE9D80100DDC}"/>
              </a:ext>
            </a:extLst>
          </p:cNvPr>
          <p:cNvCxnSpPr>
            <a:cxnSpLocks/>
            <a:stCxn id="5" idx="0"/>
            <a:endCxn id="28" idx="2"/>
          </p:cNvCxnSpPr>
          <p:nvPr/>
        </p:nvCxnSpPr>
        <p:spPr>
          <a:xfrm flipV="1">
            <a:off x="6096000" y="1292663"/>
            <a:ext cx="506788" cy="498429"/>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28" name="Textfeld 27">
            <a:extLst>
              <a:ext uri="{FF2B5EF4-FFF2-40B4-BE49-F238E27FC236}">
                <a16:creationId xmlns:a16="http://schemas.microsoft.com/office/drawing/2014/main" id="{F72FF6A3-E171-4048-BD76-D45B6EB1E67A}"/>
              </a:ext>
            </a:extLst>
          </p:cNvPr>
          <p:cNvSpPr txBox="1"/>
          <p:nvPr/>
        </p:nvSpPr>
        <p:spPr>
          <a:xfrm>
            <a:off x="4918538" y="369333"/>
            <a:ext cx="3368500" cy="923330"/>
          </a:xfrm>
          <a:prstGeom prst="rect">
            <a:avLst/>
          </a:prstGeom>
          <a:solidFill>
            <a:srgbClr val="FFFF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Präsentieren Sie dem Plenum Ihre gelöste Aufgabenstellung und Ergebnisse</a:t>
            </a:r>
          </a:p>
        </p:txBody>
      </p:sp>
    </p:spTree>
    <p:extLst>
      <p:ext uri="{BB962C8B-B14F-4D97-AF65-F5344CB8AC3E}">
        <p14:creationId xmlns:p14="http://schemas.microsoft.com/office/powerpoint/2010/main" val="172387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anim calcmode="lin" valueType="num">
                                      <p:cBhvr>
                                        <p:cTn id="32" dur="1000" fill="hold"/>
                                        <p:tgtEl>
                                          <p:spTgt spid="17"/>
                                        </p:tgtEl>
                                        <p:attrNameLst>
                                          <p:attrName>ppt_x</p:attrName>
                                        </p:attrNameLst>
                                      </p:cBhvr>
                                      <p:tavLst>
                                        <p:tav tm="0">
                                          <p:val>
                                            <p:strVal val="#ppt_x"/>
                                          </p:val>
                                        </p:tav>
                                        <p:tav tm="100000">
                                          <p:val>
                                            <p:strVal val="#ppt_x"/>
                                          </p:val>
                                        </p:tav>
                                      </p:tavLst>
                                    </p:anim>
                                    <p:anim calcmode="lin" valueType="num">
                                      <p:cBhvr>
                                        <p:cTn id="33" dur="1000" fill="hold"/>
                                        <p:tgtEl>
                                          <p:spTgt spid="1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1000"/>
                                        <p:tgtEl>
                                          <p:spTgt spid="18"/>
                                        </p:tgtEl>
                                      </p:cBhvr>
                                    </p:animEffect>
                                    <p:anim calcmode="lin" valueType="num">
                                      <p:cBhvr>
                                        <p:cTn id="37" dur="1000" fill="hold"/>
                                        <p:tgtEl>
                                          <p:spTgt spid="18"/>
                                        </p:tgtEl>
                                        <p:attrNameLst>
                                          <p:attrName>ppt_x</p:attrName>
                                        </p:attrNameLst>
                                      </p:cBhvr>
                                      <p:tavLst>
                                        <p:tav tm="0">
                                          <p:val>
                                            <p:strVal val="#ppt_x"/>
                                          </p:val>
                                        </p:tav>
                                        <p:tav tm="100000">
                                          <p:val>
                                            <p:strVal val="#ppt_x"/>
                                          </p:val>
                                        </p:tav>
                                      </p:tavLst>
                                    </p:anim>
                                    <p:anim calcmode="lin" valueType="num">
                                      <p:cBhvr>
                                        <p:cTn id="3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1000"/>
                                        <p:tgtEl>
                                          <p:spTgt spid="21"/>
                                        </p:tgtEl>
                                      </p:cBhvr>
                                    </p:animEffect>
                                    <p:anim calcmode="lin" valueType="num">
                                      <p:cBhvr>
                                        <p:cTn id="44" dur="1000" fill="hold"/>
                                        <p:tgtEl>
                                          <p:spTgt spid="21"/>
                                        </p:tgtEl>
                                        <p:attrNameLst>
                                          <p:attrName>ppt_x</p:attrName>
                                        </p:attrNameLst>
                                      </p:cBhvr>
                                      <p:tavLst>
                                        <p:tav tm="0">
                                          <p:val>
                                            <p:strVal val="#ppt_x"/>
                                          </p:val>
                                        </p:tav>
                                        <p:tav tm="100000">
                                          <p:val>
                                            <p:strVal val="#ppt_x"/>
                                          </p:val>
                                        </p:tav>
                                      </p:tavLst>
                                    </p:anim>
                                    <p:anim calcmode="lin" valueType="num">
                                      <p:cBhvr>
                                        <p:cTn id="45" dur="1000" fill="hold"/>
                                        <p:tgtEl>
                                          <p:spTgt spid="2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1000"/>
                                        <p:tgtEl>
                                          <p:spTgt spid="22"/>
                                        </p:tgtEl>
                                      </p:cBhvr>
                                    </p:animEffect>
                                    <p:anim calcmode="lin" valueType="num">
                                      <p:cBhvr>
                                        <p:cTn id="49" dur="1000" fill="hold"/>
                                        <p:tgtEl>
                                          <p:spTgt spid="22"/>
                                        </p:tgtEl>
                                        <p:attrNameLst>
                                          <p:attrName>ppt_x</p:attrName>
                                        </p:attrNameLst>
                                      </p:cBhvr>
                                      <p:tavLst>
                                        <p:tav tm="0">
                                          <p:val>
                                            <p:strVal val="#ppt_x"/>
                                          </p:val>
                                        </p:tav>
                                        <p:tav tm="100000">
                                          <p:val>
                                            <p:strVal val="#ppt_x"/>
                                          </p:val>
                                        </p:tav>
                                      </p:tavLst>
                                    </p:anim>
                                    <p:anim calcmode="lin" valueType="num">
                                      <p:cBhvr>
                                        <p:cTn id="5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1000"/>
                                        <p:tgtEl>
                                          <p:spTgt spid="27"/>
                                        </p:tgtEl>
                                      </p:cBhvr>
                                    </p:animEffect>
                                    <p:anim calcmode="lin" valueType="num">
                                      <p:cBhvr>
                                        <p:cTn id="56" dur="1000" fill="hold"/>
                                        <p:tgtEl>
                                          <p:spTgt spid="27"/>
                                        </p:tgtEl>
                                        <p:attrNameLst>
                                          <p:attrName>ppt_x</p:attrName>
                                        </p:attrNameLst>
                                      </p:cBhvr>
                                      <p:tavLst>
                                        <p:tav tm="0">
                                          <p:val>
                                            <p:strVal val="#ppt_x"/>
                                          </p:val>
                                        </p:tav>
                                        <p:tav tm="100000">
                                          <p:val>
                                            <p:strVal val="#ppt_x"/>
                                          </p:val>
                                        </p:tav>
                                      </p:tavLst>
                                    </p:anim>
                                    <p:anim calcmode="lin" valueType="num">
                                      <p:cBhvr>
                                        <p:cTn id="57" dur="1000" fill="hold"/>
                                        <p:tgtEl>
                                          <p:spTgt spid="27"/>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1000"/>
                                        <p:tgtEl>
                                          <p:spTgt spid="28"/>
                                        </p:tgtEl>
                                      </p:cBhvr>
                                    </p:animEffect>
                                    <p:anim calcmode="lin" valueType="num">
                                      <p:cBhvr>
                                        <p:cTn id="61" dur="1000" fill="hold"/>
                                        <p:tgtEl>
                                          <p:spTgt spid="28"/>
                                        </p:tgtEl>
                                        <p:attrNameLst>
                                          <p:attrName>ppt_x</p:attrName>
                                        </p:attrNameLst>
                                      </p:cBhvr>
                                      <p:tavLst>
                                        <p:tav tm="0">
                                          <p:val>
                                            <p:strVal val="#ppt_x"/>
                                          </p:val>
                                        </p:tav>
                                        <p:tav tm="100000">
                                          <p:val>
                                            <p:strVal val="#ppt_x"/>
                                          </p:val>
                                        </p:tav>
                                      </p:tavLst>
                                    </p:anim>
                                    <p:anim calcmode="lin" valueType="num">
                                      <p:cBhvr>
                                        <p:cTn id="62"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8" grpId="0" animBg="1"/>
      <p:bldP spid="22" grpId="0" animBg="1"/>
      <p:bldP spid="28"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lstStyle/>
          <a:p>
            <a:r>
              <a:rPr lang="de-DE" dirty="0"/>
              <a:t>Entweder / Oder</a:t>
            </a:r>
          </a:p>
        </p:txBody>
      </p:sp>
      <p:sp>
        <p:nvSpPr>
          <p:cNvPr id="40" name="Textplatzhalter 7">
            <a:extLst>
              <a:ext uri="{FF2B5EF4-FFF2-40B4-BE49-F238E27FC236}">
                <a16:creationId xmlns:a16="http://schemas.microsoft.com/office/drawing/2014/main" id="{55FE3AED-7A7E-4184-A332-0A7DABD3B8BF}"/>
              </a:ext>
            </a:extLst>
          </p:cNvPr>
          <p:cNvSpPr>
            <a:spLocks noGrp="1"/>
          </p:cNvSpPr>
          <p:nvPr/>
        </p:nvSpPr>
        <p:spPr>
          <a:xfrm>
            <a:off x="160867" y="2238375"/>
            <a:ext cx="3932237" cy="3811588"/>
          </a:xfrm>
          <a:prstGeom prst="rect">
            <a:avLst/>
          </a:prstGeom>
          <a:solidFill>
            <a:schemeClr val="accent6">
              <a:lumMod val="40000"/>
              <a:lumOff val="60000"/>
            </a:scheme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Symbol" panose="05050102010706020507" pitchFamily="18" charset="2"/>
              <a:buNone/>
              <a:defRPr sz="1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Symbol" panose="05050102010706020507" pitchFamily="18" charset="2"/>
              <a:buNone/>
              <a:defRPr sz="1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indent="0">
              <a:buNone/>
            </a:pPr>
            <a:r>
              <a:rPr lang="de-DE" dirty="0"/>
              <a:t>Sie müssen sich entscheiden (e).</a:t>
            </a:r>
          </a:p>
          <a:p>
            <a:r>
              <a:rPr lang="de-DE" dirty="0"/>
              <a:t>Entweder Sie können fliegen (f=1) aber nicht mit Tieren reden (t= 0).</a:t>
            </a:r>
          </a:p>
          <a:p>
            <a:r>
              <a:rPr lang="de-DE" dirty="0"/>
              <a:t>Oder aber Sie können mit Tieren reden aber nicht fliegen.</a:t>
            </a:r>
          </a:p>
          <a:p>
            <a:r>
              <a:rPr lang="de-DE" dirty="0"/>
              <a:t>Realisieren Sie die Wahrheitstabelle, Schaltfunktion und Schaltung nur mit </a:t>
            </a:r>
            <a:r>
              <a:rPr lang="de-DE" b="1" dirty="0"/>
              <a:t>Grundgattern</a:t>
            </a:r>
            <a:r>
              <a:rPr lang="de-DE" dirty="0"/>
              <a:t> (AND, OR, NOT).</a:t>
            </a:r>
          </a:p>
        </p:txBody>
      </p:sp>
      <p:graphicFrame>
        <p:nvGraphicFramePr>
          <p:cNvPr id="42" name="Inhaltsplatzhalter 11">
            <a:extLst>
              <a:ext uri="{FF2B5EF4-FFF2-40B4-BE49-F238E27FC236}">
                <a16:creationId xmlns:a16="http://schemas.microsoft.com/office/drawing/2014/main" id="{50B30E9D-48FF-4AFC-9E05-6D73B85A2F89}"/>
              </a:ext>
            </a:extLst>
          </p:cNvPr>
          <p:cNvGraphicFramePr>
            <a:graphicFrameLocks noGrp="1"/>
          </p:cNvGraphicFramePr>
          <p:nvPr>
            <p:extLst>
              <p:ext uri="{D42A27DB-BD31-4B8C-83A1-F6EECF244321}">
                <p14:modId xmlns:p14="http://schemas.microsoft.com/office/powerpoint/2010/main" val="148421136"/>
              </p:ext>
            </p:extLst>
          </p:nvPr>
        </p:nvGraphicFramePr>
        <p:xfrm>
          <a:off x="4504267" y="2238375"/>
          <a:ext cx="6172200" cy="3803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3" name="Grafik 42">
            <a:extLst>
              <a:ext uri="{FF2B5EF4-FFF2-40B4-BE49-F238E27FC236}">
                <a16:creationId xmlns:a16="http://schemas.microsoft.com/office/drawing/2014/main" id="{EC1D7AD0-A3FA-43AB-A05C-E4C4A09D5E2F}"/>
              </a:ext>
            </a:extLst>
          </p:cNvPr>
          <p:cNvPicPr>
            <a:picLocks noChangeAspect="1"/>
          </p:cNvPicPr>
          <p:nvPr/>
        </p:nvPicPr>
        <p:blipFill>
          <a:blip r:embed="rId7"/>
          <a:stretch>
            <a:fillRect/>
          </a:stretch>
        </p:blipFill>
        <p:spPr>
          <a:xfrm>
            <a:off x="5418667" y="1243893"/>
            <a:ext cx="3456384" cy="1446038"/>
          </a:xfrm>
          <a:prstGeom prst="rect">
            <a:avLst/>
          </a:prstGeom>
        </p:spPr>
      </p:pic>
      <p:pic>
        <p:nvPicPr>
          <p:cNvPr id="44" name="Grafik 43">
            <a:extLst>
              <a:ext uri="{FF2B5EF4-FFF2-40B4-BE49-F238E27FC236}">
                <a16:creationId xmlns:a16="http://schemas.microsoft.com/office/drawing/2014/main" id="{4CA14E51-048C-49EA-A272-0F80828E9ED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352386" y="1664484"/>
            <a:ext cx="525054" cy="1235797"/>
          </a:xfrm>
          <a:prstGeom prst="rect">
            <a:avLst/>
          </a:prstGeom>
        </p:spPr>
      </p:pic>
      <p:sp>
        <p:nvSpPr>
          <p:cNvPr id="45" name="Textfeld 44">
            <a:extLst>
              <a:ext uri="{FF2B5EF4-FFF2-40B4-BE49-F238E27FC236}">
                <a16:creationId xmlns:a16="http://schemas.microsoft.com/office/drawing/2014/main" id="{EB79EAC2-E30F-4995-9BF1-4AC921665DC8}"/>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Tree>
    <p:extLst>
      <p:ext uri="{BB962C8B-B14F-4D97-AF65-F5344CB8AC3E}">
        <p14:creationId xmlns:p14="http://schemas.microsoft.com/office/powerpoint/2010/main" val="3758671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ppt_x"/>
                                          </p:val>
                                        </p:tav>
                                        <p:tav tm="100000">
                                          <p:val>
                                            <p:strVal val="#ppt_x"/>
                                          </p:val>
                                        </p:tav>
                                      </p:tavLst>
                                    </p:anim>
                                    <p:anim calcmode="lin" valueType="num">
                                      <p:cBhvr additive="base">
                                        <p:cTn id="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lstStyle/>
          <a:p>
            <a:r>
              <a:rPr lang="de-DE" dirty="0"/>
              <a:t>Entweder / Oder</a:t>
            </a:r>
          </a:p>
        </p:txBody>
      </p:sp>
      <p:pic>
        <p:nvPicPr>
          <p:cNvPr id="44" name="Grafik 43">
            <a:extLst>
              <a:ext uri="{FF2B5EF4-FFF2-40B4-BE49-F238E27FC236}">
                <a16:creationId xmlns:a16="http://schemas.microsoft.com/office/drawing/2014/main" id="{4CA14E51-048C-49EA-A272-0F80828E9E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4987" y="2193203"/>
            <a:ext cx="525054" cy="1235797"/>
          </a:xfrm>
          <a:prstGeom prst="rect">
            <a:avLst/>
          </a:prstGeom>
        </p:spPr>
      </p:pic>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9" name="Textplatzhalter 7">
            <a:extLst>
              <a:ext uri="{FF2B5EF4-FFF2-40B4-BE49-F238E27FC236}">
                <a16:creationId xmlns:a16="http://schemas.microsoft.com/office/drawing/2014/main" id="{2C1B2BC1-C49F-4050-BA51-EFA5AC70D44C}"/>
              </a:ext>
            </a:extLst>
          </p:cNvPr>
          <p:cNvSpPr>
            <a:spLocks noGrp="1"/>
          </p:cNvSpPr>
          <p:nvPr/>
        </p:nvSpPr>
        <p:spPr>
          <a:xfrm>
            <a:off x="160867" y="2078053"/>
            <a:ext cx="3932237" cy="3811588"/>
          </a:xfrm>
          <a:prstGeom prst="rect">
            <a:avLst/>
          </a:prstGeom>
          <a:solidFill>
            <a:schemeClr val="accent5">
              <a:lumMod val="40000"/>
              <a:lumOff val="60000"/>
            </a:scheme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Symbol" panose="05050102010706020507" pitchFamily="18" charset="2"/>
              <a:buNone/>
              <a:defRPr sz="1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Symbol" panose="05050102010706020507" pitchFamily="18" charset="2"/>
              <a:buNone/>
              <a:defRPr sz="1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de-DE" dirty="0" err="1">
                <a:sym typeface="Wingdings" panose="05000000000000000000" pitchFamily="2" charset="2"/>
              </a:rPr>
              <a:t>e</a:t>
            </a:r>
            <a:r>
              <a:rPr lang="de-DE" b="1" dirty="0" err="1">
                <a:sym typeface="Wingdings" panose="05000000000000000000" pitchFamily="2" charset="2"/>
              </a:rPr>
              <a:t>X</a:t>
            </a:r>
            <a:r>
              <a:rPr lang="de-DE" dirty="0" err="1">
                <a:sym typeface="Wingdings" panose="05000000000000000000" pitchFamily="2" charset="2"/>
              </a:rPr>
              <a:t>clusive</a:t>
            </a:r>
            <a:r>
              <a:rPr lang="de-DE" dirty="0">
                <a:sym typeface="Wingdings" panose="05000000000000000000" pitchFamily="2" charset="2"/>
              </a:rPr>
              <a:t> </a:t>
            </a:r>
            <a:r>
              <a:rPr lang="de-DE" b="1" dirty="0">
                <a:sym typeface="Wingdings" panose="05000000000000000000" pitchFamily="2" charset="2"/>
              </a:rPr>
              <a:t>OR</a:t>
            </a:r>
            <a:endParaRPr lang="de-DE" dirty="0">
              <a:sym typeface="Wingdings" panose="05000000000000000000" pitchFamily="2" charset="2"/>
            </a:endParaRPr>
          </a:p>
          <a:p>
            <a:pPr marL="342900" indent="-342900">
              <a:buFont typeface="Wingdings" panose="05000000000000000000" pitchFamily="2" charset="2"/>
              <a:buChar char="à"/>
            </a:pPr>
            <a:r>
              <a:rPr lang="de-DE" dirty="0">
                <a:sym typeface="Wingdings" panose="05000000000000000000" pitchFamily="2" charset="2"/>
              </a:rPr>
              <a:t>Gatter mit zwei Eingängen und einem Ausgang</a:t>
            </a:r>
          </a:p>
          <a:p>
            <a:pPr marL="342900" indent="-342900">
              <a:buFont typeface="Wingdings" panose="05000000000000000000" pitchFamily="2" charset="2"/>
              <a:buChar char="à"/>
            </a:pPr>
            <a:r>
              <a:rPr lang="de-DE" dirty="0">
                <a:sym typeface="Wingdings" panose="05000000000000000000" pitchFamily="2" charset="2"/>
              </a:rPr>
              <a:t>Ausgang = „1“, wenn an nur einem Eingang eine </a:t>
            </a:r>
            <a:br>
              <a:rPr lang="de-DE" dirty="0">
                <a:sym typeface="Wingdings" panose="05000000000000000000" pitchFamily="2" charset="2"/>
              </a:rPr>
            </a:br>
            <a:r>
              <a:rPr lang="de-DE" dirty="0">
                <a:sym typeface="Wingdings" panose="05000000000000000000" pitchFamily="2" charset="2"/>
              </a:rPr>
              <a:t>„1“ anliegt und an dem anderen eine „0“</a:t>
            </a:r>
          </a:p>
          <a:p>
            <a:pPr marL="342900" indent="-342900">
              <a:buFont typeface="Wingdings" panose="05000000000000000000" pitchFamily="2" charset="2"/>
              <a:buChar char="à"/>
            </a:pPr>
            <a:r>
              <a:rPr lang="de-DE" dirty="0">
                <a:sym typeface="Wingdings" panose="05000000000000000000" pitchFamily="2" charset="2"/>
              </a:rPr>
              <a:t>XOR wird auch als Antivalenz bezeichnet</a:t>
            </a:r>
          </a:p>
          <a:p>
            <a:endParaRPr lang="de-DE" dirty="0"/>
          </a:p>
        </p:txBody>
      </p:sp>
      <p:pic>
        <p:nvPicPr>
          <p:cNvPr id="10" name="Inhaltsplatzhalter 17">
            <a:extLst>
              <a:ext uri="{FF2B5EF4-FFF2-40B4-BE49-F238E27FC236}">
                <a16:creationId xmlns:a16="http://schemas.microsoft.com/office/drawing/2014/main" id="{D19004B6-404C-4549-AC41-C60981C55E05}"/>
              </a:ext>
            </a:extLst>
          </p:cNvPr>
          <p:cNvPicPr>
            <a:picLocks noGrp="1" noChangeAspect="1"/>
          </p:cNvPicPr>
          <p:nvPr/>
        </p:nvPicPr>
        <p:blipFill>
          <a:blip r:embed="rId3"/>
          <a:stretch>
            <a:fillRect/>
          </a:stretch>
        </p:blipFill>
        <p:spPr>
          <a:xfrm>
            <a:off x="4504266" y="2657565"/>
            <a:ext cx="6747131" cy="2436969"/>
          </a:xfrm>
          <a:prstGeom prst="rect">
            <a:avLst/>
          </a:prstGeom>
        </p:spPr>
      </p:pic>
    </p:spTree>
    <p:extLst>
      <p:ext uri="{BB962C8B-B14F-4D97-AF65-F5344CB8AC3E}">
        <p14:creationId xmlns:p14="http://schemas.microsoft.com/office/powerpoint/2010/main" val="336307610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lstStyle/>
          <a:p>
            <a:r>
              <a:rPr lang="de-DE" dirty="0"/>
              <a:t>Übung 5 – Das Bitschloss</a:t>
            </a:r>
          </a:p>
        </p:txBody>
      </p:sp>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mc:AlternateContent xmlns:mc="http://schemas.openxmlformats.org/markup-compatibility/2006" xmlns:a14="http://schemas.microsoft.com/office/drawing/2010/main">
        <mc:Choice Requires="a14">
          <p:sp>
            <p:nvSpPr>
              <p:cNvPr id="11" name="Textplatzhalter 9">
                <a:extLst>
                  <a:ext uri="{FF2B5EF4-FFF2-40B4-BE49-F238E27FC236}">
                    <a16:creationId xmlns:a16="http://schemas.microsoft.com/office/drawing/2014/main" id="{02C5AC16-A548-459C-90DF-29A13705DB1C}"/>
                  </a:ext>
                </a:extLst>
              </p:cNvPr>
              <p:cNvSpPr txBox="1">
                <a:spLocks/>
              </p:cNvSpPr>
              <p:nvPr/>
            </p:nvSpPr>
            <p:spPr>
              <a:xfrm>
                <a:off x="160867" y="1523206"/>
                <a:ext cx="5328220" cy="38115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2000" dirty="0"/>
                  <a:t>Der Eingang (e1, e2, e3, e4) ermöglicht die Dezimalzahlen von 0 bis 15 (</a:t>
                </a:r>
                <a14:m>
                  <m:oMath xmlns:m="http://schemas.openxmlformats.org/officeDocument/2006/math">
                    <m:sSup>
                      <m:sSupPr>
                        <m:ctrlPr>
                          <a:rPr lang="de-DE" sz="2000" i="1">
                            <a:latin typeface="Cambria Math" panose="02040503050406030204" pitchFamily="18" charset="0"/>
                          </a:rPr>
                        </m:ctrlPr>
                      </m:sSupPr>
                      <m:e>
                        <m:r>
                          <a:rPr lang="de-DE" sz="2000" i="1">
                            <a:latin typeface="Cambria Math" panose="02040503050406030204" pitchFamily="18" charset="0"/>
                          </a:rPr>
                          <m:t>2</m:t>
                        </m:r>
                      </m:e>
                      <m:sup>
                        <m:r>
                          <a:rPr lang="de-DE" sz="2000" i="1">
                            <a:latin typeface="Cambria Math" panose="02040503050406030204" pitchFamily="18" charset="0"/>
                          </a:rPr>
                          <m:t>4</m:t>
                        </m:r>
                      </m:sup>
                    </m:sSup>
                    <m:r>
                      <a:rPr lang="de-DE" sz="2000" i="1">
                        <a:latin typeface="Cambria Math" panose="02040503050406030204" pitchFamily="18" charset="0"/>
                      </a:rPr>
                      <m:t>=16</m:t>
                    </m:r>
                  </m:oMath>
                </a14:m>
                <a:r>
                  <a:rPr lang="de-DE" sz="2000" dirty="0"/>
                  <a:t> Kombinationen).</a:t>
                </a:r>
              </a:p>
              <a:p>
                <a:r>
                  <a:rPr lang="de-DE" sz="2000" dirty="0"/>
                  <a:t>Intern ist bereits eine Zahl (7) kodiert.</a:t>
                </a:r>
              </a:p>
              <a:p>
                <a:r>
                  <a:rPr lang="de-DE" sz="2000" dirty="0"/>
                  <a:t>Das Bitschloss soll nur dann geöffnet werden, wenn der gesetzte Eingang auch zum kodierten Eingang passt.</a:t>
                </a:r>
              </a:p>
              <a:p>
                <a:r>
                  <a:rPr lang="de-DE" sz="2000" dirty="0"/>
                  <a:t>Realisieren Sie die Wahrheitstabelle, Schaltfunktion und Schaltung nur mit </a:t>
                </a:r>
                <a:r>
                  <a:rPr lang="de-DE" sz="2000" b="1" dirty="0"/>
                  <a:t>Grundgattern</a:t>
                </a:r>
                <a:r>
                  <a:rPr lang="de-DE" sz="2000" dirty="0"/>
                  <a:t> (AND, OR, NOT) </a:t>
                </a:r>
                <a:r>
                  <a:rPr lang="de-DE" sz="2000" u="sng" dirty="0"/>
                  <a:t>für ein Bit</a:t>
                </a:r>
                <a:r>
                  <a:rPr lang="de-DE" sz="2000" dirty="0"/>
                  <a:t>.</a:t>
                </a:r>
              </a:p>
            </p:txBody>
          </p:sp>
        </mc:Choice>
        <mc:Fallback xmlns="">
          <p:sp>
            <p:nvSpPr>
              <p:cNvPr id="11" name="Textplatzhalter 9">
                <a:extLst>
                  <a:ext uri="{FF2B5EF4-FFF2-40B4-BE49-F238E27FC236}">
                    <a16:creationId xmlns:a16="http://schemas.microsoft.com/office/drawing/2014/main" id="{02C5AC16-A548-459C-90DF-29A13705DB1C}"/>
                  </a:ext>
                </a:extLst>
              </p:cNvPr>
              <p:cNvSpPr txBox="1">
                <a:spLocks noRot="1" noChangeAspect="1" noMove="1" noResize="1" noEditPoints="1" noAdjustHandles="1" noChangeArrowheads="1" noChangeShapeType="1" noTextEdit="1"/>
              </p:cNvSpPr>
              <p:nvPr/>
            </p:nvSpPr>
            <p:spPr>
              <a:xfrm>
                <a:off x="160867" y="1523206"/>
                <a:ext cx="5328220" cy="3811588"/>
              </a:xfrm>
              <a:prstGeom prst="rect">
                <a:avLst/>
              </a:prstGeom>
              <a:blipFill>
                <a:blip r:embed="rId2"/>
                <a:stretch>
                  <a:fillRect l="-1030" t="-1600" r="-1373"/>
                </a:stretch>
              </a:blipFill>
            </p:spPr>
            <p:txBody>
              <a:bodyPr/>
              <a:lstStyle/>
              <a:p>
                <a:r>
                  <a:rPr lang="de-DE">
                    <a:noFill/>
                  </a:rPr>
                  <a:t> </a:t>
                </a:r>
              </a:p>
            </p:txBody>
          </p:sp>
        </mc:Fallback>
      </mc:AlternateContent>
      <p:pic>
        <p:nvPicPr>
          <p:cNvPr id="12" name="Grafik 11">
            <a:extLst>
              <a:ext uri="{FF2B5EF4-FFF2-40B4-BE49-F238E27FC236}">
                <a16:creationId xmlns:a16="http://schemas.microsoft.com/office/drawing/2014/main" id="{77220BD4-F79E-42E8-8E80-7F47F8E79D8E}"/>
              </a:ext>
            </a:extLst>
          </p:cNvPr>
          <p:cNvPicPr>
            <a:picLocks noChangeAspect="1"/>
          </p:cNvPicPr>
          <p:nvPr/>
        </p:nvPicPr>
        <p:blipFill>
          <a:blip r:embed="rId3"/>
          <a:stretch>
            <a:fillRect/>
          </a:stretch>
        </p:blipFill>
        <p:spPr>
          <a:xfrm>
            <a:off x="5489087" y="1646238"/>
            <a:ext cx="4114800" cy="1362309"/>
          </a:xfrm>
          <a:prstGeom prst="rect">
            <a:avLst/>
          </a:prstGeom>
        </p:spPr>
      </p:pic>
      <p:pic>
        <p:nvPicPr>
          <p:cNvPr id="13" name="Picture 2" descr="4-Bit-Vergleicher">
            <a:extLst>
              <a:ext uri="{FF2B5EF4-FFF2-40B4-BE49-F238E27FC236}">
                <a16:creationId xmlns:a16="http://schemas.microsoft.com/office/drawing/2014/main" id="{E59E3964-CFF7-42E0-9B53-5849D91CF378}"/>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9926007" y="1881908"/>
            <a:ext cx="1895485" cy="3803650"/>
          </a:xfrm>
          <a:prstGeom prst="rect">
            <a:avLst/>
          </a:prstGeom>
          <a:noFill/>
          <a:extLst>
            <a:ext uri="{909E8E84-426E-40DD-AFC4-6F175D3DCCD1}">
              <a14:hiddenFill xmlns:a14="http://schemas.microsoft.com/office/drawing/2010/main">
                <a:solidFill>
                  <a:srgbClr val="FFFFFF"/>
                </a:solidFill>
              </a14:hiddenFill>
            </a:ext>
          </a:extLst>
        </p:spPr>
      </p:pic>
      <p:sp>
        <p:nvSpPr>
          <p:cNvPr id="14" name="Rechteck 13">
            <a:extLst>
              <a:ext uri="{FF2B5EF4-FFF2-40B4-BE49-F238E27FC236}">
                <a16:creationId xmlns:a16="http://schemas.microsoft.com/office/drawing/2014/main" id="{795906BA-5900-4450-8F38-CC368C81698C}"/>
              </a:ext>
            </a:extLst>
          </p:cNvPr>
          <p:cNvSpPr/>
          <p:nvPr/>
        </p:nvSpPr>
        <p:spPr>
          <a:xfrm>
            <a:off x="7361250" y="6236817"/>
            <a:ext cx="351250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de-DE" sz="1000" dirty="0">
                <a:latin typeface="Arial" panose="020B0604020202020204" pitchFamily="34" charset="0"/>
                <a:cs typeface="Arial" panose="020B0604020202020204" pitchFamily="34" charset="0"/>
              </a:rPr>
              <a:t>Bildquelle: </a:t>
            </a:r>
            <a:r>
              <a:rPr lang="de-DE" sz="1000" dirty="0">
                <a:latin typeface="Arial" panose="020B0604020202020204" pitchFamily="34" charset="0"/>
                <a:cs typeface="Arial" panose="020B0604020202020204" pitchFamily="34" charset="0"/>
                <a:hlinkClick r:id="rId5"/>
              </a:rPr>
              <a:t>https://www.tu-medien.de/4-bit-vergleicher.html</a:t>
            </a:r>
            <a:r>
              <a:rPr lang="de-DE" sz="1000" dirty="0">
                <a:latin typeface="Arial" panose="020B0604020202020204" pitchFamily="34" charset="0"/>
                <a:cs typeface="Arial" panose="020B0604020202020204" pitchFamily="34" charset="0"/>
              </a:rPr>
              <a:t> </a:t>
            </a:r>
          </a:p>
          <a:p>
            <a:pPr eaLnBrk="1" hangingPunct="1">
              <a:spcBef>
                <a:spcPct val="50000"/>
              </a:spcBef>
            </a:pPr>
            <a:r>
              <a:rPr lang="de-DE" altLang="de-DE" sz="1000" dirty="0">
                <a:latin typeface="Arial" panose="020B0604020202020204" pitchFamily="34" charset="0"/>
                <a:cs typeface="Arial" panose="020B0604020202020204" pitchFamily="34" charset="0"/>
              </a:rPr>
              <a:t>abgerufen am 27.08.2024</a:t>
            </a:r>
          </a:p>
        </p:txBody>
      </p:sp>
      <p:pic>
        <p:nvPicPr>
          <p:cNvPr id="15" name="Grafik 14">
            <a:extLst>
              <a:ext uri="{FF2B5EF4-FFF2-40B4-BE49-F238E27FC236}">
                <a16:creationId xmlns:a16="http://schemas.microsoft.com/office/drawing/2014/main" id="{13FA63AC-0332-4DA9-9DA2-4E8D2E9E5A4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21644" y="123033"/>
            <a:ext cx="1076780" cy="1443263"/>
          </a:xfrm>
          <a:prstGeom prst="rect">
            <a:avLst/>
          </a:prstGeom>
        </p:spPr>
      </p:pic>
    </p:spTree>
    <p:extLst>
      <p:ext uri="{BB962C8B-B14F-4D97-AF65-F5344CB8AC3E}">
        <p14:creationId xmlns:p14="http://schemas.microsoft.com/office/powerpoint/2010/main" val="1823775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lstStyle/>
          <a:p>
            <a:r>
              <a:rPr lang="de-DE" dirty="0"/>
              <a:t>Parität (</a:t>
            </a:r>
            <a:r>
              <a:rPr lang="de-DE" dirty="0" err="1"/>
              <a:t>Parity</a:t>
            </a:r>
            <a:r>
              <a:rPr lang="de-DE" dirty="0"/>
              <a:t>)</a:t>
            </a:r>
          </a:p>
        </p:txBody>
      </p:sp>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14" name="Rechteck 13">
            <a:extLst>
              <a:ext uri="{FF2B5EF4-FFF2-40B4-BE49-F238E27FC236}">
                <a16:creationId xmlns:a16="http://schemas.microsoft.com/office/drawing/2014/main" id="{795906BA-5900-4450-8F38-CC368C81698C}"/>
              </a:ext>
            </a:extLst>
          </p:cNvPr>
          <p:cNvSpPr/>
          <p:nvPr/>
        </p:nvSpPr>
        <p:spPr>
          <a:xfrm>
            <a:off x="7361250" y="6236817"/>
            <a:ext cx="351250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de-DE" sz="1000" dirty="0">
                <a:latin typeface="Arial" panose="020B0604020202020204" pitchFamily="34" charset="0"/>
                <a:cs typeface="Arial" panose="020B0604020202020204" pitchFamily="34" charset="0"/>
              </a:rPr>
              <a:t>Bildquelle: </a:t>
            </a:r>
            <a:r>
              <a:rPr lang="de-DE" sz="1000" dirty="0">
                <a:latin typeface="Arial" panose="020B0604020202020204" pitchFamily="34" charset="0"/>
                <a:cs typeface="Arial" panose="020B0604020202020204" pitchFamily="34" charset="0"/>
                <a:hlinkClick r:id="rId2"/>
              </a:rPr>
              <a:t>https://www.tu-medien.de/4-bit-vergleicher.html</a:t>
            </a:r>
            <a:r>
              <a:rPr lang="de-DE" sz="1000" dirty="0">
                <a:latin typeface="Arial" panose="020B0604020202020204" pitchFamily="34" charset="0"/>
                <a:cs typeface="Arial" panose="020B0604020202020204" pitchFamily="34" charset="0"/>
              </a:rPr>
              <a:t> </a:t>
            </a:r>
          </a:p>
          <a:p>
            <a:pPr eaLnBrk="1" hangingPunct="1">
              <a:spcBef>
                <a:spcPct val="50000"/>
              </a:spcBef>
            </a:pPr>
            <a:r>
              <a:rPr lang="de-DE" altLang="de-DE" sz="1000" dirty="0">
                <a:latin typeface="Arial" panose="020B0604020202020204" pitchFamily="34" charset="0"/>
                <a:cs typeface="Arial" panose="020B0604020202020204" pitchFamily="34" charset="0"/>
              </a:rPr>
              <a:t>abgerufen am 27.08.2024</a:t>
            </a:r>
          </a:p>
        </p:txBody>
      </p:sp>
      <p:sp>
        <p:nvSpPr>
          <p:cNvPr id="3" name="Inhaltsplatzhalter 2">
            <a:extLst>
              <a:ext uri="{FF2B5EF4-FFF2-40B4-BE49-F238E27FC236}">
                <a16:creationId xmlns:a16="http://schemas.microsoft.com/office/drawing/2014/main" id="{0657D489-B02D-4E84-B3B1-A5D6786D438A}"/>
              </a:ext>
            </a:extLst>
          </p:cNvPr>
          <p:cNvSpPr>
            <a:spLocks noGrp="1"/>
          </p:cNvSpPr>
          <p:nvPr>
            <p:ph idx="1"/>
          </p:nvPr>
        </p:nvSpPr>
        <p:spPr/>
        <p:txBody>
          <a:bodyPr/>
          <a:lstStyle/>
          <a:p>
            <a:r>
              <a:rPr lang="de-DE" dirty="0"/>
              <a:t>Die Parität (engl. </a:t>
            </a:r>
            <a:r>
              <a:rPr lang="de-DE" dirty="0" err="1"/>
              <a:t>parity</a:t>
            </a:r>
            <a:r>
              <a:rPr lang="de-DE" dirty="0"/>
              <a:t>) ist ein einfaches Verfahren, um festzustellen, ob eine bestimmte Anzahl an Einsen in einer Bitfolge gerade oder ungerade ist</a:t>
            </a:r>
          </a:p>
          <a:p>
            <a:r>
              <a:rPr lang="de-DE" u="sng" dirty="0"/>
              <a:t>Arten:</a:t>
            </a:r>
          </a:p>
          <a:p>
            <a:r>
              <a:rPr lang="de-DE" u="sng" dirty="0"/>
              <a:t>Gerade Parität (</a:t>
            </a:r>
            <a:r>
              <a:rPr lang="de-DE" u="sng" dirty="0" err="1"/>
              <a:t>even</a:t>
            </a:r>
            <a:r>
              <a:rPr lang="de-DE" u="sng" dirty="0"/>
              <a:t> </a:t>
            </a:r>
            <a:r>
              <a:rPr lang="de-DE" u="sng" dirty="0" err="1"/>
              <a:t>parity</a:t>
            </a:r>
            <a:r>
              <a:rPr lang="de-DE" u="sng" dirty="0"/>
              <a:t>): </a:t>
            </a:r>
            <a:r>
              <a:rPr lang="de-DE" dirty="0"/>
              <a:t>Ergebnis = 0, wenn die Anzahl der Einsen gerade ist; Ergebnis = 1, wenn sie ungerade ist</a:t>
            </a:r>
          </a:p>
          <a:p>
            <a:r>
              <a:rPr lang="de-DE" u="sng" dirty="0"/>
              <a:t>Ungerade Parität (</a:t>
            </a:r>
            <a:r>
              <a:rPr lang="de-DE" u="sng" dirty="0" err="1"/>
              <a:t>odd</a:t>
            </a:r>
            <a:r>
              <a:rPr lang="de-DE" u="sng" dirty="0"/>
              <a:t> </a:t>
            </a:r>
            <a:r>
              <a:rPr lang="de-DE" u="sng" dirty="0" err="1"/>
              <a:t>parity</a:t>
            </a:r>
            <a:r>
              <a:rPr lang="de-DE" u="sng" dirty="0"/>
              <a:t>): </a:t>
            </a:r>
            <a:r>
              <a:rPr lang="de-DE" dirty="0"/>
              <a:t>Ergebnis = 1, wenn die Anzahl der Einsen gerade ist; Ergebnis = 0, </a:t>
            </a:r>
            <a:r>
              <a:rPr lang="de-DE" dirty="0" err="1"/>
              <a:t>enn</a:t>
            </a:r>
            <a:r>
              <a:rPr lang="de-DE" dirty="0"/>
              <a:t> sie ungerade ist.</a:t>
            </a:r>
          </a:p>
        </p:txBody>
      </p:sp>
      <p:pic>
        <p:nvPicPr>
          <p:cNvPr id="16" name="Grafik 15">
            <a:extLst>
              <a:ext uri="{FF2B5EF4-FFF2-40B4-BE49-F238E27FC236}">
                <a16:creationId xmlns:a16="http://schemas.microsoft.com/office/drawing/2014/main" id="{F4CED199-BC2A-412C-8703-702807EC31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8101" y="294914"/>
            <a:ext cx="525054" cy="1235797"/>
          </a:xfrm>
          <a:prstGeom prst="rect">
            <a:avLst/>
          </a:prstGeom>
        </p:spPr>
      </p:pic>
    </p:spTree>
    <p:extLst>
      <p:ext uri="{BB962C8B-B14F-4D97-AF65-F5344CB8AC3E}">
        <p14:creationId xmlns:p14="http://schemas.microsoft.com/office/powerpoint/2010/main" val="404553227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lstStyle/>
          <a:p>
            <a:r>
              <a:rPr lang="de-DE" dirty="0"/>
              <a:t>Parität Schritt für Schritt</a:t>
            </a:r>
          </a:p>
        </p:txBody>
      </p:sp>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14" name="Rechteck 13">
            <a:extLst>
              <a:ext uri="{FF2B5EF4-FFF2-40B4-BE49-F238E27FC236}">
                <a16:creationId xmlns:a16="http://schemas.microsoft.com/office/drawing/2014/main" id="{795906BA-5900-4450-8F38-CC368C81698C}"/>
              </a:ext>
            </a:extLst>
          </p:cNvPr>
          <p:cNvSpPr/>
          <p:nvPr/>
        </p:nvSpPr>
        <p:spPr>
          <a:xfrm>
            <a:off x="7361250" y="6236817"/>
            <a:ext cx="351250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de-DE" sz="1000" dirty="0">
                <a:latin typeface="Arial" panose="020B0604020202020204" pitchFamily="34" charset="0"/>
                <a:cs typeface="Arial" panose="020B0604020202020204" pitchFamily="34" charset="0"/>
              </a:rPr>
              <a:t>Bildquelle: </a:t>
            </a:r>
            <a:r>
              <a:rPr lang="de-DE" sz="1000" dirty="0">
                <a:latin typeface="Arial" panose="020B0604020202020204" pitchFamily="34" charset="0"/>
                <a:cs typeface="Arial" panose="020B0604020202020204" pitchFamily="34" charset="0"/>
                <a:hlinkClick r:id="rId2"/>
              </a:rPr>
              <a:t>https://www.tu-medien.de/4-bit-vergleicher.html</a:t>
            </a:r>
            <a:r>
              <a:rPr lang="de-DE" sz="1000" dirty="0">
                <a:latin typeface="Arial" panose="020B0604020202020204" pitchFamily="34" charset="0"/>
                <a:cs typeface="Arial" panose="020B0604020202020204" pitchFamily="34" charset="0"/>
              </a:rPr>
              <a:t> </a:t>
            </a:r>
          </a:p>
          <a:p>
            <a:pPr eaLnBrk="1" hangingPunct="1">
              <a:spcBef>
                <a:spcPct val="50000"/>
              </a:spcBef>
            </a:pPr>
            <a:r>
              <a:rPr lang="de-DE" altLang="de-DE" sz="1000" dirty="0">
                <a:latin typeface="Arial" panose="020B0604020202020204" pitchFamily="34" charset="0"/>
                <a:cs typeface="Arial" panose="020B0604020202020204" pitchFamily="34" charset="0"/>
              </a:rPr>
              <a:t>abgerufen am 27.08.2024</a:t>
            </a:r>
          </a:p>
        </p:txBody>
      </p:sp>
      <p:sp>
        <p:nvSpPr>
          <p:cNvPr id="3" name="Inhaltsplatzhalter 2">
            <a:extLst>
              <a:ext uri="{FF2B5EF4-FFF2-40B4-BE49-F238E27FC236}">
                <a16:creationId xmlns:a16="http://schemas.microsoft.com/office/drawing/2014/main" id="{0657D489-B02D-4E84-B3B1-A5D6786D438A}"/>
              </a:ext>
            </a:extLst>
          </p:cNvPr>
          <p:cNvSpPr>
            <a:spLocks noGrp="1"/>
          </p:cNvSpPr>
          <p:nvPr>
            <p:ph idx="1"/>
          </p:nvPr>
        </p:nvSpPr>
        <p:spPr/>
        <p:txBody>
          <a:bodyPr/>
          <a:lstStyle/>
          <a:p>
            <a:r>
              <a:rPr lang="de-DE" dirty="0"/>
              <a:t>Beispiel:</a:t>
            </a:r>
          </a:p>
          <a:p>
            <a:pPr lvl="1"/>
            <a:r>
              <a:rPr lang="de-DE" dirty="0"/>
              <a:t>A = 1 | B= 0 | C=1</a:t>
            </a:r>
          </a:p>
          <a:p>
            <a:r>
              <a:rPr lang="de-DE" u="sng" dirty="0"/>
              <a:t>Schritt 1:</a:t>
            </a:r>
          </a:p>
          <a:p>
            <a:pPr lvl="1"/>
            <a:r>
              <a:rPr lang="de-DE" dirty="0"/>
              <a:t>1⊕0 =1</a:t>
            </a:r>
          </a:p>
          <a:p>
            <a:r>
              <a:rPr lang="de-DE" u="sng" dirty="0"/>
              <a:t>Schritt 2:</a:t>
            </a:r>
          </a:p>
          <a:p>
            <a:pPr lvl="1"/>
            <a:r>
              <a:rPr lang="de-DE" dirty="0"/>
              <a:t>Ergebnis (1) ⊕ 1 = 0</a:t>
            </a:r>
          </a:p>
          <a:p>
            <a:r>
              <a:rPr lang="de-DE" dirty="0"/>
              <a:t>Ergebnis der Parität</a:t>
            </a:r>
          </a:p>
          <a:p>
            <a:pPr lvl="1"/>
            <a:r>
              <a:rPr lang="de-DE" dirty="0"/>
              <a:t>0, da Anzahl der Einsen gerade war (2 Einsen, A und C)</a:t>
            </a:r>
          </a:p>
          <a:p>
            <a:pPr lvl="1"/>
            <a:r>
              <a:rPr lang="de-DE" dirty="0"/>
              <a:t>Parität = 0</a:t>
            </a:r>
          </a:p>
          <a:p>
            <a:endParaRPr lang="de-DE" dirty="0"/>
          </a:p>
          <a:p>
            <a:pPr lvl="1"/>
            <a:endParaRPr lang="de-DE" dirty="0"/>
          </a:p>
        </p:txBody>
      </p:sp>
      <p:pic>
        <p:nvPicPr>
          <p:cNvPr id="16" name="Grafik 15">
            <a:extLst>
              <a:ext uri="{FF2B5EF4-FFF2-40B4-BE49-F238E27FC236}">
                <a16:creationId xmlns:a16="http://schemas.microsoft.com/office/drawing/2014/main" id="{F4CED199-BC2A-412C-8703-702807EC31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8101" y="294914"/>
            <a:ext cx="525054" cy="1235797"/>
          </a:xfrm>
          <a:prstGeom prst="rect">
            <a:avLst/>
          </a:prstGeom>
        </p:spPr>
      </p:pic>
      <p:sp>
        <p:nvSpPr>
          <p:cNvPr id="2" name="Textfeld 1">
            <a:extLst>
              <a:ext uri="{FF2B5EF4-FFF2-40B4-BE49-F238E27FC236}">
                <a16:creationId xmlns:a16="http://schemas.microsoft.com/office/drawing/2014/main" id="{1C15EA45-A4F3-4FE6-8361-545D6F1B5982}"/>
              </a:ext>
            </a:extLst>
          </p:cNvPr>
          <p:cNvSpPr txBox="1"/>
          <p:nvPr/>
        </p:nvSpPr>
        <p:spPr>
          <a:xfrm>
            <a:off x="6052037" y="1671999"/>
            <a:ext cx="5979096" cy="1754326"/>
          </a:xfrm>
          <a:prstGeom prst="rect">
            <a:avLst/>
          </a:prstGeom>
          <a:noFill/>
        </p:spPr>
        <p:txBody>
          <a:bodyPr wrap="square" rtlCol="0">
            <a:spAutoFit/>
          </a:bodyPr>
          <a:lstStyle/>
          <a:p>
            <a:r>
              <a:rPr lang="de-DE" dirty="0">
                <a:solidFill>
                  <a:srgbClr val="E30051"/>
                </a:solidFill>
                <a:latin typeface="Arial" panose="020B0604020202020204" pitchFamily="34" charset="0"/>
                <a:cs typeface="Arial" panose="020B0604020202020204" pitchFamily="34" charset="0"/>
              </a:rPr>
              <a:t>Merksatz:</a:t>
            </a:r>
          </a:p>
          <a:p>
            <a:r>
              <a:rPr lang="de-DE" dirty="0">
                <a:solidFill>
                  <a:srgbClr val="E30051"/>
                </a:solidFill>
                <a:latin typeface="Arial" panose="020B0604020202020204" pitchFamily="34" charset="0"/>
                <a:cs typeface="Arial" panose="020B0604020202020204" pitchFamily="34" charset="0"/>
              </a:rPr>
              <a:t>„XOR zählt Einsen </a:t>
            </a:r>
            <a:r>
              <a:rPr lang="de-DE" dirty="0" err="1">
                <a:solidFill>
                  <a:srgbClr val="E30051"/>
                </a:solidFill>
                <a:latin typeface="Arial" panose="020B0604020202020204" pitchFamily="34" charset="0"/>
                <a:cs typeface="Arial" panose="020B0604020202020204" pitchFamily="34" charset="0"/>
              </a:rPr>
              <a:t>modulo</a:t>
            </a:r>
            <a:r>
              <a:rPr lang="de-DE" dirty="0">
                <a:solidFill>
                  <a:srgbClr val="E30051"/>
                </a:solidFill>
                <a:latin typeface="Arial" panose="020B0604020202020204" pitchFamily="34" charset="0"/>
                <a:cs typeface="Arial" panose="020B0604020202020204" pitchFamily="34" charset="0"/>
              </a:rPr>
              <a:t> 2.“</a:t>
            </a:r>
          </a:p>
          <a:p>
            <a:r>
              <a:rPr lang="de-DE" dirty="0">
                <a:solidFill>
                  <a:srgbClr val="E30051"/>
                </a:solidFill>
                <a:latin typeface="Arial" panose="020B0604020202020204" pitchFamily="34" charset="0"/>
                <a:cs typeface="Arial" panose="020B0604020202020204" pitchFamily="34" charset="0"/>
              </a:rPr>
              <a:t>Ergebnis 0 = gerade Anzahl an Einsen</a:t>
            </a:r>
          </a:p>
          <a:p>
            <a:r>
              <a:rPr lang="de-DE" dirty="0">
                <a:solidFill>
                  <a:srgbClr val="E30051"/>
                </a:solidFill>
                <a:latin typeface="Arial" panose="020B0604020202020204" pitchFamily="34" charset="0"/>
                <a:cs typeface="Arial" panose="020B0604020202020204" pitchFamily="34" charset="0"/>
              </a:rPr>
              <a:t>Ergebnis 1 = ungerade Anzahl an Einsen</a:t>
            </a:r>
          </a:p>
          <a:p>
            <a:endParaRPr lang="de-DE" dirty="0">
              <a:solidFill>
                <a:srgbClr val="E30051"/>
              </a:solidFill>
              <a:latin typeface="Arial" panose="020B0604020202020204" pitchFamily="34" charset="0"/>
              <a:cs typeface="Arial" panose="020B0604020202020204" pitchFamily="34" charset="0"/>
            </a:endParaRPr>
          </a:p>
          <a:p>
            <a:r>
              <a:rPr lang="de-DE" dirty="0">
                <a:solidFill>
                  <a:srgbClr val="E30051"/>
                </a:solidFill>
                <a:latin typeface="Arial" panose="020B0604020202020204" pitchFamily="34" charset="0"/>
                <a:cs typeface="Arial" panose="020B0604020202020204" pitchFamily="34" charset="0"/>
              </a:rPr>
              <a:t>⊕ </a:t>
            </a:r>
            <a:r>
              <a:rPr lang="de-DE" dirty="0">
                <a:solidFill>
                  <a:srgbClr val="E30051"/>
                </a:solidFill>
                <a:latin typeface="Arial" panose="020B0604020202020204" pitchFamily="34" charset="0"/>
                <a:cs typeface="Arial" panose="020B0604020202020204" pitchFamily="34" charset="0"/>
                <a:sym typeface="Wingdings" panose="05000000000000000000" pitchFamily="2" charset="2"/>
              </a:rPr>
              <a:t> ALT+8853</a:t>
            </a:r>
            <a:endParaRPr lang="de-DE" dirty="0">
              <a:solidFill>
                <a:srgbClr val="E30051"/>
              </a:solidFill>
              <a:latin typeface="Arial" panose="020B0604020202020204" pitchFamily="34" charset="0"/>
              <a:cs typeface="Arial" panose="020B0604020202020204" pitchFamily="34" charset="0"/>
            </a:endParaRPr>
          </a:p>
        </p:txBody>
      </p:sp>
      <p:pic>
        <p:nvPicPr>
          <p:cNvPr id="7" name="Grafik 6">
            <a:extLst>
              <a:ext uri="{FF2B5EF4-FFF2-40B4-BE49-F238E27FC236}">
                <a16:creationId xmlns:a16="http://schemas.microsoft.com/office/drawing/2014/main" id="{A9CC553B-7AFF-41D9-B017-ECA2EECF3E0A}"/>
              </a:ext>
            </a:extLst>
          </p:cNvPr>
          <p:cNvPicPr>
            <a:picLocks noChangeAspect="1"/>
          </p:cNvPicPr>
          <p:nvPr/>
        </p:nvPicPr>
        <p:blipFill>
          <a:blip r:embed="rId4"/>
          <a:stretch>
            <a:fillRect/>
          </a:stretch>
        </p:blipFill>
        <p:spPr>
          <a:xfrm>
            <a:off x="7927020" y="2897334"/>
            <a:ext cx="3512501" cy="2087850"/>
          </a:xfrm>
          <a:prstGeom prst="rect">
            <a:avLst/>
          </a:prstGeom>
        </p:spPr>
      </p:pic>
    </p:spTree>
    <p:extLst>
      <p:ext uri="{BB962C8B-B14F-4D97-AF65-F5344CB8AC3E}">
        <p14:creationId xmlns:p14="http://schemas.microsoft.com/office/powerpoint/2010/main" val="233465965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02420"/>
            <a:ext cx="10515600" cy="1325563"/>
          </a:xfrm>
        </p:spPr>
        <p:txBody>
          <a:bodyPr>
            <a:normAutofit/>
          </a:bodyPr>
          <a:lstStyle/>
          <a:p>
            <a:r>
              <a:rPr lang="de-DE" sz="3600" dirty="0"/>
              <a:t>Die XNOR Äquivalenzverknüpfung</a:t>
            </a:r>
          </a:p>
        </p:txBody>
      </p:sp>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11" name="Textplatzhalter 9">
            <a:extLst>
              <a:ext uri="{FF2B5EF4-FFF2-40B4-BE49-F238E27FC236}">
                <a16:creationId xmlns:a16="http://schemas.microsoft.com/office/drawing/2014/main" id="{02C5AC16-A548-459C-90DF-29A13705DB1C}"/>
              </a:ext>
            </a:extLst>
          </p:cNvPr>
          <p:cNvSpPr txBox="1">
            <a:spLocks/>
          </p:cNvSpPr>
          <p:nvPr/>
        </p:nvSpPr>
        <p:spPr>
          <a:xfrm>
            <a:off x="1056413" y="2343338"/>
            <a:ext cx="5328220" cy="247375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2000" dirty="0" err="1">
                <a:sym typeface="Wingdings" panose="05000000000000000000" pitchFamily="2" charset="2"/>
              </a:rPr>
              <a:t>e</a:t>
            </a:r>
            <a:r>
              <a:rPr lang="de-DE" sz="2000" b="1" dirty="0" err="1">
                <a:sym typeface="Wingdings" panose="05000000000000000000" pitchFamily="2" charset="2"/>
              </a:rPr>
              <a:t>X</a:t>
            </a:r>
            <a:r>
              <a:rPr lang="de-DE" sz="2000" dirty="0" err="1">
                <a:sym typeface="Wingdings" panose="05000000000000000000" pitchFamily="2" charset="2"/>
              </a:rPr>
              <a:t>clusive</a:t>
            </a:r>
            <a:r>
              <a:rPr lang="de-DE" sz="2000" dirty="0">
                <a:sym typeface="Wingdings" panose="05000000000000000000" pitchFamily="2" charset="2"/>
              </a:rPr>
              <a:t> </a:t>
            </a:r>
            <a:r>
              <a:rPr lang="de-DE" sz="2000" b="1" dirty="0">
                <a:sym typeface="Wingdings" panose="05000000000000000000" pitchFamily="2" charset="2"/>
              </a:rPr>
              <a:t>NOR</a:t>
            </a:r>
          </a:p>
          <a:p>
            <a:endParaRPr lang="de-DE" sz="2000" dirty="0">
              <a:sym typeface="Wingdings" panose="05000000000000000000" pitchFamily="2" charset="2"/>
            </a:endParaRPr>
          </a:p>
          <a:p>
            <a:pPr marL="342900" indent="-342900">
              <a:buFont typeface="Wingdings" panose="05000000000000000000" pitchFamily="2" charset="2"/>
              <a:buChar char="à"/>
            </a:pPr>
            <a:r>
              <a:rPr lang="de-DE" sz="2000" dirty="0">
                <a:sym typeface="Wingdings" panose="05000000000000000000" pitchFamily="2" charset="2"/>
              </a:rPr>
              <a:t>Ausgang = „1“, wenn an einer geraden Anzahl von Eingängen eine </a:t>
            </a:r>
            <a:br>
              <a:rPr lang="de-DE" sz="2000" dirty="0">
                <a:sym typeface="Wingdings" panose="05000000000000000000" pitchFamily="2" charset="2"/>
              </a:rPr>
            </a:br>
            <a:r>
              <a:rPr lang="de-DE" sz="2000" dirty="0">
                <a:sym typeface="Wingdings" panose="05000000000000000000" pitchFamily="2" charset="2"/>
              </a:rPr>
              <a:t>„1“ anliegt und an den restlichen „0“</a:t>
            </a:r>
          </a:p>
          <a:p>
            <a:pPr marL="342900" indent="-342900">
              <a:buFont typeface="Wingdings" panose="05000000000000000000" pitchFamily="2" charset="2"/>
              <a:buChar char="à"/>
            </a:pPr>
            <a:r>
              <a:rPr lang="de-DE" sz="2000" dirty="0">
                <a:sym typeface="Wingdings" panose="05000000000000000000" pitchFamily="2" charset="2"/>
              </a:rPr>
              <a:t>XNOR wird auch als Äquivalenz bezeichnet</a:t>
            </a:r>
          </a:p>
        </p:txBody>
      </p:sp>
      <p:sp>
        <p:nvSpPr>
          <p:cNvPr id="14" name="Rechteck 13">
            <a:extLst>
              <a:ext uri="{FF2B5EF4-FFF2-40B4-BE49-F238E27FC236}">
                <a16:creationId xmlns:a16="http://schemas.microsoft.com/office/drawing/2014/main" id="{795906BA-5900-4450-8F38-CC368C81698C}"/>
              </a:ext>
            </a:extLst>
          </p:cNvPr>
          <p:cNvSpPr/>
          <p:nvPr/>
        </p:nvSpPr>
        <p:spPr>
          <a:xfrm>
            <a:off x="7361250" y="6236817"/>
            <a:ext cx="351250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de-DE" sz="1000" dirty="0">
                <a:latin typeface="Arial" panose="020B0604020202020204" pitchFamily="34" charset="0"/>
                <a:cs typeface="Arial" panose="020B0604020202020204" pitchFamily="34" charset="0"/>
              </a:rPr>
              <a:t>Bildquelle: </a:t>
            </a:r>
            <a:r>
              <a:rPr lang="de-DE" sz="1000" dirty="0">
                <a:latin typeface="Arial" panose="020B0604020202020204" pitchFamily="34" charset="0"/>
                <a:cs typeface="Arial" panose="020B0604020202020204" pitchFamily="34" charset="0"/>
                <a:hlinkClick r:id="rId2"/>
              </a:rPr>
              <a:t>https://www.tu-medien.de/4-bit-vergleicher.html</a:t>
            </a:r>
            <a:r>
              <a:rPr lang="de-DE" sz="1000" dirty="0">
                <a:latin typeface="Arial" panose="020B0604020202020204" pitchFamily="34" charset="0"/>
                <a:cs typeface="Arial" panose="020B0604020202020204" pitchFamily="34" charset="0"/>
              </a:rPr>
              <a:t> </a:t>
            </a:r>
          </a:p>
          <a:p>
            <a:pPr eaLnBrk="1" hangingPunct="1">
              <a:spcBef>
                <a:spcPct val="50000"/>
              </a:spcBef>
            </a:pPr>
            <a:r>
              <a:rPr lang="de-DE" altLang="de-DE" sz="1000" dirty="0">
                <a:latin typeface="Arial" panose="020B0604020202020204" pitchFamily="34" charset="0"/>
                <a:cs typeface="Arial" panose="020B0604020202020204" pitchFamily="34" charset="0"/>
              </a:rPr>
              <a:t>abgerufen am 27.08.2024</a:t>
            </a:r>
          </a:p>
        </p:txBody>
      </p:sp>
      <p:pic>
        <p:nvPicPr>
          <p:cNvPr id="10" name="Grafik 9">
            <a:extLst>
              <a:ext uri="{FF2B5EF4-FFF2-40B4-BE49-F238E27FC236}">
                <a16:creationId xmlns:a16="http://schemas.microsoft.com/office/drawing/2014/main" id="{3526EEA6-6881-464B-9E4E-F8BCA42173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1910" y="143705"/>
            <a:ext cx="525054" cy="1235797"/>
          </a:xfrm>
          <a:prstGeom prst="rect">
            <a:avLst/>
          </a:prstGeom>
        </p:spPr>
      </p:pic>
      <p:pic>
        <p:nvPicPr>
          <p:cNvPr id="16" name="Inhaltsplatzhalter 17">
            <a:extLst>
              <a:ext uri="{FF2B5EF4-FFF2-40B4-BE49-F238E27FC236}">
                <a16:creationId xmlns:a16="http://schemas.microsoft.com/office/drawing/2014/main" id="{70B7CB76-2DBB-4A0A-B6F8-E481E8A0F5B9}"/>
              </a:ext>
            </a:extLst>
          </p:cNvPr>
          <p:cNvPicPr>
            <a:picLocks noGrp="1" noChangeAspect="1"/>
          </p:cNvPicPr>
          <p:nvPr>
            <p:ph idx="1"/>
          </p:nvPr>
        </p:nvPicPr>
        <p:blipFill>
          <a:blip r:embed="rId4"/>
          <a:stretch>
            <a:fillRect/>
          </a:stretch>
        </p:blipFill>
        <p:spPr>
          <a:xfrm>
            <a:off x="6096000" y="2649760"/>
            <a:ext cx="5781150" cy="1860914"/>
          </a:xfrm>
          <a:prstGeom prst="rect">
            <a:avLst/>
          </a:prstGeom>
        </p:spPr>
      </p:pic>
    </p:spTree>
    <p:extLst>
      <p:ext uri="{BB962C8B-B14F-4D97-AF65-F5344CB8AC3E}">
        <p14:creationId xmlns:p14="http://schemas.microsoft.com/office/powerpoint/2010/main" val="290737255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02420"/>
            <a:ext cx="10515600" cy="1325563"/>
          </a:xfrm>
        </p:spPr>
        <p:txBody>
          <a:bodyPr>
            <a:normAutofit/>
          </a:bodyPr>
          <a:lstStyle/>
          <a:p>
            <a:r>
              <a:rPr lang="de-DE" altLang="de-DE" sz="3600" dirty="0"/>
              <a:t>Zusammenfassung XOR und XNOR</a:t>
            </a:r>
            <a:endParaRPr lang="de-DE" sz="3600" dirty="0"/>
          </a:p>
        </p:txBody>
      </p:sp>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666795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a:t>
            </a:r>
          </a:p>
        </p:txBody>
      </p:sp>
      <p:sp>
        <p:nvSpPr>
          <p:cNvPr id="14" name="Rechteck 13">
            <a:extLst>
              <a:ext uri="{FF2B5EF4-FFF2-40B4-BE49-F238E27FC236}">
                <a16:creationId xmlns:a16="http://schemas.microsoft.com/office/drawing/2014/main" id="{795906BA-5900-4450-8F38-CC368C81698C}"/>
              </a:ext>
            </a:extLst>
          </p:cNvPr>
          <p:cNvSpPr/>
          <p:nvPr/>
        </p:nvSpPr>
        <p:spPr>
          <a:xfrm>
            <a:off x="7361250" y="6236817"/>
            <a:ext cx="351250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de-DE" sz="1000" dirty="0">
                <a:latin typeface="Arial" panose="020B0604020202020204" pitchFamily="34" charset="0"/>
                <a:cs typeface="Arial" panose="020B0604020202020204" pitchFamily="34" charset="0"/>
              </a:rPr>
              <a:t>Bildquelle: </a:t>
            </a:r>
            <a:r>
              <a:rPr lang="de-DE" sz="1000" dirty="0">
                <a:latin typeface="Arial" panose="020B0604020202020204" pitchFamily="34" charset="0"/>
                <a:cs typeface="Arial" panose="020B0604020202020204" pitchFamily="34" charset="0"/>
                <a:hlinkClick r:id="rId2"/>
              </a:rPr>
              <a:t>https://www.tu-medien.de/4-bit-vergleicher.html</a:t>
            </a:r>
            <a:r>
              <a:rPr lang="de-DE" sz="1000" dirty="0">
                <a:latin typeface="Arial" panose="020B0604020202020204" pitchFamily="34" charset="0"/>
                <a:cs typeface="Arial" panose="020B0604020202020204" pitchFamily="34" charset="0"/>
              </a:rPr>
              <a:t> </a:t>
            </a:r>
          </a:p>
          <a:p>
            <a:pPr eaLnBrk="1" hangingPunct="1">
              <a:spcBef>
                <a:spcPct val="50000"/>
              </a:spcBef>
            </a:pPr>
            <a:r>
              <a:rPr lang="de-DE" altLang="de-DE" sz="1000" dirty="0">
                <a:latin typeface="Arial" panose="020B0604020202020204" pitchFamily="34" charset="0"/>
                <a:cs typeface="Arial" panose="020B0604020202020204" pitchFamily="34" charset="0"/>
              </a:rPr>
              <a:t>abgerufen am 27.08.2024</a:t>
            </a:r>
          </a:p>
        </p:txBody>
      </p:sp>
      <p:pic>
        <p:nvPicPr>
          <p:cNvPr id="10" name="Grafik 9">
            <a:extLst>
              <a:ext uri="{FF2B5EF4-FFF2-40B4-BE49-F238E27FC236}">
                <a16:creationId xmlns:a16="http://schemas.microsoft.com/office/drawing/2014/main" id="{3526EEA6-6881-464B-9E4E-F8BCA42173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30189" y="1745531"/>
            <a:ext cx="525054" cy="1235797"/>
          </a:xfrm>
          <a:prstGeom prst="rect">
            <a:avLst/>
          </a:prstGeom>
        </p:spPr>
      </p:pic>
      <p:sp>
        <p:nvSpPr>
          <p:cNvPr id="12" name="Rectangle 7">
            <a:extLst>
              <a:ext uri="{FF2B5EF4-FFF2-40B4-BE49-F238E27FC236}">
                <a16:creationId xmlns:a16="http://schemas.microsoft.com/office/drawing/2014/main" id="{D2808548-225D-4CDF-9545-B2F0878F3A0F}"/>
              </a:ext>
            </a:extLst>
          </p:cNvPr>
          <p:cNvSpPr>
            <a:spLocks noChangeArrowheads="1"/>
          </p:cNvSpPr>
          <p:nvPr/>
        </p:nvSpPr>
        <p:spPr bwMode="auto">
          <a:xfrm>
            <a:off x="990600" y="2311400"/>
            <a:ext cx="2057400" cy="220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13" name="Rectangle 14">
            <a:extLst>
              <a:ext uri="{FF2B5EF4-FFF2-40B4-BE49-F238E27FC236}">
                <a16:creationId xmlns:a16="http://schemas.microsoft.com/office/drawing/2014/main" id="{C9783E35-7C73-4709-A06E-D4F3F6BF99C8}"/>
              </a:ext>
            </a:extLst>
          </p:cNvPr>
          <p:cNvSpPr>
            <a:spLocks noChangeArrowheads="1"/>
          </p:cNvSpPr>
          <p:nvPr/>
        </p:nvSpPr>
        <p:spPr bwMode="auto">
          <a:xfrm>
            <a:off x="5640388" y="2295525"/>
            <a:ext cx="2057400" cy="220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15" name="Line 24">
            <a:extLst>
              <a:ext uri="{FF2B5EF4-FFF2-40B4-BE49-F238E27FC236}">
                <a16:creationId xmlns:a16="http://schemas.microsoft.com/office/drawing/2014/main" id="{85A38D8C-A81F-4952-8518-887E028BAA64}"/>
              </a:ext>
            </a:extLst>
          </p:cNvPr>
          <p:cNvSpPr>
            <a:spLocks noChangeShapeType="1"/>
          </p:cNvSpPr>
          <p:nvPr/>
        </p:nvSpPr>
        <p:spPr bwMode="auto">
          <a:xfrm>
            <a:off x="5868988" y="5114925"/>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17" name="Text Box 25">
            <a:extLst>
              <a:ext uri="{FF2B5EF4-FFF2-40B4-BE49-F238E27FC236}">
                <a16:creationId xmlns:a16="http://schemas.microsoft.com/office/drawing/2014/main" id="{9E871205-F206-4ECB-89F6-19E3F3299E16}"/>
              </a:ext>
            </a:extLst>
          </p:cNvPr>
          <p:cNvSpPr txBox="1">
            <a:spLocks noChangeArrowheads="1"/>
          </p:cNvSpPr>
          <p:nvPr/>
        </p:nvSpPr>
        <p:spPr bwMode="auto">
          <a:xfrm>
            <a:off x="5564188" y="4962525"/>
            <a:ext cx="219075" cy="51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18" name="Rectangle 26">
            <a:extLst>
              <a:ext uri="{FF2B5EF4-FFF2-40B4-BE49-F238E27FC236}">
                <a16:creationId xmlns:a16="http://schemas.microsoft.com/office/drawing/2014/main" id="{EA81B7EF-02DB-4B31-A794-F6FD991866C9}"/>
              </a:ext>
            </a:extLst>
          </p:cNvPr>
          <p:cNvSpPr>
            <a:spLocks noChangeArrowheads="1"/>
          </p:cNvSpPr>
          <p:nvPr/>
        </p:nvSpPr>
        <p:spPr bwMode="auto">
          <a:xfrm>
            <a:off x="6402388" y="4965700"/>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19" name="Text Box 28">
            <a:extLst>
              <a:ext uri="{FF2B5EF4-FFF2-40B4-BE49-F238E27FC236}">
                <a16:creationId xmlns:a16="http://schemas.microsoft.com/office/drawing/2014/main" id="{A2F44C16-8049-4433-A4EE-BC6C99AFE1F3}"/>
              </a:ext>
            </a:extLst>
          </p:cNvPr>
          <p:cNvSpPr txBox="1">
            <a:spLocks noChangeArrowheads="1"/>
          </p:cNvSpPr>
          <p:nvPr/>
        </p:nvSpPr>
        <p:spPr bwMode="auto">
          <a:xfrm>
            <a:off x="5564188" y="5419725"/>
            <a:ext cx="219075" cy="51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20" name="Line 29">
            <a:extLst>
              <a:ext uri="{FF2B5EF4-FFF2-40B4-BE49-F238E27FC236}">
                <a16:creationId xmlns:a16="http://schemas.microsoft.com/office/drawing/2014/main" id="{D28ADFC6-4E4F-46BA-A2E8-F1072317A84B}"/>
              </a:ext>
            </a:extLst>
          </p:cNvPr>
          <p:cNvSpPr>
            <a:spLocks noChangeShapeType="1"/>
          </p:cNvSpPr>
          <p:nvPr/>
        </p:nvSpPr>
        <p:spPr bwMode="auto">
          <a:xfrm>
            <a:off x="5868988" y="5572125"/>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1" name="Text Box 31">
            <a:extLst>
              <a:ext uri="{FF2B5EF4-FFF2-40B4-BE49-F238E27FC236}">
                <a16:creationId xmlns:a16="http://schemas.microsoft.com/office/drawing/2014/main" id="{69E0FD72-3CB4-4867-BDA5-9DACCAF1E313}"/>
              </a:ext>
            </a:extLst>
          </p:cNvPr>
          <p:cNvSpPr txBox="1">
            <a:spLocks noChangeArrowheads="1"/>
          </p:cNvSpPr>
          <p:nvPr/>
        </p:nvSpPr>
        <p:spPr bwMode="auto">
          <a:xfrm>
            <a:off x="7621588" y="5191125"/>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22" name="Rectangle 32">
            <a:extLst>
              <a:ext uri="{FF2B5EF4-FFF2-40B4-BE49-F238E27FC236}">
                <a16:creationId xmlns:a16="http://schemas.microsoft.com/office/drawing/2014/main" id="{33BC95EB-EB67-4000-B16C-33AAD0F1C3A1}"/>
              </a:ext>
            </a:extLst>
          </p:cNvPr>
          <p:cNvSpPr>
            <a:spLocks noChangeArrowheads="1"/>
          </p:cNvSpPr>
          <p:nvPr/>
        </p:nvSpPr>
        <p:spPr bwMode="auto">
          <a:xfrm>
            <a:off x="5487988" y="4810125"/>
            <a:ext cx="2362200" cy="1066800"/>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3" name="Line 33">
            <a:extLst>
              <a:ext uri="{FF2B5EF4-FFF2-40B4-BE49-F238E27FC236}">
                <a16:creationId xmlns:a16="http://schemas.microsoft.com/office/drawing/2014/main" id="{F496BA12-252B-46FE-BB3B-53847710CAD0}"/>
              </a:ext>
            </a:extLst>
          </p:cNvPr>
          <p:cNvSpPr>
            <a:spLocks noChangeShapeType="1"/>
          </p:cNvSpPr>
          <p:nvPr/>
        </p:nvSpPr>
        <p:spPr bwMode="auto">
          <a:xfrm>
            <a:off x="1219200" y="5114925"/>
            <a:ext cx="53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4" name="Text Box 34">
            <a:extLst>
              <a:ext uri="{FF2B5EF4-FFF2-40B4-BE49-F238E27FC236}">
                <a16:creationId xmlns:a16="http://schemas.microsoft.com/office/drawing/2014/main" id="{86C167AB-C01D-4F74-A72F-3A8BCE7F8B7D}"/>
              </a:ext>
            </a:extLst>
          </p:cNvPr>
          <p:cNvSpPr txBox="1">
            <a:spLocks noChangeArrowheads="1"/>
          </p:cNvSpPr>
          <p:nvPr/>
        </p:nvSpPr>
        <p:spPr bwMode="auto">
          <a:xfrm>
            <a:off x="914400" y="4962525"/>
            <a:ext cx="219075" cy="51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1</a:t>
            </a:r>
          </a:p>
        </p:txBody>
      </p:sp>
      <p:sp>
        <p:nvSpPr>
          <p:cNvPr id="25" name="Rectangle 35">
            <a:extLst>
              <a:ext uri="{FF2B5EF4-FFF2-40B4-BE49-F238E27FC236}">
                <a16:creationId xmlns:a16="http://schemas.microsoft.com/office/drawing/2014/main" id="{43706B88-755F-4B86-9D7F-026D08F557D0}"/>
              </a:ext>
            </a:extLst>
          </p:cNvPr>
          <p:cNvSpPr>
            <a:spLocks noChangeArrowheads="1"/>
          </p:cNvSpPr>
          <p:nvPr/>
        </p:nvSpPr>
        <p:spPr bwMode="auto">
          <a:xfrm>
            <a:off x="1752600" y="4965700"/>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6" name="Text Box 37">
            <a:extLst>
              <a:ext uri="{FF2B5EF4-FFF2-40B4-BE49-F238E27FC236}">
                <a16:creationId xmlns:a16="http://schemas.microsoft.com/office/drawing/2014/main" id="{079AE783-B94D-4BAC-8AA3-01BE133FC44A}"/>
              </a:ext>
            </a:extLst>
          </p:cNvPr>
          <p:cNvSpPr txBox="1">
            <a:spLocks noChangeArrowheads="1"/>
          </p:cNvSpPr>
          <p:nvPr/>
        </p:nvSpPr>
        <p:spPr bwMode="auto">
          <a:xfrm>
            <a:off x="914400" y="5419725"/>
            <a:ext cx="219075" cy="51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x</a:t>
            </a:r>
            <a:r>
              <a:rPr lang="de-DE" altLang="de-DE" sz="2000" baseline="-25000">
                <a:latin typeface="Arial" panose="020B0604020202020204" pitchFamily="34" charset="0"/>
              </a:rPr>
              <a:t>2</a:t>
            </a:r>
          </a:p>
        </p:txBody>
      </p:sp>
      <p:sp>
        <p:nvSpPr>
          <p:cNvPr id="27" name="Line 38">
            <a:extLst>
              <a:ext uri="{FF2B5EF4-FFF2-40B4-BE49-F238E27FC236}">
                <a16:creationId xmlns:a16="http://schemas.microsoft.com/office/drawing/2014/main" id="{4A43353F-7122-4BC3-A9E2-78F4A7E10225}"/>
              </a:ext>
            </a:extLst>
          </p:cNvPr>
          <p:cNvSpPr>
            <a:spLocks noChangeShapeType="1"/>
          </p:cNvSpPr>
          <p:nvPr/>
        </p:nvSpPr>
        <p:spPr bwMode="auto">
          <a:xfrm>
            <a:off x="1219200" y="5572125"/>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8" name="Text Box 40">
            <a:extLst>
              <a:ext uri="{FF2B5EF4-FFF2-40B4-BE49-F238E27FC236}">
                <a16:creationId xmlns:a16="http://schemas.microsoft.com/office/drawing/2014/main" id="{596295A4-69B7-44B8-A6F2-0B4EC22DD475}"/>
              </a:ext>
            </a:extLst>
          </p:cNvPr>
          <p:cNvSpPr txBox="1">
            <a:spLocks noChangeArrowheads="1"/>
          </p:cNvSpPr>
          <p:nvPr/>
        </p:nvSpPr>
        <p:spPr bwMode="auto">
          <a:xfrm>
            <a:off x="2971800" y="5191125"/>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y</a:t>
            </a:r>
            <a:endParaRPr lang="de-DE" altLang="de-DE" sz="2000" baseline="-25000">
              <a:latin typeface="Arial" panose="020B0604020202020204" pitchFamily="34" charset="0"/>
            </a:endParaRPr>
          </a:p>
        </p:txBody>
      </p:sp>
      <p:sp>
        <p:nvSpPr>
          <p:cNvPr id="29" name="Rectangle 41">
            <a:extLst>
              <a:ext uri="{FF2B5EF4-FFF2-40B4-BE49-F238E27FC236}">
                <a16:creationId xmlns:a16="http://schemas.microsoft.com/office/drawing/2014/main" id="{5468A3D9-7C62-4E98-A771-083BCD11FEC8}"/>
              </a:ext>
            </a:extLst>
          </p:cNvPr>
          <p:cNvSpPr>
            <a:spLocks noChangeArrowheads="1"/>
          </p:cNvSpPr>
          <p:nvPr/>
        </p:nvSpPr>
        <p:spPr bwMode="auto">
          <a:xfrm>
            <a:off x="838200" y="4810125"/>
            <a:ext cx="2362200" cy="1066800"/>
          </a:xfrm>
          <a:prstGeom prst="rect">
            <a:avLst/>
          </a:prstGeom>
          <a:noFill/>
          <a:ln w="9525" cap="rnd">
            <a:solidFill>
              <a:schemeClr val="tx2"/>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30" name="Line 46">
            <a:extLst>
              <a:ext uri="{FF2B5EF4-FFF2-40B4-BE49-F238E27FC236}">
                <a16:creationId xmlns:a16="http://schemas.microsoft.com/office/drawing/2014/main" id="{D3C7E6DD-2CF0-4B4F-9840-CEA4FEEF99AB}"/>
              </a:ext>
            </a:extLst>
          </p:cNvPr>
          <p:cNvSpPr>
            <a:spLocks noChangeShapeType="1"/>
          </p:cNvSpPr>
          <p:nvPr/>
        </p:nvSpPr>
        <p:spPr bwMode="auto">
          <a:xfrm>
            <a:off x="7108681" y="5324474"/>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1" name="Oval 49">
            <a:extLst>
              <a:ext uri="{FF2B5EF4-FFF2-40B4-BE49-F238E27FC236}">
                <a16:creationId xmlns:a16="http://schemas.microsoft.com/office/drawing/2014/main" id="{3F1F91EF-2FB8-4093-91A1-94A14483472C}"/>
              </a:ext>
            </a:extLst>
          </p:cNvPr>
          <p:cNvSpPr>
            <a:spLocks noChangeArrowheads="1"/>
          </p:cNvSpPr>
          <p:nvPr/>
        </p:nvSpPr>
        <p:spPr bwMode="auto">
          <a:xfrm>
            <a:off x="6956281" y="5248274"/>
            <a:ext cx="152400" cy="152400"/>
          </a:xfrm>
          <a:prstGeom prst="ellipse">
            <a:avLst/>
          </a:prstGeom>
          <a:solidFill>
            <a:srgbClr val="0070C0"/>
          </a:solidFill>
          <a:ln w="38100">
            <a:solidFill>
              <a:schemeClr val="hlink"/>
            </a:solidFill>
            <a:round/>
            <a:headEnd/>
            <a:tailEnd/>
          </a:ln>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32" name="Text Box 50">
            <a:extLst>
              <a:ext uri="{FF2B5EF4-FFF2-40B4-BE49-F238E27FC236}">
                <a16:creationId xmlns:a16="http://schemas.microsoft.com/office/drawing/2014/main" id="{E48F5250-6ECB-4654-A978-6F5D9AC94698}"/>
              </a:ext>
            </a:extLst>
          </p:cNvPr>
          <p:cNvSpPr txBox="1">
            <a:spLocks noChangeArrowheads="1"/>
          </p:cNvSpPr>
          <p:nvPr/>
        </p:nvSpPr>
        <p:spPr bwMode="auto">
          <a:xfrm>
            <a:off x="1524000" y="5845175"/>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solidFill>
                  <a:schemeClr val="hlink"/>
                </a:solidFill>
              </a:rPr>
              <a:t>XOR</a:t>
            </a:r>
            <a:r>
              <a:rPr lang="de-DE" altLang="de-DE" sz="2000" dirty="0"/>
              <a:t>-Gatter</a:t>
            </a:r>
          </a:p>
        </p:txBody>
      </p:sp>
      <p:sp>
        <p:nvSpPr>
          <p:cNvPr id="33" name="Text Box 51">
            <a:extLst>
              <a:ext uri="{FF2B5EF4-FFF2-40B4-BE49-F238E27FC236}">
                <a16:creationId xmlns:a16="http://schemas.microsoft.com/office/drawing/2014/main" id="{2E9A7A5F-9955-408C-97E5-7F041B7390BF}"/>
              </a:ext>
            </a:extLst>
          </p:cNvPr>
          <p:cNvSpPr txBox="1">
            <a:spLocks noChangeArrowheads="1"/>
          </p:cNvSpPr>
          <p:nvPr/>
        </p:nvSpPr>
        <p:spPr bwMode="auto">
          <a:xfrm>
            <a:off x="990599" y="1285200"/>
            <a:ext cx="3516745" cy="861774"/>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solidFill>
                  <a:schemeClr val="hlink"/>
                </a:solidFill>
              </a:rPr>
              <a:t>XOR</a:t>
            </a:r>
            <a:r>
              <a:rPr lang="de-DE" altLang="de-DE" sz="2000" dirty="0"/>
              <a:t>-Operation, </a:t>
            </a:r>
            <a:r>
              <a:rPr lang="de-DE" altLang="de-DE" sz="2000" dirty="0" err="1"/>
              <a:t>eXclusive</a:t>
            </a:r>
            <a:r>
              <a:rPr lang="de-DE" altLang="de-DE" sz="2000" dirty="0"/>
              <a:t> OR</a:t>
            </a:r>
          </a:p>
          <a:p>
            <a:pPr eaLnBrk="1" hangingPunct="1">
              <a:spcBef>
                <a:spcPct val="50000"/>
              </a:spcBef>
              <a:buClr>
                <a:schemeClr val="folHlink"/>
              </a:buClr>
              <a:buFont typeface="Wingdings" panose="05000000000000000000" pitchFamily="2" charset="2"/>
              <a:buNone/>
            </a:pPr>
            <a:r>
              <a:rPr lang="de-DE" altLang="de-DE" sz="2000" dirty="0"/>
              <a:t>(Antivalenz)</a:t>
            </a:r>
          </a:p>
        </p:txBody>
      </p:sp>
      <p:sp>
        <p:nvSpPr>
          <p:cNvPr id="34" name="Text Box 52">
            <a:extLst>
              <a:ext uri="{FF2B5EF4-FFF2-40B4-BE49-F238E27FC236}">
                <a16:creationId xmlns:a16="http://schemas.microsoft.com/office/drawing/2014/main" id="{1ECDBDE8-FF78-4C8B-95B8-2AB9D68269B8}"/>
              </a:ext>
            </a:extLst>
          </p:cNvPr>
          <p:cNvSpPr txBox="1">
            <a:spLocks noChangeArrowheads="1"/>
          </p:cNvSpPr>
          <p:nvPr/>
        </p:nvSpPr>
        <p:spPr bwMode="auto">
          <a:xfrm>
            <a:off x="5640387" y="1301075"/>
            <a:ext cx="4371831" cy="861774"/>
          </a:xfrm>
          <a:prstGeom prst="rect">
            <a:avLst/>
          </a:prstGeom>
          <a:solidFill>
            <a:srgbClr val="EFFAFF"/>
          </a:solidFill>
          <a:ln>
            <a:noFill/>
          </a:ln>
          <a:effectLst>
            <a:prstShdw prst="shdw17" dist="17961" dir="2700000">
              <a:srgbClr val="8F9699"/>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solidFill>
                  <a:schemeClr val="hlink"/>
                </a:solidFill>
              </a:rPr>
              <a:t>XNOR</a:t>
            </a:r>
            <a:r>
              <a:rPr lang="de-DE" altLang="de-DE" sz="2000" dirty="0"/>
              <a:t>-Operation, </a:t>
            </a:r>
            <a:r>
              <a:rPr lang="de-DE" altLang="de-DE" sz="2000" dirty="0" err="1"/>
              <a:t>eXclusive</a:t>
            </a:r>
            <a:r>
              <a:rPr lang="de-DE" altLang="de-DE" sz="2000" dirty="0"/>
              <a:t> NOT OR</a:t>
            </a:r>
          </a:p>
          <a:p>
            <a:pPr eaLnBrk="1" hangingPunct="1">
              <a:spcBef>
                <a:spcPct val="50000"/>
              </a:spcBef>
              <a:buClr>
                <a:schemeClr val="folHlink"/>
              </a:buClr>
              <a:buFont typeface="Wingdings" panose="05000000000000000000" pitchFamily="2" charset="2"/>
              <a:buNone/>
            </a:pPr>
            <a:r>
              <a:rPr lang="de-DE" altLang="de-DE" sz="2000" dirty="0"/>
              <a:t>(Äquivalenz)</a:t>
            </a:r>
          </a:p>
        </p:txBody>
      </p:sp>
      <p:sp>
        <p:nvSpPr>
          <p:cNvPr id="35" name="Text Box 54">
            <a:extLst>
              <a:ext uri="{FF2B5EF4-FFF2-40B4-BE49-F238E27FC236}">
                <a16:creationId xmlns:a16="http://schemas.microsoft.com/office/drawing/2014/main" id="{230468CB-7431-4406-AEA7-14C324249514}"/>
              </a:ext>
            </a:extLst>
          </p:cNvPr>
          <p:cNvSpPr txBox="1">
            <a:spLocks noChangeArrowheads="1"/>
          </p:cNvSpPr>
          <p:nvPr/>
        </p:nvSpPr>
        <p:spPr bwMode="auto">
          <a:xfrm>
            <a:off x="5949950" y="5861050"/>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solidFill>
                  <a:schemeClr val="hlink"/>
                </a:solidFill>
              </a:rPr>
              <a:t>XNOR</a:t>
            </a:r>
            <a:r>
              <a:rPr lang="de-DE" altLang="de-DE" sz="2000" dirty="0"/>
              <a:t>-Gatter</a:t>
            </a:r>
          </a:p>
        </p:txBody>
      </p:sp>
      <p:sp>
        <p:nvSpPr>
          <p:cNvPr id="36" name="AutoShape 56">
            <a:extLst>
              <a:ext uri="{FF2B5EF4-FFF2-40B4-BE49-F238E27FC236}">
                <a16:creationId xmlns:a16="http://schemas.microsoft.com/office/drawing/2014/main" id="{4716A973-7E20-4726-BF7C-FBF23464F4F8}"/>
              </a:ext>
            </a:extLst>
          </p:cNvPr>
          <p:cNvSpPr>
            <a:spLocks noChangeArrowheads="1"/>
          </p:cNvSpPr>
          <p:nvPr/>
        </p:nvSpPr>
        <p:spPr bwMode="auto">
          <a:xfrm>
            <a:off x="10383838" y="4108451"/>
            <a:ext cx="1524000" cy="457200"/>
          </a:xfrm>
          <a:prstGeom prst="wedgeRoundRectCallout">
            <a:avLst>
              <a:gd name="adj1" fmla="val -25935"/>
              <a:gd name="adj2" fmla="val -3472"/>
              <a:gd name="adj3" fmla="val 16667"/>
            </a:avLst>
          </a:prstGeom>
          <a:solidFill>
            <a:srgbClr val="FDFDCB"/>
          </a:solidFill>
          <a:ln w="9525">
            <a:solidFill>
              <a:schemeClr val="folHlink"/>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dirty="0">
                <a:solidFill>
                  <a:schemeClr val="folHlink"/>
                </a:solidFill>
                <a:cs typeface="Times New Roman" panose="02020603050405020304" pitchFamily="18" charset="0"/>
              </a:rPr>
              <a:t>Logik</a:t>
            </a:r>
          </a:p>
          <a:p>
            <a:pPr>
              <a:spcBef>
                <a:spcPct val="0"/>
              </a:spcBef>
              <a:buClrTx/>
              <a:buSzTx/>
              <a:buFontTx/>
              <a:buNone/>
            </a:pPr>
            <a:endParaRPr kumimoji="1" lang="de-AT" altLang="de-DE" sz="1800" dirty="0">
              <a:solidFill>
                <a:schemeClr val="folHlink"/>
              </a:solidFill>
              <a:latin typeface="Arial" panose="020B0604020202020204" pitchFamily="34" charset="0"/>
            </a:endParaRPr>
          </a:p>
        </p:txBody>
      </p:sp>
      <p:sp>
        <p:nvSpPr>
          <p:cNvPr id="37" name="AutoShape 57">
            <a:extLst>
              <a:ext uri="{FF2B5EF4-FFF2-40B4-BE49-F238E27FC236}">
                <a16:creationId xmlns:a16="http://schemas.microsoft.com/office/drawing/2014/main" id="{BB995C8B-6505-4D9F-95F7-DDA1C256254D}"/>
              </a:ext>
            </a:extLst>
          </p:cNvPr>
          <p:cNvSpPr>
            <a:spLocks noChangeArrowheads="1"/>
          </p:cNvSpPr>
          <p:nvPr/>
        </p:nvSpPr>
        <p:spPr bwMode="auto">
          <a:xfrm>
            <a:off x="10383838" y="4870451"/>
            <a:ext cx="1524000" cy="457200"/>
          </a:xfrm>
          <a:prstGeom prst="wedgeRoundRectCallout">
            <a:avLst>
              <a:gd name="adj1" fmla="val -25935"/>
              <a:gd name="adj2" fmla="val -3472"/>
              <a:gd name="adj3" fmla="val 16667"/>
            </a:avLst>
          </a:prstGeom>
          <a:solidFill>
            <a:srgbClr val="FDFDCB"/>
          </a:solidFill>
          <a:ln w="9525">
            <a:solidFill>
              <a:schemeClr val="folHlink"/>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a:solidFill>
                  <a:schemeClr val="folHlink"/>
                </a:solidFill>
                <a:cs typeface="Times New Roman" panose="02020603050405020304" pitchFamily="18" charset="0"/>
              </a:rPr>
              <a:t>Elektronik</a:t>
            </a:r>
          </a:p>
          <a:p>
            <a:pPr>
              <a:spcBef>
                <a:spcPct val="0"/>
              </a:spcBef>
              <a:buClrTx/>
              <a:buSzTx/>
              <a:buFontTx/>
              <a:buNone/>
            </a:pPr>
            <a:endParaRPr kumimoji="1" lang="de-AT" altLang="de-DE" sz="1800">
              <a:solidFill>
                <a:schemeClr val="folHlink"/>
              </a:solidFill>
              <a:latin typeface="Arial" panose="020B0604020202020204" pitchFamily="34" charset="0"/>
            </a:endParaRPr>
          </a:p>
        </p:txBody>
      </p:sp>
      <p:sp>
        <p:nvSpPr>
          <p:cNvPr id="38" name="Text Box 27">
            <a:extLst>
              <a:ext uri="{FF2B5EF4-FFF2-40B4-BE49-F238E27FC236}">
                <a16:creationId xmlns:a16="http://schemas.microsoft.com/office/drawing/2014/main" id="{77F537EF-C89B-4DD1-B570-1D626A7A1DE6}"/>
              </a:ext>
            </a:extLst>
          </p:cNvPr>
          <p:cNvSpPr txBox="1">
            <a:spLocks noChangeArrowheads="1"/>
          </p:cNvSpPr>
          <p:nvPr/>
        </p:nvSpPr>
        <p:spPr bwMode="auto">
          <a:xfrm>
            <a:off x="1843088" y="5164860"/>
            <a:ext cx="357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dirty="0">
                <a:solidFill>
                  <a:schemeClr val="hlink"/>
                </a:solidFill>
                <a:latin typeface="Arial" panose="020B0604020202020204" pitchFamily="34" charset="0"/>
                <a:sym typeface="Symbol" panose="05050102010706020507" pitchFamily="18" charset="2"/>
              </a:rPr>
              <a:t>=1</a:t>
            </a:r>
            <a:endParaRPr lang="de-DE" altLang="de-DE" sz="2400" b="1" dirty="0">
              <a:solidFill>
                <a:schemeClr val="hlink"/>
              </a:solidFill>
              <a:latin typeface="Arial" panose="020B0604020202020204" pitchFamily="34" charset="0"/>
            </a:endParaRPr>
          </a:p>
        </p:txBody>
      </p:sp>
      <p:sp>
        <p:nvSpPr>
          <p:cNvPr id="39" name="Line 39">
            <a:extLst>
              <a:ext uri="{FF2B5EF4-FFF2-40B4-BE49-F238E27FC236}">
                <a16:creationId xmlns:a16="http://schemas.microsoft.com/office/drawing/2014/main" id="{5494B1DB-0670-4309-AD00-A898DBF2B828}"/>
              </a:ext>
            </a:extLst>
          </p:cNvPr>
          <p:cNvSpPr>
            <a:spLocks noChangeShapeType="1"/>
          </p:cNvSpPr>
          <p:nvPr/>
        </p:nvSpPr>
        <p:spPr bwMode="auto">
          <a:xfrm>
            <a:off x="2286000" y="5343525"/>
            <a:ext cx="533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0" name="Text Box 27">
            <a:extLst>
              <a:ext uri="{FF2B5EF4-FFF2-40B4-BE49-F238E27FC236}">
                <a16:creationId xmlns:a16="http://schemas.microsoft.com/office/drawing/2014/main" id="{703CEA45-0FFD-4F7B-AB23-C3F8DC9F00A0}"/>
              </a:ext>
            </a:extLst>
          </p:cNvPr>
          <p:cNvSpPr txBox="1">
            <a:spLocks noChangeArrowheads="1"/>
          </p:cNvSpPr>
          <p:nvPr/>
        </p:nvSpPr>
        <p:spPr bwMode="auto">
          <a:xfrm>
            <a:off x="6490494" y="5167869"/>
            <a:ext cx="357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400" b="1" dirty="0">
                <a:solidFill>
                  <a:schemeClr val="hlink"/>
                </a:solidFill>
                <a:latin typeface="Arial" panose="020B0604020202020204" pitchFamily="34" charset="0"/>
                <a:sym typeface="Symbol" panose="05050102010706020507" pitchFamily="18" charset="2"/>
              </a:rPr>
              <a:t>=1</a:t>
            </a:r>
            <a:endParaRPr lang="de-DE" altLang="de-DE" sz="2400" b="1" dirty="0">
              <a:solidFill>
                <a:schemeClr val="hlink"/>
              </a:solidFill>
              <a:latin typeface="Arial" panose="020B0604020202020204" pitchFamily="34" charset="0"/>
            </a:endParaRPr>
          </a:p>
        </p:txBody>
      </p:sp>
      <p:sp>
        <p:nvSpPr>
          <p:cNvPr id="41" name="Rectangle 19">
            <a:extLst>
              <a:ext uri="{FF2B5EF4-FFF2-40B4-BE49-F238E27FC236}">
                <a16:creationId xmlns:a16="http://schemas.microsoft.com/office/drawing/2014/main" id="{DACE3C79-AC00-44DB-B78F-4F026247A072}"/>
              </a:ext>
            </a:extLst>
          </p:cNvPr>
          <p:cNvSpPr>
            <a:spLocks noChangeArrowheads="1"/>
          </p:cNvSpPr>
          <p:nvPr/>
        </p:nvSpPr>
        <p:spPr bwMode="auto">
          <a:xfrm>
            <a:off x="5663952" y="4178920"/>
            <a:ext cx="2033836"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2" name="Line 58">
            <a:extLst>
              <a:ext uri="{FF2B5EF4-FFF2-40B4-BE49-F238E27FC236}">
                <a16:creationId xmlns:a16="http://schemas.microsoft.com/office/drawing/2014/main" id="{218351EA-42AA-4705-9755-8A23AC5AE6C7}"/>
              </a:ext>
            </a:extLst>
          </p:cNvPr>
          <p:cNvSpPr>
            <a:spLocks noChangeShapeType="1"/>
          </p:cNvSpPr>
          <p:nvPr/>
        </p:nvSpPr>
        <p:spPr bwMode="auto">
          <a:xfrm flipH="1">
            <a:off x="447675" y="4718051"/>
            <a:ext cx="11460163" cy="0"/>
          </a:xfrm>
          <a:prstGeom prst="line">
            <a:avLst/>
          </a:prstGeom>
          <a:noFill/>
          <a:ln w="952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de-DE"/>
          </a:p>
        </p:txBody>
      </p:sp>
      <p:sp>
        <p:nvSpPr>
          <p:cNvPr id="43" name="Text Box 4">
            <a:extLst>
              <a:ext uri="{FF2B5EF4-FFF2-40B4-BE49-F238E27FC236}">
                <a16:creationId xmlns:a16="http://schemas.microsoft.com/office/drawing/2014/main" id="{CC9D3334-29DF-47A8-A23F-8893CC779590}"/>
              </a:ext>
            </a:extLst>
          </p:cNvPr>
          <p:cNvSpPr txBox="1">
            <a:spLocks noChangeArrowheads="1"/>
          </p:cNvSpPr>
          <p:nvPr/>
        </p:nvSpPr>
        <p:spPr bwMode="auto">
          <a:xfrm>
            <a:off x="990600" y="2314254"/>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44" name="Text Box 5">
            <a:extLst>
              <a:ext uri="{FF2B5EF4-FFF2-40B4-BE49-F238E27FC236}">
                <a16:creationId xmlns:a16="http://schemas.microsoft.com/office/drawing/2014/main" id="{B81F4BAB-7806-48DF-BBBD-24857CEB69EA}"/>
              </a:ext>
            </a:extLst>
          </p:cNvPr>
          <p:cNvSpPr txBox="1">
            <a:spLocks noChangeArrowheads="1"/>
          </p:cNvSpPr>
          <p:nvPr/>
        </p:nvSpPr>
        <p:spPr bwMode="auto">
          <a:xfrm>
            <a:off x="1524000" y="2314254"/>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2</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45" name="Text Box 6">
            <a:extLst>
              <a:ext uri="{FF2B5EF4-FFF2-40B4-BE49-F238E27FC236}">
                <a16:creationId xmlns:a16="http://schemas.microsoft.com/office/drawing/2014/main" id="{7C6F0B8E-E61F-407C-9582-ADD484CA0927}"/>
              </a:ext>
            </a:extLst>
          </p:cNvPr>
          <p:cNvSpPr txBox="1">
            <a:spLocks noChangeArrowheads="1"/>
          </p:cNvSpPr>
          <p:nvPr/>
        </p:nvSpPr>
        <p:spPr bwMode="auto">
          <a:xfrm>
            <a:off x="2066926" y="2320605"/>
            <a:ext cx="990600" cy="2203449"/>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50000"/>
              </a:spcBef>
              <a:buClr>
                <a:schemeClr val="folHlink"/>
              </a:buClr>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r>
              <a:rPr lang="de-DE" altLang="de-DE" sz="2000" b="1" dirty="0">
                <a:solidFill>
                  <a:schemeClr val="hlink"/>
                </a:solidFill>
                <a:latin typeface="Arial" panose="020B0604020202020204" pitchFamily="34" charset="0"/>
                <a:sym typeface="Symbol" panose="05050102010706020507" pitchFamily="18" charset="2"/>
              </a:rPr>
              <a:t>⊻</a:t>
            </a:r>
            <a:r>
              <a:rPr lang="de-DE" altLang="de-DE" sz="2000" dirty="0">
                <a:latin typeface="Arial" panose="020B0604020202020204" pitchFamily="34" charset="0"/>
                <a:sym typeface="Symbol" panose="05050102010706020507" pitchFamily="18" charset="2"/>
              </a:rPr>
              <a:t> </a:t>
            </a:r>
            <a:r>
              <a:rPr lang="de-DE" altLang="de-DE" sz="2000" dirty="0">
                <a:latin typeface="Arial" panose="020B0604020202020204" pitchFamily="34" charset="0"/>
              </a:rPr>
              <a:t>x</a:t>
            </a:r>
            <a:r>
              <a:rPr lang="de-DE" altLang="de-DE" sz="2000" baseline="-25000" dirty="0">
                <a:latin typeface="Arial" panose="020B0604020202020204" pitchFamily="34" charset="0"/>
              </a:rPr>
              <a:t>2</a:t>
            </a:r>
            <a:endParaRPr lang="de-DE" altLang="de-DE" sz="2000" dirty="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p:txBody>
      </p:sp>
      <p:sp>
        <p:nvSpPr>
          <p:cNvPr id="46" name="Rectangle 7">
            <a:extLst>
              <a:ext uri="{FF2B5EF4-FFF2-40B4-BE49-F238E27FC236}">
                <a16:creationId xmlns:a16="http://schemas.microsoft.com/office/drawing/2014/main" id="{9780AAFE-DB39-4613-97E5-657DC2AD7009}"/>
              </a:ext>
            </a:extLst>
          </p:cNvPr>
          <p:cNvSpPr>
            <a:spLocks noChangeArrowheads="1"/>
          </p:cNvSpPr>
          <p:nvPr/>
        </p:nvSpPr>
        <p:spPr bwMode="auto">
          <a:xfrm>
            <a:off x="990600" y="2314254"/>
            <a:ext cx="2057400" cy="220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47" name="Line 8">
            <a:extLst>
              <a:ext uri="{FF2B5EF4-FFF2-40B4-BE49-F238E27FC236}">
                <a16:creationId xmlns:a16="http://schemas.microsoft.com/office/drawing/2014/main" id="{36EE7724-124D-47F3-8D22-614CE460D578}"/>
              </a:ext>
            </a:extLst>
          </p:cNvPr>
          <p:cNvSpPr>
            <a:spLocks noChangeShapeType="1"/>
          </p:cNvSpPr>
          <p:nvPr/>
        </p:nvSpPr>
        <p:spPr bwMode="auto">
          <a:xfrm>
            <a:off x="990600" y="2771454"/>
            <a:ext cx="2057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48" name="Line 9">
            <a:extLst>
              <a:ext uri="{FF2B5EF4-FFF2-40B4-BE49-F238E27FC236}">
                <a16:creationId xmlns:a16="http://schemas.microsoft.com/office/drawing/2014/main" id="{9975F5FC-844A-4BC3-85EC-14A133EF13BC}"/>
              </a:ext>
            </a:extLst>
          </p:cNvPr>
          <p:cNvSpPr>
            <a:spLocks noChangeShapeType="1"/>
          </p:cNvSpPr>
          <p:nvPr/>
        </p:nvSpPr>
        <p:spPr bwMode="auto">
          <a:xfrm>
            <a:off x="1524000" y="2314254"/>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49" name="Line 10">
            <a:extLst>
              <a:ext uri="{FF2B5EF4-FFF2-40B4-BE49-F238E27FC236}">
                <a16:creationId xmlns:a16="http://schemas.microsoft.com/office/drawing/2014/main" id="{02351B6B-C201-4FF5-9827-B334CFBFD4A4}"/>
              </a:ext>
            </a:extLst>
          </p:cNvPr>
          <p:cNvSpPr>
            <a:spLocks noChangeShapeType="1"/>
          </p:cNvSpPr>
          <p:nvPr/>
        </p:nvSpPr>
        <p:spPr bwMode="auto">
          <a:xfrm>
            <a:off x="2057400" y="2314254"/>
            <a:ext cx="0" cy="2209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0" name="Text Box 11">
            <a:extLst>
              <a:ext uri="{FF2B5EF4-FFF2-40B4-BE49-F238E27FC236}">
                <a16:creationId xmlns:a16="http://schemas.microsoft.com/office/drawing/2014/main" id="{29C8BFB9-6F1B-4D54-9BFE-4271B243C17D}"/>
              </a:ext>
            </a:extLst>
          </p:cNvPr>
          <p:cNvSpPr txBox="1">
            <a:spLocks noChangeArrowheads="1"/>
          </p:cNvSpPr>
          <p:nvPr/>
        </p:nvSpPr>
        <p:spPr bwMode="auto">
          <a:xfrm>
            <a:off x="5640388" y="2298379"/>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x</a:t>
            </a:r>
            <a:r>
              <a:rPr lang="de-DE" altLang="de-DE" sz="2000" baseline="-25000">
                <a:latin typeface="Arial" panose="020B0604020202020204" pitchFamily="34" charset="0"/>
              </a:rPr>
              <a:t>1</a:t>
            </a:r>
            <a:r>
              <a:rPr lang="de-DE" altLang="de-DE" sz="200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a:latin typeface="Arial" panose="020B0604020202020204" pitchFamily="34" charset="0"/>
              </a:rPr>
              <a:t>1</a:t>
            </a:r>
          </a:p>
        </p:txBody>
      </p:sp>
      <p:sp>
        <p:nvSpPr>
          <p:cNvPr id="51" name="Text Box 12">
            <a:extLst>
              <a:ext uri="{FF2B5EF4-FFF2-40B4-BE49-F238E27FC236}">
                <a16:creationId xmlns:a16="http://schemas.microsoft.com/office/drawing/2014/main" id="{389D23F9-D682-4636-8C30-ED85C514BDBB}"/>
              </a:ext>
            </a:extLst>
          </p:cNvPr>
          <p:cNvSpPr txBox="1">
            <a:spLocks noChangeArrowheads="1"/>
          </p:cNvSpPr>
          <p:nvPr/>
        </p:nvSpPr>
        <p:spPr bwMode="auto">
          <a:xfrm>
            <a:off x="6173788" y="2298379"/>
            <a:ext cx="533400" cy="2225675"/>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x</a:t>
            </a:r>
            <a:r>
              <a:rPr lang="de-DE" altLang="de-DE" sz="2000" baseline="-25000" dirty="0">
                <a:latin typeface="Arial" panose="020B0604020202020204" pitchFamily="34" charset="0"/>
              </a:rPr>
              <a:t>2</a:t>
            </a:r>
            <a:r>
              <a:rPr lang="de-DE" altLang="de-DE" sz="2000" dirty="0">
                <a:latin typeface="Arial" panose="020B0604020202020204" pitchFamily="34" charset="0"/>
              </a:rPr>
              <a:t>  </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52" name="Text Box 13">
            <a:extLst>
              <a:ext uri="{FF2B5EF4-FFF2-40B4-BE49-F238E27FC236}">
                <a16:creationId xmlns:a16="http://schemas.microsoft.com/office/drawing/2014/main" id="{07E4180A-8120-4A4A-A4BF-B00DEE19C7B6}"/>
              </a:ext>
            </a:extLst>
          </p:cNvPr>
          <p:cNvSpPr txBox="1">
            <a:spLocks noChangeArrowheads="1"/>
          </p:cNvSpPr>
          <p:nvPr/>
        </p:nvSpPr>
        <p:spPr bwMode="auto">
          <a:xfrm>
            <a:off x="6707188" y="2298379"/>
            <a:ext cx="990600" cy="2209799"/>
          </a:xfrm>
          <a:prstGeom prst="rect">
            <a:avLst/>
          </a:prstGeom>
          <a:solidFill>
            <a:srgbClr val="D9FFDB"/>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50000"/>
              </a:spcBef>
              <a:buClr>
                <a:schemeClr val="folHlink"/>
              </a:buClr>
              <a:buNone/>
            </a:pPr>
            <a:r>
              <a:rPr lang="de-DE" altLang="de-DE" sz="2000" dirty="0">
                <a:latin typeface="Arial" panose="020B0604020202020204" pitchFamily="34" charset="0"/>
              </a:rPr>
              <a:t>x</a:t>
            </a:r>
            <a:r>
              <a:rPr lang="de-DE" altLang="de-DE" sz="2000" baseline="-25000" dirty="0">
                <a:latin typeface="Arial" panose="020B0604020202020204" pitchFamily="34" charset="0"/>
              </a:rPr>
              <a:t>1</a:t>
            </a:r>
            <a:r>
              <a:rPr lang="de-DE" altLang="de-DE" sz="2000" dirty="0">
                <a:latin typeface="Arial" panose="020B0604020202020204" pitchFamily="34" charset="0"/>
              </a:rPr>
              <a:t> </a:t>
            </a:r>
            <a:r>
              <a:rPr lang="de-DE" altLang="de-DE" sz="2000" b="1" dirty="0">
                <a:solidFill>
                  <a:schemeClr val="hlink"/>
                </a:solidFill>
                <a:latin typeface="Arial" panose="020B0604020202020204" pitchFamily="34" charset="0"/>
                <a:sym typeface="Symbol" panose="05050102010706020507" pitchFamily="18" charset="2"/>
              </a:rPr>
              <a:t>⊻</a:t>
            </a:r>
            <a:r>
              <a:rPr lang="de-DE" altLang="de-DE" sz="2000" dirty="0">
                <a:latin typeface="Arial" panose="020B0604020202020204" pitchFamily="34" charset="0"/>
                <a:sym typeface="Symbol" panose="05050102010706020507" pitchFamily="18" charset="2"/>
              </a:rPr>
              <a:t> </a:t>
            </a:r>
            <a:r>
              <a:rPr lang="de-DE" altLang="de-DE" sz="2000" dirty="0">
                <a:latin typeface="Arial" panose="020B0604020202020204" pitchFamily="34" charset="0"/>
              </a:rPr>
              <a:t>x</a:t>
            </a:r>
            <a:r>
              <a:rPr lang="de-DE" altLang="de-DE" sz="2000" baseline="-25000" dirty="0">
                <a:latin typeface="Arial" panose="020B0604020202020204" pitchFamily="34" charset="0"/>
              </a:rPr>
              <a:t>2</a:t>
            </a:r>
            <a:endParaRPr lang="de-DE" altLang="de-DE" sz="2000" dirty="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2000" dirty="0">
                <a:latin typeface="Arial" panose="020B0604020202020204" pitchFamily="34" charset="0"/>
              </a:rPr>
              <a:t>1</a:t>
            </a:r>
          </a:p>
        </p:txBody>
      </p:sp>
      <p:sp>
        <p:nvSpPr>
          <p:cNvPr id="53" name="Rectangle 14">
            <a:extLst>
              <a:ext uri="{FF2B5EF4-FFF2-40B4-BE49-F238E27FC236}">
                <a16:creationId xmlns:a16="http://schemas.microsoft.com/office/drawing/2014/main" id="{B90C17AD-E043-4694-8425-B4D257E1C299}"/>
              </a:ext>
            </a:extLst>
          </p:cNvPr>
          <p:cNvSpPr>
            <a:spLocks noChangeArrowheads="1"/>
          </p:cNvSpPr>
          <p:nvPr/>
        </p:nvSpPr>
        <p:spPr bwMode="auto">
          <a:xfrm>
            <a:off x="5640388" y="2298379"/>
            <a:ext cx="2057400" cy="2209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4" name="Line 15">
            <a:extLst>
              <a:ext uri="{FF2B5EF4-FFF2-40B4-BE49-F238E27FC236}">
                <a16:creationId xmlns:a16="http://schemas.microsoft.com/office/drawing/2014/main" id="{0BEECB4E-CCAD-4156-84A4-D73415A00C2D}"/>
              </a:ext>
            </a:extLst>
          </p:cNvPr>
          <p:cNvSpPr>
            <a:spLocks noChangeShapeType="1"/>
          </p:cNvSpPr>
          <p:nvPr/>
        </p:nvSpPr>
        <p:spPr bwMode="auto">
          <a:xfrm>
            <a:off x="5640388" y="2755579"/>
            <a:ext cx="2057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5" name="Line 16">
            <a:extLst>
              <a:ext uri="{FF2B5EF4-FFF2-40B4-BE49-F238E27FC236}">
                <a16:creationId xmlns:a16="http://schemas.microsoft.com/office/drawing/2014/main" id="{1C21A524-C9D8-4B8E-847A-0A1770942CAF}"/>
              </a:ext>
            </a:extLst>
          </p:cNvPr>
          <p:cNvSpPr>
            <a:spLocks noChangeShapeType="1"/>
          </p:cNvSpPr>
          <p:nvPr/>
        </p:nvSpPr>
        <p:spPr bwMode="auto">
          <a:xfrm>
            <a:off x="6173788" y="2298379"/>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6" name="Line 17">
            <a:extLst>
              <a:ext uri="{FF2B5EF4-FFF2-40B4-BE49-F238E27FC236}">
                <a16:creationId xmlns:a16="http://schemas.microsoft.com/office/drawing/2014/main" id="{40B23623-16E3-4448-862F-24FBCF7116A0}"/>
              </a:ext>
            </a:extLst>
          </p:cNvPr>
          <p:cNvSpPr>
            <a:spLocks noChangeShapeType="1"/>
          </p:cNvSpPr>
          <p:nvPr/>
        </p:nvSpPr>
        <p:spPr bwMode="auto">
          <a:xfrm>
            <a:off x="6707188" y="2298379"/>
            <a:ext cx="0" cy="2209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7" name="Line 23">
            <a:extLst>
              <a:ext uri="{FF2B5EF4-FFF2-40B4-BE49-F238E27FC236}">
                <a16:creationId xmlns:a16="http://schemas.microsoft.com/office/drawing/2014/main" id="{5A0EF94C-89BB-45BD-8E67-E2E8D11F1FBC}"/>
              </a:ext>
            </a:extLst>
          </p:cNvPr>
          <p:cNvSpPr>
            <a:spLocks noChangeShapeType="1"/>
          </p:cNvSpPr>
          <p:nvPr/>
        </p:nvSpPr>
        <p:spPr bwMode="auto">
          <a:xfrm>
            <a:off x="7099445" y="2343696"/>
            <a:ext cx="2286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58" name="Rectangle 19">
            <a:extLst>
              <a:ext uri="{FF2B5EF4-FFF2-40B4-BE49-F238E27FC236}">
                <a16:creationId xmlns:a16="http://schemas.microsoft.com/office/drawing/2014/main" id="{28208EC5-753F-4B2C-9FE3-8D4BE660675F}"/>
              </a:ext>
            </a:extLst>
          </p:cNvPr>
          <p:cNvSpPr>
            <a:spLocks noChangeArrowheads="1"/>
          </p:cNvSpPr>
          <p:nvPr/>
        </p:nvSpPr>
        <p:spPr bwMode="auto">
          <a:xfrm>
            <a:off x="990599" y="3282937"/>
            <a:ext cx="2057400" cy="778595"/>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9" name="Rectangle 19">
            <a:extLst>
              <a:ext uri="{FF2B5EF4-FFF2-40B4-BE49-F238E27FC236}">
                <a16:creationId xmlns:a16="http://schemas.microsoft.com/office/drawing/2014/main" id="{812BF3B5-0DB7-4776-9C75-84C442153F5D}"/>
              </a:ext>
            </a:extLst>
          </p:cNvPr>
          <p:cNvSpPr>
            <a:spLocks noChangeArrowheads="1"/>
          </p:cNvSpPr>
          <p:nvPr/>
        </p:nvSpPr>
        <p:spPr bwMode="auto">
          <a:xfrm>
            <a:off x="5663952" y="2741614"/>
            <a:ext cx="2033836"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60" name="Rectangle 19">
            <a:extLst>
              <a:ext uri="{FF2B5EF4-FFF2-40B4-BE49-F238E27FC236}">
                <a16:creationId xmlns:a16="http://schemas.microsoft.com/office/drawing/2014/main" id="{D90F7C7D-966C-496A-AF15-6B367F6BF08B}"/>
              </a:ext>
            </a:extLst>
          </p:cNvPr>
          <p:cNvSpPr>
            <a:spLocks noChangeArrowheads="1"/>
          </p:cNvSpPr>
          <p:nvPr/>
        </p:nvSpPr>
        <p:spPr bwMode="auto">
          <a:xfrm>
            <a:off x="5663952" y="4181774"/>
            <a:ext cx="2033836" cy="33020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Tree>
    <p:extLst>
      <p:ext uri="{BB962C8B-B14F-4D97-AF65-F5344CB8AC3E}">
        <p14:creationId xmlns:p14="http://schemas.microsoft.com/office/powerpoint/2010/main" val="93333622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normAutofit/>
          </a:bodyPr>
          <a:lstStyle/>
          <a:p>
            <a:pPr algn="r"/>
            <a:r>
              <a:rPr lang="de-DE" dirty="0">
                <a:solidFill>
                  <a:srgbClr val="009633"/>
                </a:solidFill>
              </a:rPr>
              <a:t>BGY Klasse 12 – Informatiksysteme</a:t>
            </a:r>
          </a:p>
          <a:p>
            <a:r>
              <a:rPr lang="de-DE" dirty="0"/>
              <a:t>Zahlensysteme</a:t>
            </a:r>
          </a:p>
          <a:p>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134880405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lstStyle/>
          <a:p>
            <a:r>
              <a:rPr lang="de-DE" dirty="0"/>
              <a:t>Zahlendarstellung</a:t>
            </a:r>
          </a:p>
        </p:txBody>
      </p:sp>
      <p:sp>
        <p:nvSpPr>
          <p:cNvPr id="8" name="Textfeld 7">
            <a:extLst>
              <a:ext uri="{FF2B5EF4-FFF2-40B4-BE49-F238E27FC236}">
                <a16:creationId xmlns:a16="http://schemas.microsoft.com/office/drawing/2014/main" id="{AE3D41AB-6ADE-4E22-84BF-84C1B35C6939}"/>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grpSp>
        <p:nvGrpSpPr>
          <p:cNvPr id="9" name="Gruppieren 8">
            <a:extLst>
              <a:ext uri="{FF2B5EF4-FFF2-40B4-BE49-F238E27FC236}">
                <a16:creationId xmlns:a16="http://schemas.microsoft.com/office/drawing/2014/main" id="{58FB1465-C0D0-4EAF-B291-8DFF31F0F51C}"/>
              </a:ext>
            </a:extLst>
          </p:cNvPr>
          <p:cNvGrpSpPr/>
          <p:nvPr/>
        </p:nvGrpSpPr>
        <p:grpSpPr>
          <a:xfrm>
            <a:off x="480150" y="1433042"/>
            <a:ext cx="4666885" cy="4147626"/>
            <a:chOff x="93433" y="711394"/>
            <a:chExt cx="2992673" cy="2992673"/>
          </a:xfrm>
          <a:scene3d>
            <a:camera prst="orthographicFront"/>
            <a:lightRig rig="flat" dir="t"/>
          </a:scene3d>
        </p:grpSpPr>
        <p:sp>
          <p:nvSpPr>
            <p:cNvPr id="10" name="Pfeil: nach unten 9">
              <a:extLst>
                <a:ext uri="{FF2B5EF4-FFF2-40B4-BE49-F238E27FC236}">
                  <a16:creationId xmlns:a16="http://schemas.microsoft.com/office/drawing/2014/main" id="{592306AB-1F4F-4A02-B483-1FD12FEAFD56}"/>
                </a:ext>
              </a:extLst>
            </p:cNvPr>
            <p:cNvSpPr/>
            <p:nvPr/>
          </p:nvSpPr>
          <p:spPr>
            <a:xfrm rot="16200000">
              <a:off x="93433" y="711394"/>
              <a:ext cx="2992673" cy="2992673"/>
            </a:xfrm>
            <a:prstGeom prst="downArrow">
              <a:avLst>
                <a:gd name="adj1" fmla="val 50000"/>
                <a:gd name="adj2" fmla="val 35000"/>
              </a:avLst>
            </a:prstGeom>
            <a:sp3d prstMaterial="dkEdge">
              <a:bevelT w="8200" h="38100"/>
            </a:sp3d>
          </p:spPr>
          <p:style>
            <a:lnRef idx="0">
              <a:schemeClr val="lt1">
                <a:hueOff val="0"/>
                <a:satOff val="0"/>
                <a:lumOff val="0"/>
                <a:alphaOff val="0"/>
              </a:schemeClr>
            </a:lnRef>
            <a:fillRef idx="2">
              <a:schemeClr val="accent4">
                <a:hueOff val="0"/>
                <a:satOff val="0"/>
                <a:lumOff val="0"/>
                <a:alphaOff val="0"/>
              </a:schemeClr>
            </a:fillRef>
            <a:effectRef idx="1">
              <a:schemeClr val="accent4">
                <a:hueOff val="0"/>
                <a:satOff val="0"/>
                <a:lumOff val="0"/>
                <a:alphaOff val="0"/>
              </a:schemeClr>
            </a:effectRef>
            <a:fontRef idx="minor">
              <a:schemeClr val="dk1"/>
            </a:fontRef>
          </p:style>
        </p:sp>
        <p:sp>
          <p:nvSpPr>
            <p:cNvPr id="11" name="Pfeil: nach unten 4">
              <a:extLst>
                <a:ext uri="{FF2B5EF4-FFF2-40B4-BE49-F238E27FC236}">
                  <a16:creationId xmlns:a16="http://schemas.microsoft.com/office/drawing/2014/main" id="{7B4FC870-6A0B-41BB-96FA-87B73F8166AC}"/>
                </a:ext>
              </a:extLst>
            </p:cNvPr>
            <p:cNvSpPr txBox="1"/>
            <p:nvPr/>
          </p:nvSpPr>
          <p:spPr>
            <a:xfrm rot="21600000">
              <a:off x="93433" y="1459562"/>
              <a:ext cx="2468955" cy="1496337"/>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de-DE" sz="2600" kern="1200" dirty="0"/>
                <a:t>Seit </a:t>
              </a:r>
              <a:r>
                <a:rPr lang="de-DE" sz="2600" b="1" kern="1200" dirty="0"/>
                <a:t>wann werden moderne Zahlensysteme genutzt?</a:t>
              </a:r>
            </a:p>
          </p:txBody>
        </p:sp>
      </p:grpSp>
      <p:pic>
        <p:nvPicPr>
          <p:cNvPr id="12" name="Grafik 11">
            <a:extLst>
              <a:ext uri="{FF2B5EF4-FFF2-40B4-BE49-F238E27FC236}">
                <a16:creationId xmlns:a16="http://schemas.microsoft.com/office/drawing/2014/main" id="{CFF8DE6C-AF6A-4925-A40E-FB5C989204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7037" y="3429000"/>
            <a:ext cx="4214813" cy="2562606"/>
          </a:xfrm>
          <a:prstGeom prst="rect">
            <a:avLst/>
          </a:prstGeom>
        </p:spPr>
      </p:pic>
      <p:pic>
        <p:nvPicPr>
          <p:cNvPr id="2" name="Grafik 1">
            <a:extLst>
              <a:ext uri="{FF2B5EF4-FFF2-40B4-BE49-F238E27FC236}">
                <a16:creationId xmlns:a16="http://schemas.microsoft.com/office/drawing/2014/main" id="{9EBF90BB-4C61-4222-8DEB-969A70AC69BA}"/>
              </a:ext>
            </a:extLst>
          </p:cNvPr>
          <p:cNvPicPr>
            <a:picLocks noChangeAspect="1"/>
          </p:cNvPicPr>
          <p:nvPr/>
        </p:nvPicPr>
        <p:blipFill>
          <a:blip r:embed="rId3"/>
          <a:stretch>
            <a:fillRect/>
          </a:stretch>
        </p:blipFill>
        <p:spPr>
          <a:xfrm>
            <a:off x="7206781" y="1782763"/>
            <a:ext cx="4584589" cy="1767993"/>
          </a:xfrm>
          <a:prstGeom prst="rect">
            <a:avLst/>
          </a:prstGeom>
        </p:spPr>
      </p:pic>
    </p:spTree>
    <p:extLst>
      <p:ext uri="{BB962C8B-B14F-4D97-AF65-F5344CB8AC3E}">
        <p14:creationId xmlns:p14="http://schemas.microsoft.com/office/powerpoint/2010/main" val="2628323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fontScale="90000"/>
          </a:bodyPr>
          <a:lstStyle/>
          <a:p>
            <a:r>
              <a:rPr lang="de-DE" dirty="0"/>
              <a:t>Quipu</a:t>
            </a:r>
            <a:br>
              <a:rPr lang="de-DE" dirty="0"/>
            </a:br>
            <a:r>
              <a:rPr lang="de-DE" dirty="0"/>
              <a:t>Knotenschnüre der Inca</a:t>
            </a:r>
            <a:br>
              <a:rPr lang="de-DE" dirty="0"/>
            </a:br>
            <a:r>
              <a:rPr lang="de-DE" dirty="0"/>
              <a:t>(ca. ab 7. Jh. n. C.)</a:t>
            </a:r>
          </a:p>
        </p:txBody>
      </p:sp>
      <p:sp>
        <p:nvSpPr>
          <p:cNvPr id="3" name="Inhaltsplatzhalter 2">
            <a:extLst>
              <a:ext uri="{FF2B5EF4-FFF2-40B4-BE49-F238E27FC236}">
                <a16:creationId xmlns:a16="http://schemas.microsoft.com/office/drawing/2014/main" id="{F56253D9-1DE4-476F-9FCD-6A59C38C899E}"/>
              </a:ext>
            </a:extLst>
          </p:cNvPr>
          <p:cNvSpPr>
            <a:spLocks noGrp="1"/>
          </p:cNvSpPr>
          <p:nvPr>
            <p:ph idx="1"/>
          </p:nvPr>
        </p:nvSpPr>
        <p:spPr>
          <a:xfrm>
            <a:off x="160867" y="1825625"/>
            <a:ext cx="9859826" cy="4351338"/>
          </a:xfrm>
        </p:spPr>
        <p:txBody>
          <a:bodyPr>
            <a:normAutofit fontScale="70000" lnSpcReduction="20000"/>
          </a:bodyPr>
          <a:lstStyle/>
          <a:p>
            <a:pPr marL="0" indent="0">
              <a:buNone/>
            </a:pPr>
            <a:r>
              <a:rPr lang="de-DE" dirty="0"/>
              <a:t>Die Inkas verwendeten für die Darstellung der Zahlen das Zehnersystem (Dezimalsystem).</a:t>
            </a:r>
          </a:p>
          <a:p>
            <a:r>
              <a:rPr lang="de-DE" dirty="0"/>
              <a:t>Jede Stelle (Zehnerpotenz) wurde durch einen oder mehrere Knoten geschrieben.</a:t>
            </a:r>
          </a:p>
          <a:p>
            <a:r>
              <a:rPr lang="de-DE" dirty="0"/>
              <a:t>Die Stellen werden von oben nach unten abgelesen (Tausender-Hunderter-Zehner-Einer).</a:t>
            </a:r>
          </a:p>
          <a:p>
            <a:r>
              <a:rPr lang="de-DE" dirty="0"/>
              <a:t>Die Ziffer Null wurde für alle Stellen als knotenfreier Abschnitt [0X] geschrieben.</a:t>
            </a:r>
          </a:p>
          <a:p>
            <a:r>
              <a:rPr lang="de-DE" dirty="0"/>
              <a:t>Die Ziffern Eins bis Neun wurden bei den Zehner-, Hunderter- und Tausender-Stellen als einfacher </a:t>
            </a:r>
            <a:r>
              <a:rPr lang="de-DE" dirty="0" err="1"/>
              <a:t>Stopperknoten</a:t>
            </a:r>
            <a:r>
              <a:rPr lang="de-DE" dirty="0"/>
              <a:t> geschrieben, wobei die Anzahl n der einfachen Knoten der jeweiligen Ziffer entsprach [</a:t>
            </a:r>
            <a:r>
              <a:rPr lang="de-DE" dirty="0" err="1"/>
              <a:t>nS</a:t>
            </a:r>
            <a:r>
              <a:rPr lang="de-DE" dirty="0"/>
              <a:t>].</a:t>
            </a:r>
          </a:p>
          <a:p>
            <a:r>
              <a:rPr lang="de-DE" dirty="0"/>
              <a:t>Die Ziffern Zwei bis Neun wurden bei allen Einer-Stellen, als mehrfach getörnte Überhandknoten geschrieben, wobei die Anzahl m der Törns der jeweiligen Ziffer entsprach [</a:t>
            </a:r>
            <a:r>
              <a:rPr lang="de-DE" dirty="0" err="1"/>
              <a:t>mT</a:t>
            </a:r>
            <a:r>
              <a:rPr lang="de-DE" dirty="0"/>
              <a:t>].</a:t>
            </a:r>
          </a:p>
          <a:p>
            <a:r>
              <a:rPr lang="de-DE" dirty="0"/>
              <a:t>Die Ziffer Eins wurde bei allen Einer-Stellen als Achterknoten geschrieben.</a:t>
            </a:r>
          </a:p>
          <a:p>
            <a:r>
              <a:rPr lang="de-DE" dirty="0"/>
              <a:t>Im Beispiel sehen Sie: 4S 1S </a:t>
            </a:r>
            <a:r>
              <a:rPr lang="de-DE" dirty="0" err="1"/>
              <a:t>1S</a:t>
            </a:r>
            <a:r>
              <a:rPr lang="de-DE" dirty="0"/>
              <a:t> 7T</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4" name="Grafik 13">
            <a:extLst>
              <a:ext uri="{FF2B5EF4-FFF2-40B4-BE49-F238E27FC236}">
                <a16:creationId xmlns:a16="http://schemas.microsoft.com/office/drawing/2014/main" id="{2001D5E3-E7D2-478F-A5A8-41B3460628B8}"/>
              </a:ext>
            </a:extLst>
          </p:cNvPr>
          <p:cNvPicPr>
            <a:picLocks noChangeAspect="1"/>
          </p:cNvPicPr>
          <p:nvPr/>
        </p:nvPicPr>
        <p:blipFill>
          <a:blip r:embed="rId2"/>
          <a:stretch>
            <a:fillRect/>
          </a:stretch>
        </p:blipFill>
        <p:spPr>
          <a:xfrm>
            <a:off x="10121467" y="1681132"/>
            <a:ext cx="1286054" cy="3581900"/>
          </a:xfrm>
          <a:prstGeom prst="rect">
            <a:avLst/>
          </a:prstGeom>
        </p:spPr>
      </p:pic>
      <p:sp>
        <p:nvSpPr>
          <p:cNvPr id="15" name="Rechteck 14">
            <a:extLst>
              <a:ext uri="{FF2B5EF4-FFF2-40B4-BE49-F238E27FC236}">
                <a16:creationId xmlns:a16="http://schemas.microsoft.com/office/drawing/2014/main" id="{AA3BC0D9-242E-42E1-BDF4-574578918ACE}"/>
              </a:ext>
            </a:extLst>
          </p:cNvPr>
          <p:cNvSpPr/>
          <p:nvPr/>
        </p:nvSpPr>
        <p:spPr>
          <a:xfrm>
            <a:off x="7073467" y="5486210"/>
            <a:ext cx="6096000" cy="246221"/>
          </a:xfrm>
          <a:prstGeom prst="rect">
            <a:avLst/>
          </a:prstGeom>
        </p:spPr>
        <p:txBody>
          <a:bodyPr>
            <a:spAutoFit/>
          </a:bodyPr>
          <a:lstStyle/>
          <a:p>
            <a:r>
              <a:rPr lang="de-DE" sz="1000" i="1" dirty="0">
                <a:solidFill>
                  <a:srgbClr val="000000"/>
                </a:solidFill>
                <a:latin typeface="Times New Roman" panose="02020603050405020304" pitchFamily="18" charset="0"/>
              </a:rPr>
              <a:t>Quelle: http://tannegg.educanet2.ch/hochkulturen/.ws_gen/22/quipu%20rechnen.png </a:t>
            </a:r>
            <a:endParaRPr lang="de-DE" sz="1000" dirty="0"/>
          </a:p>
        </p:txBody>
      </p:sp>
    </p:spTree>
    <p:extLst>
      <p:ext uri="{BB962C8B-B14F-4D97-AF65-F5344CB8AC3E}">
        <p14:creationId xmlns:p14="http://schemas.microsoft.com/office/powerpoint/2010/main" val="423276521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3" name="Inhaltsplatzhalter 2">
            <a:extLst>
              <a:ext uri="{FF2B5EF4-FFF2-40B4-BE49-F238E27FC236}">
                <a16:creationId xmlns:a16="http://schemas.microsoft.com/office/drawing/2014/main" id="{F56253D9-1DE4-476F-9FCD-6A59C38C899E}"/>
              </a:ext>
            </a:extLst>
          </p:cNvPr>
          <p:cNvSpPr>
            <a:spLocks noGrp="1"/>
          </p:cNvSpPr>
          <p:nvPr>
            <p:ph idx="1"/>
          </p:nvPr>
        </p:nvSpPr>
        <p:spPr>
          <a:xfrm>
            <a:off x="160867" y="1825625"/>
            <a:ext cx="4939034" cy="4351338"/>
          </a:xfrm>
        </p:spPr>
        <p:txBody>
          <a:bodyPr>
            <a:normAutofit/>
          </a:bodyPr>
          <a:lstStyle/>
          <a:p>
            <a:r>
              <a:rPr lang="de-DE" dirty="0"/>
              <a:t>Aus dem Geist der Religion befasst sich </a:t>
            </a:r>
            <a:r>
              <a:rPr lang="de-DE" b="1" dirty="0"/>
              <a:t>Gottfried Wilhelm Leibniz </a:t>
            </a:r>
            <a:r>
              <a:rPr lang="de-DE" dirty="0"/>
              <a:t>mit Logik, Matrizen-Rechnung, dem Dualsystem (Ende des 17. Jh.), Rechenmaschinen…</a:t>
            </a:r>
          </a:p>
          <a:p>
            <a:r>
              <a:rPr lang="de-DE" dirty="0"/>
              <a:t>1847 Algebra nach </a:t>
            </a:r>
            <a:r>
              <a:rPr lang="de-DE" b="1" dirty="0"/>
              <a:t>George Boole </a:t>
            </a:r>
            <a:r>
              <a:rPr lang="de-DE" dirty="0"/>
              <a:t>(Operatoren und Mengentheorie)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5" name="Titel 4">
            <a:extLst>
              <a:ext uri="{FF2B5EF4-FFF2-40B4-BE49-F238E27FC236}">
                <a16:creationId xmlns:a16="http://schemas.microsoft.com/office/drawing/2014/main" id="{B0F3C53F-E3B4-428B-8674-6A5BFFFEF8BB}"/>
              </a:ext>
            </a:extLst>
          </p:cNvPr>
          <p:cNvSpPr>
            <a:spLocks noGrp="1"/>
          </p:cNvSpPr>
          <p:nvPr>
            <p:ph type="title"/>
          </p:nvPr>
        </p:nvSpPr>
        <p:spPr/>
        <p:txBody>
          <a:bodyPr/>
          <a:lstStyle/>
          <a:p>
            <a:r>
              <a:rPr lang="de-DE" dirty="0"/>
              <a:t>Leibniz</a:t>
            </a:r>
          </a:p>
        </p:txBody>
      </p:sp>
      <p:pic>
        <p:nvPicPr>
          <p:cNvPr id="10" name="Picture 2" descr="https://upload.wikimedia.org/wikipedia/commons/thumb/3/3a/Leibniz_binary_system_1697.jpg/1280px-Leibniz_binary_system_1697.jpg">
            <a:extLst>
              <a:ext uri="{FF2B5EF4-FFF2-40B4-BE49-F238E27FC236}">
                <a16:creationId xmlns:a16="http://schemas.microsoft.com/office/drawing/2014/main" id="{6AA6EA2F-4684-4171-BD42-FD41021AFA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87689" y="361325"/>
            <a:ext cx="3797509" cy="3067675"/>
          </a:xfrm>
          <a:prstGeom prst="rect">
            <a:avLst/>
          </a:prstGeom>
          <a:noFill/>
          <a:extLst>
            <a:ext uri="{909E8E84-426E-40DD-AFC4-6F175D3DCCD1}">
              <a14:hiddenFill xmlns:a14="http://schemas.microsoft.com/office/drawing/2010/main">
                <a:solidFill>
                  <a:srgbClr val="FFFFFF"/>
                </a:solidFill>
              </a14:hiddenFill>
            </a:ext>
          </a:extLst>
        </p:spPr>
      </p:pic>
      <p:sp>
        <p:nvSpPr>
          <p:cNvPr id="11" name="Textfeld 10">
            <a:extLst>
              <a:ext uri="{FF2B5EF4-FFF2-40B4-BE49-F238E27FC236}">
                <a16:creationId xmlns:a16="http://schemas.microsoft.com/office/drawing/2014/main" id="{147642ED-FFE9-48F1-8972-31857BCE713C}"/>
              </a:ext>
            </a:extLst>
          </p:cNvPr>
          <p:cNvSpPr txBox="1"/>
          <p:nvPr/>
        </p:nvSpPr>
        <p:spPr>
          <a:xfrm>
            <a:off x="4886851" y="3630314"/>
            <a:ext cx="2284600" cy="338554"/>
          </a:xfrm>
          <a:prstGeom prst="rect">
            <a:avLst/>
          </a:prstGeom>
          <a:noFill/>
        </p:spPr>
        <p:txBody>
          <a:bodyPr wrap="none" rtlCol="0">
            <a:spAutoFit/>
          </a:bodyPr>
          <a:lstStyle/>
          <a:p>
            <a:pPr lvl="0">
              <a:defRPr/>
            </a:pPr>
            <a:r>
              <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rPr>
              <a:t>Binäres Zahlensystem, Entwurf nach Leibniz</a:t>
            </a:r>
          </a:p>
          <a:p>
            <a:pPr lvl="0">
              <a:defRPr/>
            </a:pPr>
            <a:r>
              <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rPr>
              <a:t>Quelle: </a:t>
            </a:r>
            <a:r>
              <a:rPr lang="de-DE" sz="800" dirty="0">
                <a:solidFill>
                  <a:prstClr val="black"/>
                </a:solidFill>
                <a:hlinkClick r:id="rId3"/>
              </a:rPr>
              <a:t>https://de.wikipedia.org/wiki/Dualsystem</a:t>
            </a:r>
            <a:r>
              <a:rPr lang="de-DE" sz="800" dirty="0">
                <a:solidFill>
                  <a:prstClr val="black"/>
                </a:solidFill>
              </a:rPr>
              <a:t> </a:t>
            </a:r>
            <a:endPar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2" descr="AbbildunVenn-Diagramme für Konjunktion, Disjunktion und Ergänzung">
            <a:extLst>
              <a:ext uri="{FF2B5EF4-FFF2-40B4-BE49-F238E27FC236}">
                <a16:creationId xmlns:a16="http://schemas.microsoft.com/office/drawing/2014/main" id="{F5FD89A0-42ED-4600-8D9B-2F095EC6D01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86849" y="4010585"/>
            <a:ext cx="2610188" cy="898611"/>
          </a:xfrm>
          <a:prstGeom prst="rect">
            <a:avLst/>
          </a:prstGeom>
          <a:noFill/>
          <a:extLst>
            <a:ext uri="{909E8E84-426E-40DD-AFC4-6F175D3DCCD1}">
              <a14:hiddenFill xmlns:a14="http://schemas.microsoft.com/office/drawing/2010/main">
                <a:solidFill>
                  <a:srgbClr val="FFFFFF"/>
                </a:solidFill>
              </a14:hiddenFill>
            </a:ext>
          </a:extLst>
        </p:spPr>
      </p:pic>
      <p:sp>
        <p:nvSpPr>
          <p:cNvPr id="16" name="Textfeld 15">
            <a:extLst>
              <a:ext uri="{FF2B5EF4-FFF2-40B4-BE49-F238E27FC236}">
                <a16:creationId xmlns:a16="http://schemas.microsoft.com/office/drawing/2014/main" id="{4D675E18-ADF1-4674-AC30-71D15B964EB3}"/>
              </a:ext>
            </a:extLst>
          </p:cNvPr>
          <p:cNvSpPr txBox="1"/>
          <p:nvPr/>
        </p:nvSpPr>
        <p:spPr>
          <a:xfrm>
            <a:off x="4886849" y="4876552"/>
            <a:ext cx="2581156" cy="338554"/>
          </a:xfrm>
          <a:prstGeom prst="rect">
            <a:avLst/>
          </a:prstGeom>
          <a:noFill/>
        </p:spPr>
        <p:txBody>
          <a:bodyPr wrap="none" rtlCol="0">
            <a:spAutoFit/>
          </a:bodyPr>
          <a:lstStyle/>
          <a:p>
            <a:pPr lvl="0">
              <a:defRPr/>
            </a:pPr>
            <a:r>
              <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rPr>
              <a:t>UND, ODER, NICHT Operatoren</a:t>
            </a:r>
          </a:p>
          <a:p>
            <a:pPr lvl="0">
              <a:defRPr/>
            </a:pPr>
            <a:r>
              <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rPr>
              <a:t>Quelle: </a:t>
            </a:r>
            <a:r>
              <a:rPr lang="de-DE" sz="800" dirty="0">
                <a:solidFill>
                  <a:prstClr val="black"/>
                </a:solidFill>
                <a:hlinkClick r:id="rId5"/>
              </a:rPr>
              <a:t>https://de.wikipedia.org/wiki/Boolesche_Algebra</a:t>
            </a:r>
            <a:r>
              <a:rPr lang="de-DE" sz="800" dirty="0">
                <a:solidFill>
                  <a:prstClr val="black"/>
                </a:solidFill>
              </a:rPr>
              <a:t> </a:t>
            </a:r>
            <a:endPar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platzhalter 3">
            <a:extLst>
              <a:ext uri="{FF2B5EF4-FFF2-40B4-BE49-F238E27FC236}">
                <a16:creationId xmlns:a16="http://schemas.microsoft.com/office/drawing/2014/main" id="{4839E640-01AB-4700-8FC4-1FA045C6C24B}"/>
              </a:ext>
            </a:extLst>
          </p:cNvPr>
          <p:cNvSpPr txBox="1">
            <a:spLocks/>
          </p:cNvSpPr>
          <p:nvPr/>
        </p:nvSpPr>
        <p:spPr>
          <a:xfrm>
            <a:off x="9068271" y="1576158"/>
            <a:ext cx="2743200" cy="2747723"/>
          </a:xfrm>
          <a:prstGeom prst="rect">
            <a:avLst/>
          </a:prstGeom>
          <a:solidFill>
            <a:schemeClr val="accent6">
              <a:lumMod val="40000"/>
              <a:lumOff val="60000"/>
            </a:scheme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indent="0">
              <a:buNone/>
            </a:pPr>
            <a:r>
              <a:rPr lang="de-DE" dirty="0"/>
              <a:t>Aufgabe: Lesen Sie den Text zur „Entwicklung des Dualsystems“ (Kap. 2.1) auf Wikipedia.</a:t>
            </a:r>
          </a:p>
          <a:p>
            <a:pPr marL="0" indent="0">
              <a:buNone/>
            </a:pPr>
            <a:r>
              <a:rPr lang="de-DE" dirty="0"/>
              <a:t>„</a:t>
            </a:r>
            <a:r>
              <a:rPr lang="de-DE" i="1" dirty="0"/>
              <a:t>Zu Beginn des ersten Tages war die 1…“</a:t>
            </a:r>
            <a:endParaRPr lang="de-DE" dirty="0"/>
          </a:p>
        </p:txBody>
      </p:sp>
      <p:pic>
        <p:nvPicPr>
          <p:cNvPr id="18" name="Grafik 17">
            <a:extLst>
              <a:ext uri="{FF2B5EF4-FFF2-40B4-BE49-F238E27FC236}">
                <a16:creationId xmlns:a16="http://schemas.microsoft.com/office/drawing/2014/main" id="{2C359F7C-8408-4F59-8DEE-758608582F85}"/>
              </a:ext>
            </a:extLst>
          </p:cNvPr>
          <p:cNvPicPr>
            <a:picLocks noChangeAspect="1"/>
          </p:cNvPicPr>
          <p:nvPr/>
        </p:nvPicPr>
        <p:blipFill>
          <a:blip r:embed="rId6"/>
          <a:stretch>
            <a:fillRect/>
          </a:stretch>
        </p:blipFill>
        <p:spPr>
          <a:xfrm>
            <a:off x="9483235" y="4362882"/>
            <a:ext cx="1715515" cy="1704448"/>
          </a:xfrm>
          <a:prstGeom prst="rect">
            <a:avLst/>
          </a:prstGeom>
        </p:spPr>
      </p:pic>
    </p:spTree>
    <p:extLst>
      <p:ext uri="{BB962C8B-B14F-4D97-AF65-F5344CB8AC3E}">
        <p14:creationId xmlns:p14="http://schemas.microsoft.com/office/powerpoint/2010/main" val="228277879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66599" y="-264626"/>
            <a:ext cx="10515600" cy="1325563"/>
          </a:xfrm>
        </p:spPr>
        <p:txBody>
          <a:bodyPr>
            <a:normAutofit/>
          </a:bodyPr>
          <a:lstStyle/>
          <a:p>
            <a:r>
              <a:rPr lang="de-DE" dirty="0"/>
              <a:t>Stellenwertsysteme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grpSp>
        <p:nvGrpSpPr>
          <p:cNvPr id="8" name="Group 77">
            <a:extLst>
              <a:ext uri="{FF2B5EF4-FFF2-40B4-BE49-F238E27FC236}">
                <a16:creationId xmlns:a16="http://schemas.microsoft.com/office/drawing/2014/main" id="{BCFE430C-C3EF-45BE-8A90-3A2CF1487C89}"/>
              </a:ext>
            </a:extLst>
          </p:cNvPr>
          <p:cNvGrpSpPr>
            <a:grpSpLocks/>
          </p:cNvGrpSpPr>
          <p:nvPr/>
        </p:nvGrpSpPr>
        <p:grpSpPr bwMode="auto">
          <a:xfrm>
            <a:off x="7696200" y="5827759"/>
            <a:ext cx="533400" cy="532467"/>
            <a:chOff x="1440" y="2778"/>
            <a:chExt cx="384" cy="252"/>
          </a:xfrm>
        </p:grpSpPr>
        <p:sp>
          <p:nvSpPr>
            <p:cNvPr id="9" name="Line 78">
              <a:extLst>
                <a:ext uri="{FF2B5EF4-FFF2-40B4-BE49-F238E27FC236}">
                  <a16:creationId xmlns:a16="http://schemas.microsoft.com/office/drawing/2014/main" id="{6F56EC44-6D34-444F-B749-A322A3631A85}"/>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10" name="Rectangle 79">
              <a:extLst>
                <a:ext uri="{FF2B5EF4-FFF2-40B4-BE49-F238E27FC236}">
                  <a16:creationId xmlns:a16="http://schemas.microsoft.com/office/drawing/2014/main" id="{522F2A8C-E8C1-4102-807E-7E48EE7B1B4E}"/>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11" name="Group 29">
            <a:extLst>
              <a:ext uri="{FF2B5EF4-FFF2-40B4-BE49-F238E27FC236}">
                <a16:creationId xmlns:a16="http://schemas.microsoft.com/office/drawing/2014/main" id="{849D3F4A-793D-4791-9958-6D150D1BDBD9}"/>
              </a:ext>
            </a:extLst>
          </p:cNvPr>
          <p:cNvGrpSpPr>
            <a:grpSpLocks/>
          </p:cNvGrpSpPr>
          <p:nvPr/>
        </p:nvGrpSpPr>
        <p:grpSpPr bwMode="auto">
          <a:xfrm>
            <a:off x="5257800" y="5810507"/>
            <a:ext cx="609600" cy="532467"/>
            <a:chOff x="1440" y="2778"/>
            <a:chExt cx="384" cy="252"/>
          </a:xfrm>
        </p:grpSpPr>
        <p:sp>
          <p:nvSpPr>
            <p:cNvPr id="12" name="Line 30">
              <a:extLst>
                <a:ext uri="{FF2B5EF4-FFF2-40B4-BE49-F238E27FC236}">
                  <a16:creationId xmlns:a16="http://schemas.microsoft.com/office/drawing/2014/main" id="{BB3155D8-D44F-46D2-BBC0-4255CBF9E7B3}"/>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16" name="Rectangle 31">
              <a:extLst>
                <a:ext uri="{FF2B5EF4-FFF2-40B4-BE49-F238E27FC236}">
                  <a16:creationId xmlns:a16="http://schemas.microsoft.com/office/drawing/2014/main" id="{740DF306-72C3-4E0D-B98B-A8132D4B0A02}"/>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17" name="Group 32">
            <a:extLst>
              <a:ext uri="{FF2B5EF4-FFF2-40B4-BE49-F238E27FC236}">
                <a16:creationId xmlns:a16="http://schemas.microsoft.com/office/drawing/2014/main" id="{19334436-033D-4ECD-B5DB-3691ADF73A0E}"/>
              </a:ext>
            </a:extLst>
          </p:cNvPr>
          <p:cNvGrpSpPr>
            <a:grpSpLocks/>
          </p:cNvGrpSpPr>
          <p:nvPr/>
        </p:nvGrpSpPr>
        <p:grpSpPr bwMode="auto">
          <a:xfrm>
            <a:off x="8610600" y="1974629"/>
            <a:ext cx="533400" cy="532467"/>
            <a:chOff x="1440" y="2778"/>
            <a:chExt cx="384" cy="252"/>
          </a:xfrm>
        </p:grpSpPr>
        <p:sp>
          <p:nvSpPr>
            <p:cNvPr id="18" name="Line 33">
              <a:extLst>
                <a:ext uri="{FF2B5EF4-FFF2-40B4-BE49-F238E27FC236}">
                  <a16:creationId xmlns:a16="http://schemas.microsoft.com/office/drawing/2014/main" id="{81E29773-6858-4058-9D90-49D9F0F78C91}"/>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19" name="Rectangle 34">
              <a:extLst>
                <a:ext uri="{FF2B5EF4-FFF2-40B4-BE49-F238E27FC236}">
                  <a16:creationId xmlns:a16="http://schemas.microsoft.com/office/drawing/2014/main" id="{9F3FCBC3-70C4-4FF8-A41E-E8F0B19131F3}"/>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20" name="Group 35">
            <a:extLst>
              <a:ext uri="{FF2B5EF4-FFF2-40B4-BE49-F238E27FC236}">
                <a16:creationId xmlns:a16="http://schemas.microsoft.com/office/drawing/2014/main" id="{1A0CF7F3-C24C-4607-8647-15DAF5131BC9}"/>
              </a:ext>
            </a:extLst>
          </p:cNvPr>
          <p:cNvGrpSpPr>
            <a:grpSpLocks/>
          </p:cNvGrpSpPr>
          <p:nvPr/>
        </p:nvGrpSpPr>
        <p:grpSpPr bwMode="auto">
          <a:xfrm>
            <a:off x="8610600" y="2525281"/>
            <a:ext cx="533400" cy="532467"/>
            <a:chOff x="1440" y="2778"/>
            <a:chExt cx="384" cy="252"/>
          </a:xfrm>
        </p:grpSpPr>
        <p:sp>
          <p:nvSpPr>
            <p:cNvPr id="21" name="Line 36">
              <a:extLst>
                <a:ext uri="{FF2B5EF4-FFF2-40B4-BE49-F238E27FC236}">
                  <a16:creationId xmlns:a16="http://schemas.microsoft.com/office/drawing/2014/main" id="{3E513DF6-7DA7-4B8E-9284-14C4D7951FC0}"/>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22" name="Rectangle 37">
              <a:extLst>
                <a:ext uri="{FF2B5EF4-FFF2-40B4-BE49-F238E27FC236}">
                  <a16:creationId xmlns:a16="http://schemas.microsoft.com/office/drawing/2014/main" id="{96A1843F-09BC-473B-903E-856EF3C83393}"/>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23" name="Group 38">
            <a:extLst>
              <a:ext uri="{FF2B5EF4-FFF2-40B4-BE49-F238E27FC236}">
                <a16:creationId xmlns:a16="http://schemas.microsoft.com/office/drawing/2014/main" id="{30B75756-F29D-4C97-975E-6D8A95533F81}"/>
              </a:ext>
            </a:extLst>
          </p:cNvPr>
          <p:cNvGrpSpPr>
            <a:grpSpLocks/>
          </p:cNvGrpSpPr>
          <p:nvPr/>
        </p:nvGrpSpPr>
        <p:grpSpPr bwMode="auto">
          <a:xfrm>
            <a:off x="8153400" y="2525281"/>
            <a:ext cx="533400" cy="532467"/>
            <a:chOff x="1440" y="2778"/>
            <a:chExt cx="384" cy="252"/>
          </a:xfrm>
        </p:grpSpPr>
        <p:sp>
          <p:nvSpPr>
            <p:cNvPr id="24" name="Line 39">
              <a:extLst>
                <a:ext uri="{FF2B5EF4-FFF2-40B4-BE49-F238E27FC236}">
                  <a16:creationId xmlns:a16="http://schemas.microsoft.com/office/drawing/2014/main" id="{D29BAE79-1D2A-418A-8F58-28CA9585DA76}"/>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25" name="Rectangle 40">
              <a:extLst>
                <a:ext uri="{FF2B5EF4-FFF2-40B4-BE49-F238E27FC236}">
                  <a16:creationId xmlns:a16="http://schemas.microsoft.com/office/drawing/2014/main" id="{55D95C6D-0806-4BF8-8FBF-9FC1A8C0E527}"/>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26" name="Group 41">
            <a:extLst>
              <a:ext uri="{FF2B5EF4-FFF2-40B4-BE49-F238E27FC236}">
                <a16:creationId xmlns:a16="http://schemas.microsoft.com/office/drawing/2014/main" id="{20025B97-0594-40F3-AF83-4D737AC646B4}"/>
              </a:ext>
            </a:extLst>
          </p:cNvPr>
          <p:cNvGrpSpPr>
            <a:grpSpLocks/>
          </p:cNvGrpSpPr>
          <p:nvPr/>
        </p:nvGrpSpPr>
        <p:grpSpPr bwMode="auto">
          <a:xfrm>
            <a:off x="8610600" y="3075933"/>
            <a:ext cx="533400" cy="532467"/>
            <a:chOff x="1440" y="2778"/>
            <a:chExt cx="384" cy="252"/>
          </a:xfrm>
        </p:grpSpPr>
        <p:sp>
          <p:nvSpPr>
            <p:cNvPr id="27" name="Line 42">
              <a:extLst>
                <a:ext uri="{FF2B5EF4-FFF2-40B4-BE49-F238E27FC236}">
                  <a16:creationId xmlns:a16="http://schemas.microsoft.com/office/drawing/2014/main" id="{2F81B314-F0B7-441F-BE2F-6B0A0D26A7C9}"/>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28" name="Rectangle 43">
              <a:extLst>
                <a:ext uri="{FF2B5EF4-FFF2-40B4-BE49-F238E27FC236}">
                  <a16:creationId xmlns:a16="http://schemas.microsoft.com/office/drawing/2014/main" id="{CEAFAA3E-EDC6-4FE0-BA8B-90767B36CFA1}"/>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29" name="Group 44">
            <a:extLst>
              <a:ext uri="{FF2B5EF4-FFF2-40B4-BE49-F238E27FC236}">
                <a16:creationId xmlns:a16="http://schemas.microsoft.com/office/drawing/2014/main" id="{C8C086C9-A396-437B-919A-0C9D47FA9CBA}"/>
              </a:ext>
            </a:extLst>
          </p:cNvPr>
          <p:cNvGrpSpPr>
            <a:grpSpLocks/>
          </p:cNvGrpSpPr>
          <p:nvPr/>
        </p:nvGrpSpPr>
        <p:grpSpPr bwMode="auto">
          <a:xfrm>
            <a:off x="8610600" y="3626585"/>
            <a:ext cx="533400" cy="532467"/>
            <a:chOff x="1440" y="2778"/>
            <a:chExt cx="384" cy="252"/>
          </a:xfrm>
        </p:grpSpPr>
        <p:sp>
          <p:nvSpPr>
            <p:cNvPr id="30" name="Line 45">
              <a:extLst>
                <a:ext uri="{FF2B5EF4-FFF2-40B4-BE49-F238E27FC236}">
                  <a16:creationId xmlns:a16="http://schemas.microsoft.com/office/drawing/2014/main" id="{F03CF78A-3ECE-4521-8EAE-8C979D2454BA}"/>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31" name="Rectangle 46">
              <a:extLst>
                <a:ext uri="{FF2B5EF4-FFF2-40B4-BE49-F238E27FC236}">
                  <a16:creationId xmlns:a16="http://schemas.microsoft.com/office/drawing/2014/main" id="{3CC6FEC5-4941-43B8-A6DE-4A1FB3243D2E}"/>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32" name="Group 47">
            <a:extLst>
              <a:ext uri="{FF2B5EF4-FFF2-40B4-BE49-F238E27FC236}">
                <a16:creationId xmlns:a16="http://schemas.microsoft.com/office/drawing/2014/main" id="{CE05D87B-77E7-4F1B-8D32-C68046F4FD30}"/>
              </a:ext>
            </a:extLst>
          </p:cNvPr>
          <p:cNvGrpSpPr>
            <a:grpSpLocks/>
          </p:cNvGrpSpPr>
          <p:nvPr/>
        </p:nvGrpSpPr>
        <p:grpSpPr bwMode="auto">
          <a:xfrm>
            <a:off x="8153400" y="3626585"/>
            <a:ext cx="533400" cy="532467"/>
            <a:chOff x="1440" y="2778"/>
            <a:chExt cx="384" cy="252"/>
          </a:xfrm>
        </p:grpSpPr>
        <p:sp>
          <p:nvSpPr>
            <p:cNvPr id="33" name="Line 48">
              <a:extLst>
                <a:ext uri="{FF2B5EF4-FFF2-40B4-BE49-F238E27FC236}">
                  <a16:creationId xmlns:a16="http://schemas.microsoft.com/office/drawing/2014/main" id="{C6346DA0-DE34-4B41-B71F-B60C2B68E923}"/>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34" name="Rectangle 49">
              <a:extLst>
                <a:ext uri="{FF2B5EF4-FFF2-40B4-BE49-F238E27FC236}">
                  <a16:creationId xmlns:a16="http://schemas.microsoft.com/office/drawing/2014/main" id="{0FD37BA0-3A28-416F-8590-FF6BC0774EEB}"/>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35" name="Group 50">
            <a:extLst>
              <a:ext uri="{FF2B5EF4-FFF2-40B4-BE49-F238E27FC236}">
                <a16:creationId xmlns:a16="http://schemas.microsoft.com/office/drawing/2014/main" id="{9189DD89-0659-41A0-9D1B-E28591728AFE}"/>
              </a:ext>
            </a:extLst>
          </p:cNvPr>
          <p:cNvGrpSpPr>
            <a:grpSpLocks/>
          </p:cNvGrpSpPr>
          <p:nvPr/>
        </p:nvGrpSpPr>
        <p:grpSpPr bwMode="auto">
          <a:xfrm>
            <a:off x="8610600" y="4175803"/>
            <a:ext cx="533400" cy="532467"/>
            <a:chOff x="1440" y="2778"/>
            <a:chExt cx="384" cy="252"/>
          </a:xfrm>
        </p:grpSpPr>
        <p:sp>
          <p:nvSpPr>
            <p:cNvPr id="36" name="Line 51">
              <a:extLst>
                <a:ext uri="{FF2B5EF4-FFF2-40B4-BE49-F238E27FC236}">
                  <a16:creationId xmlns:a16="http://schemas.microsoft.com/office/drawing/2014/main" id="{AE3A4BC6-3396-44C0-B285-E8567E569F1E}"/>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37" name="Rectangle 52">
              <a:extLst>
                <a:ext uri="{FF2B5EF4-FFF2-40B4-BE49-F238E27FC236}">
                  <a16:creationId xmlns:a16="http://schemas.microsoft.com/office/drawing/2014/main" id="{0E8C96B0-F212-405E-A8A5-4B03976B3F25}"/>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38" name="Group 53">
            <a:extLst>
              <a:ext uri="{FF2B5EF4-FFF2-40B4-BE49-F238E27FC236}">
                <a16:creationId xmlns:a16="http://schemas.microsoft.com/office/drawing/2014/main" id="{AD6EB205-BCC3-44F9-B4AE-480DE6E9A336}"/>
              </a:ext>
            </a:extLst>
          </p:cNvPr>
          <p:cNvGrpSpPr>
            <a:grpSpLocks/>
          </p:cNvGrpSpPr>
          <p:nvPr/>
        </p:nvGrpSpPr>
        <p:grpSpPr bwMode="auto">
          <a:xfrm>
            <a:off x="8610600" y="4726455"/>
            <a:ext cx="533400" cy="532467"/>
            <a:chOff x="1440" y="2778"/>
            <a:chExt cx="384" cy="252"/>
          </a:xfrm>
        </p:grpSpPr>
        <p:sp>
          <p:nvSpPr>
            <p:cNvPr id="39" name="Line 54">
              <a:extLst>
                <a:ext uri="{FF2B5EF4-FFF2-40B4-BE49-F238E27FC236}">
                  <a16:creationId xmlns:a16="http://schemas.microsoft.com/office/drawing/2014/main" id="{5C286D86-1207-4FA4-8675-AE7E5CE4F40C}"/>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40" name="Rectangle 55">
              <a:extLst>
                <a:ext uri="{FF2B5EF4-FFF2-40B4-BE49-F238E27FC236}">
                  <a16:creationId xmlns:a16="http://schemas.microsoft.com/office/drawing/2014/main" id="{F0B1C6DC-DF52-494D-9F41-89BA008110EB}"/>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41" name="Group 56">
            <a:extLst>
              <a:ext uri="{FF2B5EF4-FFF2-40B4-BE49-F238E27FC236}">
                <a16:creationId xmlns:a16="http://schemas.microsoft.com/office/drawing/2014/main" id="{23716E76-7CFA-47AF-A5D6-AFDAF7786CE8}"/>
              </a:ext>
            </a:extLst>
          </p:cNvPr>
          <p:cNvGrpSpPr>
            <a:grpSpLocks/>
          </p:cNvGrpSpPr>
          <p:nvPr/>
        </p:nvGrpSpPr>
        <p:grpSpPr bwMode="auto">
          <a:xfrm>
            <a:off x="8153400" y="4726455"/>
            <a:ext cx="533400" cy="532467"/>
            <a:chOff x="1440" y="2778"/>
            <a:chExt cx="384" cy="252"/>
          </a:xfrm>
        </p:grpSpPr>
        <p:sp>
          <p:nvSpPr>
            <p:cNvPr id="42" name="Line 57">
              <a:extLst>
                <a:ext uri="{FF2B5EF4-FFF2-40B4-BE49-F238E27FC236}">
                  <a16:creationId xmlns:a16="http://schemas.microsoft.com/office/drawing/2014/main" id="{318D833B-640C-4A25-BD20-38EA70D52621}"/>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43" name="Rectangle 58">
              <a:extLst>
                <a:ext uri="{FF2B5EF4-FFF2-40B4-BE49-F238E27FC236}">
                  <a16:creationId xmlns:a16="http://schemas.microsoft.com/office/drawing/2014/main" id="{61CD6E4F-D458-4EE2-A142-1593B39826DE}"/>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44" name="Group 59">
            <a:extLst>
              <a:ext uri="{FF2B5EF4-FFF2-40B4-BE49-F238E27FC236}">
                <a16:creationId xmlns:a16="http://schemas.microsoft.com/office/drawing/2014/main" id="{31017B4E-3F40-4F1B-900C-1074F02A49A1}"/>
              </a:ext>
            </a:extLst>
          </p:cNvPr>
          <p:cNvGrpSpPr>
            <a:grpSpLocks/>
          </p:cNvGrpSpPr>
          <p:nvPr/>
        </p:nvGrpSpPr>
        <p:grpSpPr bwMode="auto">
          <a:xfrm>
            <a:off x="8610600" y="5277107"/>
            <a:ext cx="533400" cy="532467"/>
            <a:chOff x="1440" y="2778"/>
            <a:chExt cx="384" cy="252"/>
          </a:xfrm>
        </p:grpSpPr>
        <p:sp>
          <p:nvSpPr>
            <p:cNvPr id="45" name="Line 60">
              <a:extLst>
                <a:ext uri="{FF2B5EF4-FFF2-40B4-BE49-F238E27FC236}">
                  <a16:creationId xmlns:a16="http://schemas.microsoft.com/office/drawing/2014/main" id="{0137456A-FA27-4DD5-AF69-D84967CE081B}"/>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46" name="Rectangle 61">
              <a:extLst>
                <a:ext uri="{FF2B5EF4-FFF2-40B4-BE49-F238E27FC236}">
                  <a16:creationId xmlns:a16="http://schemas.microsoft.com/office/drawing/2014/main" id="{A82497AF-7D60-444B-ABC0-B64EDE1972AB}"/>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47" name="Group 62">
            <a:extLst>
              <a:ext uri="{FF2B5EF4-FFF2-40B4-BE49-F238E27FC236}">
                <a16:creationId xmlns:a16="http://schemas.microsoft.com/office/drawing/2014/main" id="{78C3FC88-FFDB-4AD0-9930-C81B154A394C}"/>
              </a:ext>
            </a:extLst>
          </p:cNvPr>
          <p:cNvGrpSpPr>
            <a:grpSpLocks/>
          </p:cNvGrpSpPr>
          <p:nvPr/>
        </p:nvGrpSpPr>
        <p:grpSpPr bwMode="auto">
          <a:xfrm>
            <a:off x="8610600" y="5827759"/>
            <a:ext cx="533400" cy="532467"/>
            <a:chOff x="1440" y="2778"/>
            <a:chExt cx="384" cy="252"/>
          </a:xfrm>
        </p:grpSpPr>
        <p:sp>
          <p:nvSpPr>
            <p:cNvPr id="48" name="Line 63">
              <a:extLst>
                <a:ext uri="{FF2B5EF4-FFF2-40B4-BE49-F238E27FC236}">
                  <a16:creationId xmlns:a16="http://schemas.microsoft.com/office/drawing/2014/main" id="{26A94B95-C0D0-4C77-B337-210556ACE3F5}"/>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49" name="Rectangle 64">
              <a:extLst>
                <a:ext uri="{FF2B5EF4-FFF2-40B4-BE49-F238E27FC236}">
                  <a16:creationId xmlns:a16="http://schemas.microsoft.com/office/drawing/2014/main" id="{DFE94713-33B1-4823-95C3-BF0D16114D36}"/>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50" name="Group 65">
            <a:extLst>
              <a:ext uri="{FF2B5EF4-FFF2-40B4-BE49-F238E27FC236}">
                <a16:creationId xmlns:a16="http://schemas.microsoft.com/office/drawing/2014/main" id="{6426AFF2-AA10-4B63-8621-DA366BFEDE47}"/>
              </a:ext>
            </a:extLst>
          </p:cNvPr>
          <p:cNvGrpSpPr>
            <a:grpSpLocks/>
          </p:cNvGrpSpPr>
          <p:nvPr/>
        </p:nvGrpSpPr>
        <p:grpSpPr bwMode="auto">
          <a:xfrm>
            <a:off x="8153400" y="5827759"/>
            <a:ext cx="533400" cy="532467"/>
            <a:chOff x="1440" y="2778"/>
            <a:chExt cx="384" cy="252"/>
          </a:xfrm>
        </p:grpSpPr>
        <p:sp>
          <p:nvSpPr>
            <p:cNvPr id="51" name="Line 66">
              <a:extLst>
                <a:ext uri="{FF2B5EF4-FFF2-40B4-BE49-F238E27FC236}">
                  <a16:creationId xmlns:a16="http://schemas.microsoft.com/office/drawing/2014/main" id="{37279991-D833-4BA7-A7C2-3E0488A03E73}"/>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52" name="Rectangle 67">
              <a:extLst>
                <a:ext uri="{FF2B5EF4-FFF2-40B4-BE49-F238E27FC236}">
                  <a16:creationId xmlns:a16="http://schemas.microsoft.com/office/drawing/2014/main" id="{3E03AD31-65CB-4538-8A66-F3124F2F53A9}"/>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53" name="Group 68">
            <a:extLst>
              <a:ext uri="{FF2B5EF4-FFF2-40B4-BE49-F238E27FC236}">
                <a16:creationId xmlns:a16="http://schemas.microsoft.com/office/drawing/2014/main" id="{CBDEBF68-D073-4BA2-8960-08C0E7CDFFB2}"/>
              </a:ext>
            </a:extLst>
          </p:cNvPr>
          <p:cNvGrpSpPr>
            <a:grpSpLocks/>
          </p:cNvGrpSpPr>
          <p:nvPr/>
        </p:nvGrpSpPr>
        <p:grpSpPr bwMode="auto">
          <a:xfrm>
            <a:off x="7696200" y="3626585"/>
            <a:ext cx="533400" cy="532467"/>
            <a:chOff x="1440" y="2778"/>
            <a:chExt cx="384" cy="252"/>
          </a:xfrm>
        </p:grpSpPr>
        <p:sp>
          <p:nvSpPr>
            <p:cNvPr id="54" name="Line 69">
              <a:extLst>
                <a:ext uri="{FF2B5EF4-FFF2-40B4-BE49-F238E27FC236}">
                  <a16:creationId xmlns:a16="http://schemas.microsoft.com/office/drawing/2014/main" id="{ADCF60A0-A9D1-4FC7-8FDE-1EB462C10184}"/>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55" name="Rectangle 70">
              <a:extLst>
                <a:ext uri="{FF2B5EF4-FFF2-40B4-BE49-F238E27FC236}">
                  <a16:creationId xmlns:a16="http://schemas.microsoft.com/office/drawing/2014/main" id="{E2179209-707B-49CD-BA6E-C13D8C73DED6}"/>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56" name="Group 74">
            <a:extLst>
              <a:ext uri="{FF2B5EF4-FFF2-40B4-BE49-F238E27FC236}">
                <a16:creationId xmlns:a16="http://schemas.microsoft.com/office/drawing/2014/main" id="{B887E30E-89E0-4FCC-9A5D-D86DA463C94D}"/>
              </a:ext>
            </a:extLst>
          </p:cNvPr>
          <p:cNvGrpSpPr>
            <a:grpSpLocks/>
          </p:cNvGrpSpPr>
          <p:nvPr/>
        </p:nvGrpSpPr>
        <p:grpSpPr bwMode="auto">
          <a:xfrm>
            <a:off x="7239000" y="5827759"/>
            <a:ext cx="533400" cy="532467"/>
            <a:chOff x="1440" y="2778"/>
            <a:chExt cx="384" cy="252"/>
          </a:xfrm>
        </p:grpSpPr>
        <p:sp>
          <p:nvSpPr>
            <p:cNvPr id="57" name="Line 75">
              <a:extLst>
                <a:ext uri="{FF2B5EF4-FFF2-40B4-BE49-F238E27FC236}">
                  <a16:creationId xmlns:a16="http://schemas.microsoft.com/office/drawing/2014/main" id="{6AD1C67B-13E5-488C-8EC8-954B23EA657E}"/>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58" name="Rectangle 76">
              <a:extLst>
                <a:ext uri="{FF2B5EF4-FFF2-40B4-BE49-F238E27FC236}">
                  <a16:creationId xmlns:a16="http://schemas.microsoft.com/office/drawing/2014/main" id="{0C5477AF-E25E-4752-9B9B-27A162EA485D}"/>
                </a:ext>
              </a:extLst>
            </p:cNvPr>
            <p:cNvSpPr>
              <a:spLocks noChangeArrowheads="1"/>
            </p:cNvSpPr>
            <p:nvPr/>
          </p:nvSpPr>
          <p:spPr bwMode="auto">
            <a:xfrm>
              <a:off x="1584" y="2778"/>
              <a:ext cx="240" cy="252"/>
            </a:xfrm>
            <a:prstGeom prst="rect">
              <a:avLst/>
            </a:prstGeom>
            <a:solidFill>
              <a:srgbClr val="FFE0DF"/>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sp>
        <p:nvSpPr>
          <p:cNvPr id="59" name="Text Box 10">
            <a:extLst>
              <a:ext uri="{FF2B5EF4-FFF2-40B4-BE49-F238E27FC236}">
                <a16:creationId xmlns:a16="http://schemas.microsoft.com/office/drawing/2014/main" id="{519E40DD-D68C-4406-8CAD-DD715BA16A53}"/>
              </a:ext>
            </a:extLst>
          </p:cNvPr>
          <p:cNvSpPr txBox="1">
            <a:spLocks noChangeArrowheads="1"/>
          </p:cNvSpPr>
          <p:nvPr/>
        </p:nvSpPr>
        <p:spPr bwMode="auto">
          <a:xfrm>
            <a:off x="5416550" y="1238251"/>
            <a:ext cx="6096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16</a:t>
            </a:r>
            <a:r>
              <a:rPr lang="de-DE" altLang="de-DE" sz="1800" baseline="30000">
                <a:latin typeface="Arial" panose="020B0604020202020204" pitchFamily="34" charset="0"/>
              </a:rPr>
              <a:t>0</a:t>
            </a:r>
            <a:endParaRPr lang="de-DE" altLang="de-DE" sz="18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2</a:t>
            </a:r>
            <a:br>
              <a:rPr lang="de-DE" altLang="de-DE" sz="1800">
                <a:latin typeface="Arial" panose="020B0604020202020204" pitchFamily="34" charset="0"/>
              </a:rPr>
            </a:br>
            <a:r>
              <a:rPr lang="de-DE" altLang="de-DE" sz="1800">
                <a:latin typeface="Arial" panose="020B0604020202020204" pitchFamily="34" charset="0"/>
              </a:rPr>
              <a:t>3</a:t>
            </a:r>
            <a:br>
              <a:rPr lang="de-DE" altLang="de-DE" sz="1800">
                <a:latin typeface="Arial" panose="020B0604020202020204" pitchFamily="34" charset="0"/>
              </a:rPr>
            </a:br>
            <a:r>
              <a:rPr lang="de-DE" altLang="de-DE" sz="1800">
                <a:latin typeface="Arial" panose="020B0604020202020204" pitchFamily="34" charset="0"/>
              </a:rPr>
              <a:t>4</a:t>
            </a:r>
            <a:br>
              <a:rPr lang="de-DE" altLang="de-DE" sz="1800">
                <a:latin typeface="Arial" panose="020B0604020202020204" pitchFamily="34" charset="0"/>
              </a:rPr>
            </a:br>
            <a:r>
              <a:rPr lang="de-DE" altLang="de-DE" sz="1800">
                <a:latin typeface="Arial" panose="020B0604020202020204" pitchFamily="34" charset="0"/>
              </a:rPr>
              <a:t>5</a:t>
            </a:r>
            <a:br>
              <a:rPr lang="de-DE" altLang="de-DE" sz="1800">
                <a:latin typeface="Arial" panose="020B0604020202020204" pitchFamily="34" charset="0"/>
              </a:rPr>
            </a:br>
            <a:r>
              <a:rPr lang="de-DE" altLang="de-DE" sz="1800">
                <a:latin typeface="Arial" panose="020B0604020202020204" pitchFamily="34" charset="0"/>
              </a:rPr>
              <a:t>6</a:t>
            </a:r>
            <a:br>
              <a:rPr lang="de-DE" altLang="de-DE" sz="1800">
                <a:latin typeface="Arial" panose="020B0604020202020204" pitchFamily="34" charset="0"/>
              </a:rPr>
            </a:br>
            <a:r>
              <a:rPr lang="de-DE" altLang="de-DE" sz="1800">
                <a:latin typeface="Arial" panose="020B0604020202020204" pitchFamily="34" charset="0"/>
              </a:rPr>
              <a:t>7</a:t>
            </a:r>
            <a:br>
              <a:rPr lang="de-DE" altLang="de-DE" sz="1800">
                <a:latin typeface="Arial" panose="020B0604020202020204" pitchFamily="34" charset="0"/>
              </a:rPr>
            </a:br>
            <a:r>
              <a:rPr lang="de-DE" altLang="de-DE" sz="1800">
                <a:latin typeface="Arial" panose="020B0604020202020204" pitchFamily="34" charset="0"/>
              </a:rPr>
              <a:t>8</a:t>
            </a:r>
            <a:br>
              <a:rPr lang="de-DE" altLang="de-DE" sz="1800">
                <a:latin typeface="Arial" panose="020B0604020202020204" pitchFamily="34" charset="0"/>
              </a:rPr>
            </a:br>
            <a:r>
              <a:rPr lang="de-DE" altLang="de-DE" sz="1800">
                <a:latin typeface="Arial" panose="020B0604020202020204" pitchFamily="34" charset="0"/>
              </a:rPr>
              <a:t>9</a:t>
            </a:r>
            <a:br>
              <a:rPr lang="de-DE" altLang="de-DE" sz="1800">
                <a:latin typeface="Arial" panose="020B0604020202020204" pitchFamily="34" charset="0"/>
              </a:rPr>
            </a:br>
            <a:r>
              <a:rPr lang="de-DE" altLang="de-DE" sz="1800">
                <a:latin typeface="Arial" panose="020B0604020202020204" pitchFamily="34" charset="0"/>
              </a:rPr>
              <a:t>A</a:t>
            </a:r>
            <a:br>
              <a:rPr lang="de-DE" altLang="de-DE" sz="1800">
                <a:latin typeface="Arial" panose="020B0604020202020204" pitchFamily="34" charset="0"/>
              </a:rPr>
            </a:br>
            <a:r>
              <a:rPr lang="de-DE" altLang="de-DE" sz="1800">
                <a:latin typeface="Arial" panose="020B0604020202020204" pitchFamily="34" charset="0"/>
              </a:rPr>
              <a:t>B</a:t>
            </a:r>
            <a:br>
              <a:rPr lang="de-DE" altLang="de-DE" sz="1800">
                <a:latin typeface="Arial" panose="020B0604020202020204" pitchFamily="34" charset="0"/>
              </a:rPr>
            </a:br>
            <a:r>
              <a:rPr lang="de-DE" altLang="de-DE" sz="1800">
                <a:latin typeface="Arial" panose="020B0604020202020204" pitchFamily="34" charset="0"/>
              </a:rPr>
              <a:t>C</a:t>
            </a:r>
            <a:br>
              <a:rPr lang="de-DE" altLang="de-DE" sz="1800">
                <a:latin typeface="Arial" panose="020B0604020202020204" pitchFamily="34" charset="0"/>
              </a:rPr>
            </a:br>
            <a:r>
              <a:rPr lang="de-DE" altLang="de-DE" sz="1800">
                <a:latin typeface="Arial" panose="020B0604020202020204" pitchFamily="34" charset="0"/>
              </a:rPr>
              <a:t>D</a:t>
            </a:r>
            <a:br>
              <a:rPr lang="de-DE" altLang="de-DE" sz="1800">
                <a:latin typeface="Arial" panose="020B0604020202020204" pitchFamily="34" charset="0"/>
              </a:rPr>
            </a:br>
            <a:r>
              <a:rPr lang="de-DE" altLang="de-DE" sz="1800">
                <a:latin typeface="Arial" panose="020B0604020202020204" pitchFamily="34" charset="0"/>
              </a:rPr>
              <a:t>E</a:t>
            </a:r>
            <a:br>
              <a:rPr lang="de-DE" altLang="de-DE" sz="1800">
                <a:latin typeface="Arial" panose="020B0604020202020204" pitchFamily="34" charset="0"/>
              </a:rPr>
            </a:br>
            <a:r>
              <a:rPr lang="de-DE" altLang="de-DE" sz="1800">
                <a:latin typeface="Arial" panose="020B0604020202020204" pitchFamily="34" charset="0"/>
              </a:rPr>
              <a:t>F</a:t>
            </a:r>
            <a:br>
              <a:rPr lang="de-DE" altLang="de-DE" sz="1800">
                <a:latin typeface="Arial" panose="020B0604020202020204" pitchFamily="34" charset="0"/>
              </a:rPr>
            </a:br>
            <a:r>
              <a:rPr lang="de-DE" altLang="de-DE" sz="1800">
                <a:latin typeface="Arial" panose="020B0604020202020204" pitchFamily="34" charset="0"/>
              </a:rPr>
              <a:t>0</a:t>
            </a:r>
          </a:p>
        </p:txBody>
      </p:sp>
      <p:sp>
        <p:nvSpPr>
          <p:cNvPr id="60" name="Text Box 4">
            <a:extLst>
              <a:ext uri="{FF2B5EF4-FFF2-40B4-BE49-F238E27FC236}">
                <a16:creationId xmlns:a16="http://schemas.microsoft.com/office/drawing/2014/main" id="{46B40458-80BA-4693-BEF7-31F0B3D464A8}"/>
              </a:ext>
            </a:extLst>
          </p:cNvPr>
          <p:cNvSpPr txBox="1">
            <a:spLocks noChangeArrowheads="1"/>
          </p:cNvSpPr>
          <p:nvPr/>
        </p:nvSpPr>
        <p:spPr bwMode="auto">
          <a:xfrm>
            <a:off x="7385050" y="1238251"/>
            <a:ext cx="4572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2</a:t>
            </a:r>
            <a:r>
              <a:rPr lang="de-DE" altLang="de-DE" sz="1800" baseline="30000">
                <a:latin typeface="Arial" panose="020B0604020202020204" pitchFamily="34" charset="0"/>
              </a:rPr>
              <a:t>3</a:t>
            </a: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p>
        </p:txBody>
      </p:sp>
      <p:sp>
        <p:nvSpPr>
          <p:cNvPr id="61" name="Text Box 5">
            <a:extLst>
              <a:ext uri="{FF2B5EF4-FFF2-40B4-BE49-F238E27FC236}">
                <a16:creationId xmlns:a16="http://schemas.microsoft.com/office/drawing/2014/main" id="{A20C0B90-499B-469F-8BBB-75D30EC2D40A}"/>
              </a:ext>
            </a:extLst>
          </p:cNvPr>
          <p:cNvSpPr txBox="1">
            <a:spLocks noChangeArrowheads="1"/>
          </p:cNvSpPr>
          <p:nvPr/>
        </p:nvSpPr>
        <p:spPr bwMode="auto">
          <a:xfrm>
            <a:off x="7842250" y="1238251"/>
            <a:ext cx="4572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2</a:t>
            </a:r>
            <a:r>
              <a:rPr lang="de-DE" altLang="de-DE" sz="1800" baseline="30000">
                <a:latin typeface="Arial" panose="020B0604020202020204" pitchFamily="34" charset="0"/>
              </a:rPr>
              <a:t>2</a:t>
            </a: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p>
        </p:txBody>
      </p:sp>
      <p:sp>
        <p:nvSpPr>
          <p:cNvPr id="62" name="Text Box 6">
            <a:extLst>
              <a:ext uri="{FF2B5EF4-FFF2-40B4-BE49-F238E27FC236}">
                <a16:creationId xmlns:a16="http://schemas.microsoft.com/office/drawing/2014/main" id="{39078F1D-C29D-470C-93C8-F24B85C671EB}"/>
              </a:ext>
            </a:extLst>
          </p:cNvPr>
          <p:cNvSpPr txBox="1">
            <a:spLocks noChangeArrowheads="1"/>
          </p:cNvSpPr>
          <p:nvPr/>
        </p:nvSpPr>
        <p:spPr bwMode="auto">
          <a:xfrm>
            <a:off x="8299450" y="1238251"/>
            <a:ext cx="4572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2</a:t>
            </a:r>
            <a:r>
              <a:rPr lang="de-DE" altLang="de-DE" sz="1800" baseline="30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p>
        </p:txBody>
      </p:sp>
      <p:sp>
        <p:nvSpPr>
          <p:cNvPr id="63" name="Text Box 7">
            <a:extLst>
              <a:ext uri="{FF2B5EF4-FFF2-40B4-BE49-F238E27FC236}">
                <a16:creationId xmlns:a16="http://schemas.microsoft.com/office/drawing/2014/main" id="{4ABD5426-C8AB-416A-8365-315DA94E1E16}"/>
              </a:ext>
            </a:extLst>
          </p:cNvPr>
          <p:cNvSpPr txBox="1">
            <a:spLocks noChangeArrowheads="1"/>
          </p:cNvSpPr>
          <p:nvPr/>
        </p:nvSpPr>
        <p:spPr bwMode="auto">
          <a:xfrm>
            <a:off x="8756650" y="1238251"/>
            <a:ext cx="4572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2</a:t>
            </a:r>
            <a:r>
              <a:rPr lang="de-DE" altLang="de-DE" sz="1800" baseline="30000">
                <a:latin typeface="Arial" panose="020B0604020202020204" pitchFamily="34" charset="0"/>
              </a:rPr>
              <a:t>0</a:t>
            </a: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0</a:t>
            </a:r>
          </a:p>
        </p:txBody>
      </p:sp>
      <p:grpSp>
        <p:nvGrpSpPr>
          <p:cNvPr id="64" name="Group 28">
            <a:extLst>
              <a:ext uri="{FF2B5EF4-FFF2-40B4-BE49-F238E27FC236}">
                <a16:creationId xmlns:a16="http://schemas.microsoft.com/office/drawing/2014/main" id="{57A1BE7C-AC81-4916-B7B8-BA76FA1EEFAD}"/>
              </a:ext>
            </a:extLst>
          </p:cNvPr>
          <p:cNvGrpSpPr>
            <a:grpSpLocks/>
          </p:cNvGrpSpPr>
          <p:nvPr/>
        </p:nvGrpSpPr>
        <p:grpSpPr bwMode="auto">
          <a:xfrm>
            <a:off x="3429000" y="4193055"/>
            <a:ext cx="609600" cy="532467"/>
            <a:chOff x="1440" y="2778"/>
            <a:chExt cx="384" cy="252"/>
          </a:xfrm>
        </p:grpSpPr>
        <p:sp>
          <p:nvSpPr>
            <p:cNvPr id="65" name="Line 24">
              <a:extLst>
                <a:ext uri="{FF2B5EF4-FFF2-40B4-BE49-F238E27FC236}">
                  <a16:creationId xmlns:a16="http://schemas.microsoft.com/office/drawing/2014/main" id="{C8BE03C6-90CF-4544-A49F-14910D5C8842}"/>
                </a:ext>
              </a:extLst>
            </p:cNvPr>
            <p:cNvSpPr>
              <a:spLocks noChangeShapeType="1"/>
            </p:cNvSpPr>
            <p:nvPr/>
          </p:nvSpPr>
          <p:spPr bwMode="auto">
            <a:xfrm flipH="1">
              <a:off x="1440" y="2880"/>
              <a:ext cx="240" cy="9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66" name="Rectangle 27">
              <a:extLst>
                <a:ext uri="{FF2B5EF4-FFF2-40B4-BE49-F238E27FC236}">
                  <a16:creationId xmlns:a16="http://schemas.microsoft.com/office/drawing/2014/main" id="{DC9AF349-0294-41DE-A35C-B4648E66C75C}"/>
                </a:ext>
              </a:extLst>
            </p:cNvPr>
            <p:cNvSpPr>
              <a:spLocks noChangeArrowheads="1"/>
            </p:cNvSpPr>
            <p:nvPr/>
          </p:nvSpPr>
          <p:spPr bwMode="auto">
            <a:xfrm>
              <a:off x="1584" y="2778"/>
              <a:ext cx="240" cy="252"/>
            </a:xfrm>
            <a:prstGeom prst="rect">
              <a:avLst/>
            </a:prstGeom>
            <a:solidFill>
              <a:srgbClr val="FFCCCC"/>
            </a:solidFill>
            <a:ln w="9525">
              <a:solidFill>
                <a:schemeClr val="hlink"/>
              </a:solidFill>
              <a:miter lim="800000"/>
              <a:headEnd/>
              <a:tailEnd/>
            </a:ln>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sp>
        <p:nvSpPr>
          <p:cNvPr id="67" name="Text Box 8">
            <a:extLst>
              <a:ext uri="{FF2B5EF4-FFF2-40B4-BE49-F238E27FC236}">
                <a16:creationId xmlns:a16="http://schemas.microsoft.com/office/drawing/2014/main" id="{AEB22937-FD2A-4231-AF97-E75B2BF48D23}"/>
              </a:ext>
            </a:extLst>
          </p:cNvPr>
          <p:cNvSpPr txBox="1">
            <a:spLocks noChangeArrowheads="1"/>
          </p:cNvSpPr>
          <p:nvPr/>
        </p:nvSpPr>
        <p:spPr bwMode="auto">
          <a:xfrm>
            <a:off x="3581400" y="1238251"/>
            <a:ext cx="6096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10</a:t>
            </a:r>
            <a:r>
              <a:rPr lang="de-DE" altLang="de-DE" sz="1800" baseline="30000">
                <a:latin typeface="Arial" panose="020B0604020202020204" pitchFamily="34" charset="0"/>
              </a:rPr>
              <a:t>0</a:t>
            </a:r>
            <a:endParaRPr lang="de-DE" altLang="de-DE" sz="18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2</a:t>
            </a:r>
            <a:br>
              <a:rPr lang="de-DE" altLang="de-DE" sz="1800">
                <a:latin typeface="Arial" panose="020B0604020202020204" pitchFamily="34" charset="0"/>
              </a:rPr>
            </a:br>
            <a:r>
              <a:rPr lang="de-DE" altLang="de-DE" sz="1800">
                <a:latin typeface="Arial" panose="020B0604020202020204" pitchFamily="34" charset="0"/>
              </a:rPr>
              <a:t>3</a:t>
            </a:r>
            <a:br>
              <a:rPr lang="de-DE" altLang="de-DE" sz="1800">
                <a:latin typeface="Arial" panose="020B0604020202020204" pitchFamily="34" charset="0"/>
              </a:rPr>
            </a:br>
            <a:r>
              <a:rPr lang="de-DE" altLang="de-DE" sz="1800">
                <a:latin typeface="Arial" panose="020B0604020202020204" pitchFamily="34" charset="0"/>
              </a:rPr>
              <a:t>4</a:t>
            </a:r>
            <a:br>
              <a:rPr lang="de-DE" altLang="de-DE" sz="1800">
                <a:latin typeface="Arial" panose="020B0604020202020204" pitchFamily="34" charset="0"/>
              </a:rPr>
            </a:br>
            <a:r>
              <a:rPr lang="de-DE" altLang="de-DE" sz="1800">
                <a:latin typeface="Arial" panose="020B0604020202020204" pitchFamily="34" charset="0"/>
              </a:rPr>
              <a:t>5</a:t>
            </a:r>
            <a:br>
              <a:rPr lang="de-DE" altLang="de-DE" sz="1800">
                <a:latin typeface="Arial" panose="020B0604020202020204" pitchFamily="34" charset="0"/>
              </a:rPr>
            </a:br>
            <a:r>
              <a:rPr lang="de-DE" altLang="de-DE" sz="1800">
                <a:latin typeface="Arial" panose="020B0604020202020204" pitchFamily="34" charset="0"/>
              </a:rPr>
              <a:t>6</a:t>
            </a:r>
            <a:br>
              <a:rPr lang="de-DE" altLang="de-DE" sz="1800">
                <a:latin typeface="Arial" panose="020B0604020202020204" pitchFamily="34" charset="0"/>
              </a:rPr>
            </a:br>
            <a:r>
              <a:rPr lang="de-DE" altLang="de-DE" sz="1800">
                <a:latin typeface="Arial" panose="020B0604020202020204" pitchFamily="34" charset="0"/>
              </a:rPr>
              <a:t>7</a:t>
            </a:r>
            <a:br>
              <a:rPr lang="de-DE" altLang="de-DE" sz="1800">
                <a:latin typeface="Arial" panose="020B0604020202020204" pitchFamily="34" charset="0"/>
              </a:rPr>
            </a:br>
            <a:r>
              <a:rPr lang="de-DE" altLang="de-DE" sz="1800">
                <a:latin typeface="Arial" panose="020B0604020202020204" pitchFamily="34" charset="0"/>
              </a:rPr>
              <a:t>8</a:t>
            </a:r>
            <a:br>
              <a:rPr lang="de-DE" altLang="de-DE" sz="1800">
                <a:latin typeface="Arial" panose="020B0604020202020204" pitchFamily="34" charset="0"/>
              </a:rPr>
            </a:br>
            <a:r>
              <a:rPr lang="de-DE" altLang="de-DE" sz="1800">
                <a:latin typeface="Arial" panose="020B0604020202020204" pitchFamily="34" charset="0"/>
              </a:rPr>
              <a:t>9</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2</a:t>
            </a:r>
            <a:br>
              <a:rPr lang="de-DE" altLang="de-DE" sz="1800">
                <a:latin typeface="Arial" panose="020B0604020202020204" pitchFamily="34" charset="0"/>
              </a:rPr>
            </a:br>
            <a:r>
              <a:rPr lang="de-DE" altLang="de-DE" sz="1800">
                <a:latin typeface="Arial" panose="020B0604020202020204" pitchFamily="34" charset="0"/>
              </a:rPr>
              <a:t>3</a:t>
            </a:r>
            <a:br>
              <a:rPr lang="de-DE" altLang="de-DE" sz="1800">
                <a:latin typeface="Arial" panose="020B0604020202020204" pitchFamily="34" charset="0"/>
              </a:rPr>
            </a:br>
            <a:r>
              <a:rPr lang="de-DE" altLang="de-DE" sz="1800">
                <a:latin typeface="Arial" panose="020B0604020202020204" pitchFamily="34" charset="0"/>
              </a:rPr>
              <a:t>4</a:t>
            </a:r>
            <a:br>
              <a:rPr lang="de-DE" altLang="de-DE" sz="1800">
                <a:latin typeface="Arial" panose="020B0604020202020204" pitchFamily="34" charset="0"/>
              </a:rPr>
            </a:br>
            <a:r>
              <a:rPr lang="de-DE" altLang="de-DE" sz="1800">
                <a:latin typeface="Arial" panose="020B0604020202020204" pitchFamily="34" charset="0"/>
              </a:rPr>
              <a:t>5</a:t>
            </a:r>
            <a:br>
              <a:rPr lang="de-DE" altLang="de-DE" sz="1800">
                <a:latin typeface="Arial" panose="020B0604020202020204" pitchFamily="34" charset="0"/>
              </a:rPr>
            </a:br>
            <a:r>
              <a:rPr lang="de-DE" altLang="de-DE" sz="1800">
                <a:latin typeface="Arial" panose="020B0604020202020204" pitchFamily="34" charset="0"/>
              </a:rPr>
              <a:t>6</a:t>
            </a:r>
          </a:p>
        </p:txBody>
      </p:sp>
      <p:sp>
        <p:nvSpPr>
          <p:cNvPr id="68" name="Text Box 4">
            <a:extLst>
              <a:ext uri="{FF2B5EF4-FFF2-40B4-BE49-F238E27FC236}">
                <a16:creationId xmlns:a16="http://schemas.microsoft.com/office/drawing/2014/main" id="{D0DF365C-F4AC-4F25-A2D9-261D0B6D9EE7}"/>
              </a:ext>
            </a:extLst>
          </p:cNvPr>
          <p:cNvSpPr txBox="1">
            <a:spLocks noChangeArrowheads="1"/>
          </p:cNvSpPr>
          <p:nvPr/>
        </p:nvSpPr>
        <p:spPr bwMode="auto">
          <a:xfrm>
            <a:off x="4883150" y="1238251"/>
            <a:ext cx="6096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16</a:t>
            </a:r>
            <a:r>
              <a:rPr lang="de-DE" altLang="de-DE" sz="1800" baseline="30000">
                <a:latin typeface="Arial" panose="020B0604020202020204" pitchFamily="34" charset="0"/>
              </a:rPr>
              <a:t>1</a:t>
            </a: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p>
        </p:txBody>
      </p:sp>
      <p:sp>
        <p:nvSpPr>
          <p:cNvPr id="69" name="Text Box 20">
            <a:extLst>
              <a:ext uri="{FF2B5EF4-FFF2-40B4-BE49-F238E27FC236}">
                <a16:creationId xmlns:a16="http://schemas.microsoft.com/office/drawing/2014/main" id="{6DADC6EC-2318-451E-811E-B2ED8985DB19}"/>
              </a:ext>
            </a:extLst>
          </p:cNvPr>
          <p:cNvSpPr txBox="1">
            <a:spLocks noChangeArrowheads="1"/>
          </p:cNvSpPr>
          <p:nvPr/>
        </p:nvSpPr>
        <p:spPr bwMode="auto">
          <a:xfrm>
            <a:off x="2971800" y="833439"/>
            <a:ext cx="6248400" cy="396875"/>
          </a:xfrm>
          <a:prstGeom prst="rect">
            <a:avLst/>
          </a:prstGeom>
          <a:solidFill>
            <a:srgbClr val="FFFFCC"/>
          </a:solidFill>
          <a:ln>
            <a:noFill/>
          </a:ln>
          <a:effectLst>
            <a:prstShdw prst="shdw17" dist="17961" dir="2700000">
              <a:srgbClr val="99997A"/>
            </a:prst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000" dirty="0"/>
              <a:t> dezimal	hexadezimal	      binär (dual)</a:t>
            </a:r>
          </a:p>
        </p:txBody>
      </p:sp>
      <p:sp>
        <p:nvSpPr>
          <p:cNvPr id="70" name="Text Box 9">
            <a:extLst>
              <a:ext uri="{FF2B5EF4-FFF2-40B4-BE49-F238E27FC236}">
                <a16:creationId xmlns:a16="http://schemas.microsoft.com/office/drawing/2014/main" id="{BDA280E6-0C6E-4181-940A-749577FCFBBE}"/>
              </a:ext>
            </a:extLst>
          </p:cNvPr>
          <p:cNvSpPr txBox="1">
            <a:spLocks noChangeArrowheads="1"/>
          </p:cNvSpPr>
          <p:nvPr/>
        </p:nvSpPr>
        <p:spPr bwMode="auto">
          <a:xfrm>
            <a:off x="3048000" y="1238251"/>
            <a:ext cx="6096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10</a:t>
            </a:r>
            <a:r>
              <a:rPr lang="de-DE" altLang="de-DE" sz="1800" baseline="30000">
                <a:latin typeface="Arial" panose="020B0604020202020204" pitchFamily="34" charset="0"/>
              </a:rPr>
              <a:t>1</a:t>
            </a:r>
            <a:endParaRPr lang="de-DE" altLang="de-DE" sz="1800">
              <a:latin typeface="Arial" panose="020B0604020202020204" pitchFamily="34" charset="0"/>
            </a:endParaRP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br>
              <a:rPr lang="de-DE" altLang="de-DE" sz="1800">
                <a:latin typeface="Arial" panose="020B0604020202020204" pitchFamily="34" charset="0"/>
              </a:rPr>
            </a:br>
            <a:r>
              <a:rPr lang="de-DE" altLang="de-DE" sz="1800">
                <a:latin typeface="Arial" panose="020B0604020202020204" pitchFamily="34" charset="0"/>
              </a:rPr>
              <a:t>1</a:t>
            </a:r>
          </a:p>
        </p:txBody>
      </p:sp>
      <p:sp>
        <p:nvSpPr>
          <p:cNvPr id="71" name="Line 11">
            <a:extLst>
              <a:ext uri="{FF2B5EF4-FFF2-40B4-BE49-F238E27FC236}">
                <a16:creationId xmlns:a16="http://schemas.microsoft.com/office/drawing/2014/main" id="{ED2B60F6-0DC7-4CDE-AACF-5CC6D9A72B3C}"/>
              </a:ext>
            </a:extLst>
          </p:cNvPr>
          <p:cNvSpPr>
            <a:spLocks noChangeShapeType="1"/>
          </p:cNvSpPr>
          <p:nvPr/>
        </p:nvSpPr>
        <p:spPr bwMode="auto">
          <a:xfrm>
            <a:off x="1752600" y="1627188"/>
            <a:ext cx="7842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72" name="Line 12">
            <a:extLst>
              <a:ext uri="{FF2B5EF4-FFF2-40B4-BE49-F238E27FC236}">
                <a16:creationId xmlns:a16="http://schemas.microsoft.com/office/drawing/2014/main" id="{4F6B9D01-27D0-4FE7-AC85-57EC31E147F6}"/>
              </a:ext>
            </a:extLst>
          </p:cNvPr>
          <p:cNvSpPr>
            <a:spLocks noChangeShapeType="1"/>
          </p:cNvSpPr>
          <p:nvPr/>
        </p:nvSpPr>
        <p:spPr bwMode="auto">
          <a:xfrm>
            <a:off x="6629400" y="833439"/>
            <a:ext cx="0" cy="5578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73" name="Line 13">
            <a:extLst>
              <a:ext uri="{FF2B5EF4-FFF2-40B4-BE49-F238E27FC236}">
                <a16:creationId xmlns:a16="http://schemas.microsoft.com/office/drawing/2014/main" id="{83909949-A56C-4996-9B79-2CB3649B5D04}"/>
              </a:ext>
            </a:extLst>
          </p:cNvPr>
          <p:cNvSpPr>
            <a:spLocks noChangeShapeType="1"/>
          </p:cNvSpPr>
          <p:nvPr/>
        </p:nvSpPr>
        <p:spPr bwMode="auto">
          <a:xfrm>
            <a:off x="4648200" y="833439"/>
            <a:ext cx="0" cy="5578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74" name="Text Box 4">
            <a:extLst>
              <a:ext uri="{FF2B5EF4-FFF2-40B4-BE49-F238E27FC236}">
                <a16:creationId xmlns:a16="http://schemas.microsoft.com/office/drawing/2014/main" id="{472481BE-83C1-4B69-A7EC-80574A72B3DD}"/>
              </a:ext>
            </a:extLst>
          </p:cNvPr>
          <p:cNvSpPr txBox="1">
            <a:spLocks noChangeArrowheads="1"/>
          </p:cNvSpPr>
          <p:nvPr/>
        </p:nvSpPr>
        <p:spPr bwMode="auto">
          <a:xfrm>
            <a:off x="6934200" y="1238251"/>
            <a:ext cx="4572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2</a:t>
            </a:r>
            <a:r>
              <a:rPr lang="de-DE" altLang="de-DE" sz="1800" baseline="30000">
                <a:latin typeface="Arial" panose="020B0604020202020204" pitchFamily="34" charset="0"/>
              </a:rPr>
              <a:t>4</a:t>
            </a:r>
          </a:p>
          <a:p>
            <a:pPr algn="ct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0</a:t>
            </a:r>
            <a:br>
              <a:rPr lang="de-DE" altLang="de-DE" sz="1800">
                <a:latin typeface="Arial" panose="020B0604020202020204" pitchFamily="34" charset="0"/>
              </a:rPr>
            </a:br>
            <a:r>
              <a:rPr lang="de-DE" altLang="de-DE" sz="1800">
                <a:latin typeface="Arial" panose="020B0604020202020204" pitchFamily="34" charset="0"/>
              </a:rPr>
              <a:t>1</a:t>
            </a:r>
          </a:p>
        </p:txBody>
      </p:sp>
      <p:sp>
        <p:nvSpPr>
          <p:cNvPr id="75" name="Line 11">
            <a:extLst>
              <a:ext uri="{FF2B5EF4-FFF2-40B4-BE49-F238E27FC236}">
                <a16:creationId xmlns:a16="http://schemas.microsoft.com/office/drawing/2014/main" id="{C9C4FE4C-AF30-43E1-9C17-C9032700E67A}"/>
              </a:ext>
            </a:extLst>
          </p:cNvPr>
          <p:cNvSpPr>
            <a:spLocks noChangeShapeType="1"/>
          </p:cNvSpPr>
          <p:nvPr/>
        </p:nvSpPr>
        <p:spPr bwMode="auto">
          <a:xfrm flipV="1">
            <a:off x="1752600" y="1230314"/>
            <a:ext cx="7848600" cy="7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
        <p:nvSpPr>
          <p:cNvPr id="76" name="Text Box 22">
            <a:extLst>
              <a:ext uri="{FF2B5EF4-FFF2-40B4-BE49-F238E27FC236}">
                <a16:creationId xmlns:a16="http://schemas.microsoft.com/office/drawing/2014/main" id="{81DC9AA1-353A-448E-B01D-33325809152F}"/>
              </a:ext>
            </a:extLst>
          </p:cNvPr>
          <p:cNvSpPr txBox="1">
            <a:spLocks noChangeArrowheads="1"/>
          </p:cNvSpPr>
          <p:nvPr/>
        </p:nvSpPr>
        <p:spPr bwMode="auto">
          <a:xfrm>
            <a:off x="1752600" y="1238250"/>
            <a:ext cx="1752600" cy="369332"/>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de-DE"/>
              <a:t>Stellenwerte:</a:t>
            </a:r>
          </a:p>
        </p:txBody>
      </p:sp>
      <p:sp>
        <p:nvSpPr>
          <p:cNvPr id="77" name="Line 13">
            <a:extLst>
              <a:ext uri="{FF2B5EF4-FFF2-40B4-BE49-F238E27FC236}">
                <a16:creationId xmlns:a16="http://schemas.microsoft.com/office/drawing/2014/main" id="{B8625C03-5494-4E71-B757-43612A660F6F}"/>
              </a:ext>
            </a:extLst>
          </p:cNvPr>
          <p:cNvSpPr>
            <a:spLocks noChangeShapeType="1"/>
          </p:cNvSpPr>
          <p:nvPr/>
        </p:nvSpPr>
        <p:spPr bwMode="auto">
          <a:xfrm>
            <a:off x="2971800" y="849314"/>
            <a:ext cx="0" cy="5578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de-DE"/>
          </a:p>
        </p:txBody>
      </p:sp>
    </p:spTree>
    <p:extLst>
      <p:ext uri="{BB962C8B-B14F-4D97-AF65-F5344CB8AC3E}">
        <p14:creationId xmlns:p14="http://schemas.microsoft.com/office/powerpoint/2010/main" val="426065462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Mit 10 Fingern bis 1023 zählen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5" name="Inhaltsplatzhalter 4">
            <a:extLst>
              <a:ext uri="{FF2B5EF4-FFF2-40B4-BE49-F238E27FC236}">
                <a16:creationId xmlns:a16="http://schemas.microsoft.com/office/drawing/2014/main" id="{716FFC58-8770-4CED-B4B1-958D2E1451A9}"/>
              </a:ext>
            </a:extLst>
          </p:cNvPr>
          <p:cNvSpPr>
            <a:spLocks noGrp="1"/>
          </p:cNvSpPr>
          <p:nvPr>
            <p:ph idx="1"/>
          </p:nvPr>
        </p:nvSpPr>
        <p:spPr>
          <a:xfrm>
            <a:off x="160867" y="1825625"/>
            <a:ext cx="4439413" cy="4351338"/>
          </a:xfrm>
        </p:spPr>
        <p:txBody>
          <a:bodyPr/>
          <a:lstStyle/>
          <a:p>
            <a:r>
              <a:rPr lang="de-DE" dirty="0"/>
              <a:t>Lernen Sie die ersten 10 Potenzen zur Basis 2</a:t>
            </a:r>
          </a:p>
          <a:p>
            <a:r>
              <a:rPr lang="de-DE" dirty="0"/>
              <a:t>Addieren Sie die Teilergebnisse mit den Fingern</a:t>
            </a:r>
          </a:p>
          <a:p>
            <a:endParaRPr lang="de-DE" dirty="0"/>
          </a:p>
        </p:txBody>
      </p:sp>
      <p:pic>
        <p:nvPicPr>
          <p:cNvPr id="10" name="Grafik 9">
            <a:extLst>
              <a:ext uri="{FF2B5EF4-FFF2-40B4-BE49-F238E27FC236}">
                <a16:creationId xmlns:a16="http://schemas.microsoft.com/office/drawing/2014/main" id="{016BAAE0-BB0E-4696-896A-66EE561C8A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6369" y="4192802"/>
            <a:ext cx="1076780" cy="1443263"/>
          </a:xfrm>
          <a:prstGeom prst="rect">
            <a:avLst/>
          </a:prstGeom>
        </p:spPr>
      </p:pic>
      <p:pic>
        <p:nvPicPr>
          <p:cNvPr id="11" name="Inhaltsplatzhalter 9">
            <a:extLst>
              <a:ext uri="{FF2B5EF4-FFF2-40B4-BE49-F238E27FC236}">
                <a16:creationId xmlns:a16="http://schemas.microsoft.com/office/drawing/2014/main" id="{4384B0B8-0906-4D27-BF17-2DFFDC5C00A4}"/>
              </a:ext>
            </a:extLst>
          </p:cNvPr>
          <p:cNvPicPr>
            <a:picLocks noChangeAspect="1"/>
          </p:cNvPicPr>
          <p:nvPr/>
        </p:nvPicPr>
        <p:blipFill>
          <a:blip r:embed="rId3"/>
          <a:stretch>
            <a:fillRect/>
          </a:stretch>
        </p:blipFill>
        <p:spPr>
          <a:xfrm>
            <a:off x="6283503" y="1646238"/>
            <a:ext cx="5191611" cy="3803650"/>
          </a:xfrm>
          <a:prstGeom prst="rect">
            <a:avLst/>
          </a:prstGeom>
        </p:spPr>
      </p:pic>
      <p:sp>
        <p:nvSpPr>
          <p:cNvPr id="12" name="Rechteck 11">
            <a:extLst>
              <a:ext uri="{FF2B5EF4-FFF2-40B4-BE49-F238E27FC236}">
                <a16:creationId xmlns:a16="http://schemas.microsoft.com/office/drawing/2014/main" id="{D66D8198-1ECE-455A-A700-38B6FF385D96}"/>
              </a:ext>
            </a:extLst>
          </p:cNvPr>
          <p:cNvSpPr/>
          <p:nvPr/>
        </p:nvSpPr>
        <p:spPr>
          <a:xfrm>
            <a:off x="6283503" y="5523627"/>
            <a:ext cx="2853666" cy="400110"/>
          </a:xfrm>
          <a:prstGeom prst="rect">
            <a:avLst/>
          </a:prstGeom>
        </p:spPr>
        <p:txBody>
          <a:bodyPr wrap="none">
            <a:spAutoFit/>
          </a:bodyPr>
          <a:lstStyle/>
          <a:p>
            <a:r>
              <a:rPr lang="de-DE" sz="1000" dirty="0">
                <a:hlinkClick r:id="rId4"/>
              </a:rPr>
              <a:t>https://www.youtube.com/watch?v=OkcVk_PGYL4</a:t>
            </a:r>
            <a:endParaRPr lang="de-DE" sz="1000" dirty="0"/>
          </a:p>
          <a:p>
            <a:r>
              <a:rPr lang="de-DE" sz="1000" dirty="0"/>
              <a:t>zuletzt abgerufen am 07.08.2024</a:t>
            </a:r>
          </a:p>
        </p:txBody>
      </p:sp>
    </p:spTree>
    <p:extLst>
      <p:ext uri="{BB962C8B-B14F-4D97-AF65-F5344CB8AC3E}">
        <p14:creationId xmlns:p14="http://schemas.microsoft.com/office/powerpoint/2010/main" val="405218117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Binärsystem | Dualsystem I</a:t>
            </a:r>
          </a:p>
        </p:txBody>
      </p:sp>
      <p:sp>
        <p:nvSpPr>
          <p:cNvPr id="3" name="Inhaltsplatzhalter 2">
            <a:extLst>
              <a:ext uri="{FF2B5EF4-FFF2-40B4-BE49-F238E27FC236}">
                <a16:creationId xmlns:a16="http://schemas.microsoft.com/office/drawing/2014/main" id="{F56253D9-1DE4-476F-9FCD-6A59C38C899E}"/>
              </a:ext>
            </a:extLst>
          </p:cNvPr>
          <p:cNvSpPr>
            <a:spLocks noGrp="1"/>
          </p:cNvSpPr>
          <p:nvPr>
            <p:ph idx="1"/>
          </p:nvPr>
        </p:nvSpPr>
        <p:spPr>
          <a:xfrm>
            <a:off x="160867" y="1825625"/>
            <a:ext cx="9859826" cy="3019752"/>
          </a:xfrm>
        </p:spPr>
        <p:txBody>
          <a:bodyPr>
            <a:normAutofit/>
          </a:bodyPr>
          <a:lstStyle/>
          <a:p>
            <a:pPr marL="0" indent="0">
              <a:buNone/>
            </a:pPr>
            <a:r>
              <a:rPr lang="de-DE" sz="2000" dirty="0"/>
              <a:t>Bit (</a:t>
            </a:r>
            <a:r>
              <a:rPr lang="de-DE" sz="2000" dirty="0" err="1"/>
              <a:t>binary</a:t>
            </a:r>
            <a:r>
              <a:rPr lang="de-DE" sz="2000" dirty="0"/>
              <a:t> </a:t>
            </a:r>
            <a:r>
              <a:rPr lang="de-DE" sz="2000" dirty="0" err="1"/>
              <a:t>digit</a:t>
            </a:r>
            <a:r>
              <a:rPr lang="de-DE" sz="2000" dirty="0"/>
              <a:t>)</a:t>
            </a:r>
          </a:p>
          <a:p>
            <a:r>
              <a:rPr lang="de-DE" sz="2000" dirty="0"/>
              <a:t>Heutige Computer basieren auf Binärzahlen (=Bits, ja/nein, 0 und 1)</a:t>
            </a:r>
          </a:p>
          <a:p>
            <a:r>
              <a:rPr lang="de-DE" sz="2000" dirty="0"/>
              <a:t>kleinstmögliche Informationseinheit, die zwei Möglichkeiten zulässt (ja oder nein, hell oder dunkel…)</a:t>
            </a:r>
          </a:p>
          <a:p>
            <a:r>
              <a:rPr lang="de-DE" sz="2000" dirty="0"/>
              <a:t>Zur Darstellung reicht ein Code mit zwei Zeichen, meist 0 und 1</a:t>
            </a:r>
          </a:p>
          <a:p>
            <a:r>
              <a:rPr lang="de-DE" sz="2000" dirty="0"/>
              <a:t>technisch realisiert durch elektrische Ladung (0 = ungeladen, 1 = geladen), oder elektrische Spannungen </a:t>
            </a:r>
          </a:p>
          <a:p>
            <a:r>
              <a:rPr lang="de-DE" sz="2000" dirty="0"/>
              <a:t>Binärsystem - jede Stelle (Bit) entspricht einer 2er Potenz</a:t>
            </a:r>
          </a:p>
          <a:p>
            <a:pPr marL="0" indent="0">
              <a:buNone/>
            </a:pP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mc:AlternateContent xmlns:mc="http://schemas.openxmlformats.org/markup-compatibility/2006" xmlns:a14="http://schemas.microsoft.com/office/drawing/2010/main">
        <mc:Choice Requires="a14">
          <p:graphicFrame>
            <p:nvGraphicFramePr>
              <p:cNvPr id="8" name="Tabelle 7">
                <a:extLst>
                  <a:ext uri="{FF2B5EF4-FFF2-40B4-BE49-F238E27FC236}">
                    <a16:creationId xmlns:a16="http://schemas.microsoft.com/office/drawing/2014/main" id="{CECC4CC2-B514-44B9-9DD1-9EA2AF39BE99}"/>
                  </a:ext>
                </a:extLst>
              </p:cNvPr>
              <p:cNvGraphicFramePr>
                <a:graphicFrameLocks noGrp="1"/>
              </p:cNvGraphicFramePr>
              <p:nvPr>
                <p:extLst>
                  <p:ext uri="{D42A27DB-BD31-4B8C-83A1-F6EECF244321}">
                    <p14:modId xmlns:p14="http://schemas.microsoft.com/office/powerpoint/2010/main" val="2392279199"/>
                  </p:ext>
                </p:extLst>
              </p:nvPr>
            </p:nvGraphicFramePr>
            <p:xfrm>
              <a:off x="1628535" y="4845377"/>
              <a:ext cx="8392158" cy="1112520"/>
            </p:xfrm>
            <a:graphic>
              <a:graphicData uri="http://schemas.openxmlformats.org/drawingml/2006/table">
                <a:tbl>
                  <a:tblPr firstRow="1" bandRow="1">
                    <a:tableStyleId>{3B4B98B0-60AC-42C2-AFA5-B58CD77FA1E5}</a:tableStyleId>
                  </a:tblPr>
                  <a:tblGrid>
                    <a:gridCol w="932462">
                      <a:extLst>
                        <a:ext uri="{9D8B030D-6E8A-4147-A177-3AD203B41FA5}">
                          <a16:colId xmlns:a16="http://schemas.microsoft.com/office/drawing/2014/main" val="2365415566"/>
                        </a:ext>
                      </a:extLst>
                    </a:gridCol>
                    <a:gridCol w="932462">
                      <a:extLst>
                        <a:ext uri="{9D8B030D-6E8A-4147-A177-3AD203B41FA5}">
                          <a16:colId xmlns:a16="http://schemas.microsoft.com/office/drawing/2014/main" val="1068577428"/>
                        </a:ext>
                      </a:extLst>
                    </a:gridCol>
                    <a:gridCol w="932462">
                      <a:extLst>
                        <a:ext uri="{9D8B030D-6E8A-4147-A177-3AD203B41FA5}">
                          <a16:colId xmlns:a16="http://schemas.microsoft.com/office/drawing/2014/main" val="3086301349"/>
                        </a:ext>
                      </a:extLst>
                    </a:gridCol>
                    <a:gridCol w="932462">
                      <a:extLst>
                        <a:ext uri="{9D8B030D-6E8A-4147-A177-3AD203B41FA5}">
                          <a16:colId xmlns:a16="http://schemas.microsoft.com/office/drawing/2014/main" val="2914891426"/>
                        </a:ext>
                      </a:extLst>
                    </a:gridCol>
                    <a:gridCol w="932462">
                      <a:extLst>
                        <a:ext uri="{9D8B030D-6E8A-4147-A177-3AD203B41FA5}">
                          <a16:colId xmlns:a16="http://schemas.microsoft.com/office/drawing/2014/main" val="2748295602"/>
                        </a:ext>
                      </a:extLst>
                    </a:gridCol>
                    <a:gridCol w="932462">
                      <a:extLst>
                        <a:ext uri="{9D8B030D-6E8A-4147-A177-3AD203B41FA5}">
                          <a16:colId xmlns:a16="http://schemas.microsoft.com/office/drawing/2014/main" val="1803614296"/>
                        </a:ext>
                      </a:extLst>
                    </a:gridCol>
                    <a:gridCol w="932462">
                      <a:extLst>
                        <a:ext uri="{9D8B030D-6E8A-4147-A177-3AD203B41FA5}">
                          <a16:colId xmlns:a16="http://schemas.microsoft.com/office/drawing/2014/main" val="1365908868"/>
                        </a:ext>
                      </a:extLst>
                    </a:gridCol>
                    <a:gridCol w="932462">
                      <a:extLst>
                        <a:ext uri="{9D8B030D-6E8A-4147-A177-3AD203B41FA5}">
                          <a16:colId xmlns:a16="http://schemas.microsoft.com/office/drawing/2014/main" val="1892008978"/>
                        </a:ext>
                      </a:extLst>
                    </a:gridCol>
                    <a:gridCol w="932462">
                      <a:extLst>
                        <a:ext uri="{9D8B030D-6E8A-4147-A177-3AD203B41FA5}">
                          <a16:colId xmlns:a16="http://schemas.microsoft.com/office/drawing/2014/main" val="2534811420"/>
                        </a:ext>
                      </a:extLst>
                    </a:gridCol>
                  </a:tblGrid>
                  <a:tr h="370840">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08203"/>
                      </a:ext>
                    </a:extLst>
                  </a:tr>
                  <a:tr h="370840">
                    <a:tc>
                      <a:txBody>
                        <a:bodyPr/>
                        <a:lstStyle/>
                        <a:p>
                          <a:pPr algn="ct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0∗</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7</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1∗</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6</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1∗</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5</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0∗</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4</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1∗</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3</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1∗</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2</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0∗</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1</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1∗</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0</m:t>
                                    </m:r>
                                  </m:sup>
                                </m:sSup>
                              </m:oMath>
                            </m:oMathPara>
                          </a14:m>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4107897"/>
                      </a:ext>
                    </a:extLst>
                  </a:tr>
                  <a:tr h="370840">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151626"/>
                      </a:ext>
                    </a:extLst>
                  </a:tr>
                </a:tbl>
              </a:graphicData>
            </a:graphic>
          </p:graphicFrame>
        </mc:Choice>
        <mc:Fallback xmlns="">
          <p:graphicFrame>
            <p:nvGraphicFramePr>
              <p:cNvPr id="8" name="Tabelle 7">
                <a:extLst>
                  <a:ext uri="{FF2B5EF4-FFF2-40B4-BE49-F238E27FC236}">
                    <a16:creationId xmlns:a16="http://schemas.microsoft.com/office/drawing/2014/main" id="{CECC4CC2-B514-44B9-9DD1-9EA2AF39BE99}"/>
                  </a:ext>
                </a:extLst>
              </p:cNvPr>
              <p:cNvGraphicFramePr>
                <a:graphicFrameLocks noGrp="1"/>
              </p:cNvGraphicFramePr>
              <p:nvPr>
                <p:extLst>
                  <p:ext uri="{D42A27DB-BD31-4B8C-83A1-F6EECF244321}">
                    <p14:modId xmlns:p14="http://schemas.microsoft.com/office/powerpoint/2010/main" val="2392279199"/>
                  </p:ext>
                </p:extLst>
              </p:nvPr>
            </p:nvGraphicFramePr>
            <p:xfrm>
              <a:off x="1628535" y="4845377"/>
              <a:ext cx="8392158" cy="1112520"/>
            </p:xfrm>
            <a:graphic>
              <a:graphicData uri="http://schemas.openxmlformats.org/drawingml/2006/table">
                <a:tbl>
                  <a:tblPr firstRow="1" bandRow="1">
                    <a:tableStyleId>{3B4B98B0-60AC-42C2-AFA5-B58CD77FA1E5}</a:tableStyleId>
                  </a:tblPr>
                  <a:tblGrid>
                    <a:gridCol w="932462">
                      <a:extLst>
                        <a:ext uri="{9D8B030D-6E8A-4147-A177-3AD203B41FA5}">
                          <a16:colId xmlns:a16="http://schemas.microsoft.com/office/drawing/2014/main" val="2365415566"/>
                        </a:ext>
                      </a:extLst>
                    </a:gridCol>
                    <a:gridCol w="932462">
                      <a:extLst>
                        <a:ext uri="{9D8B030D-6E8A-4147-A177-3AD203B41FA5}">
                          <a16:colId xmlns:a16="http://schemas.microsoft.com/office/drawing/2014/main" val="1068577428"/>
                        </a:ext>
                      </a:extLst>
                    </a:gridCol>
                    <a:gridCol w="932462">
                      <a:extLst>
                        <a:ext uri="{9D8B030D-6E8A-4147-A177-3AD203B41FA5}">
                          <a16:colId xmlns:a16="http://schemas.microsoft.com/office/drawing/2014/main" val="3086301349"/>
                        </a:ext>
                      </a:extLst>
                    </a:gridCol>
                    <a:gridCol w="932462">
                      <a:extLst>
                        <a:ext uri="{9D8B030D-6E8A-4147-A177-3AD203B41FA5}">
                          <a16:colId xmlns:a16="http://schemas.microsoft.com/office/drawing/2014/main" val="2914891426"/>
                        </a:ext>
                      </a:extLst>
                    </a:gridCol>
                    <a:gridCol w="932462">
                      <a:extLst>
                        <a:ext uri="{9D8B030D-6E8A-4147-A177-3AD203B41FA5}">
                          <a16:colId xmlns:a16="http://schemas.microsoft.com/office/drawing/2014/main" val="2748295602"/>
                        </a:ext>
                      </a:extLst>
                    </a:gridCol>
                    <a:gridCol w="932462">
                      <a:extLst>
                        <a:ext uri="{9D8B030D-6E8A-4147-A177-3AD203B41FA5}">
                          <a16:colId xmlns:a16="http://schemas.microsoft.com/office/drawing/2014/main" val="1803614296"/>
                        </a:ext>
                      </a:extLst>
                    </a:gridCol>
                    <a:gridCol w="932462">
                      <a:extLst>
                        <a:ext uri="{9D8B030D-6E8A-4147-A177-3AD203B41FA5}">
                          <a16:colId xmlns:a16="http://schemas.microsoft.com/office/drawing/2014/main" val="1365908868"/>
                        </a:ext>
                      </a:extLst>
                    </a:gridCol>
                    <a:gridCol w="932462">
                      <a:extLst>
                        <a:ext uri="{9D8B030D-6E8A-4147-A177-3AD203B41FA5}">
                          <a16:colId xmlns:a16="http://schemas.microsoft.com/office/drawing/2014/main" val="1892008978"/>
                        </a:ext>
                      </a:extLst>
                    </a:gridCol>
                    <a:gridCol w="932462">
                      <a:extLst>
                        <a:ext uri="{9D8B030D-6E8A-4147-A177-3AD203B41FA5}">
                          <a16:colId xmlns:a16="http://schemas.microsoft.com/office/drawing/2014/main" val="2534811420"/>
                        </a:ext>
                      </a:extLst>
                    </a:gridCol>
                  </a:tblGrid>
                  <a:tr h="370840">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08203"/>
                      </a:ext>
                    </a:extLst>
                  </a:tr>
                  <a:tr h="370840">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54" t="-106452" r="-8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654" t="-106452" r="-7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654" t="-106452" r="-6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654" t="-106452" r="-5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0654" t="-106452" r="-4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00654" t="-106452" r="-3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0654" t="-106452" r="-201307" b="-122581"/>
                          </a:stretch>
                        </a:blipFill>
                      </a:tcPr>
                    </a:tc>
                    <a:tc>
                      <a:txBody>
                        <a:bodyPr/>
                        <a:lstStyle/>
                        <a:p>
                          <a:endParaRPr lang="de-D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00654" t="-106452" r="-101307" b="-122581"/>
                          </a:stretch>
                        </a:blipFill>
                      </a:tcPr>
                    </a:tc>
                    <a:tc>
                      <a:txBody>
                        <a:bodyPr/>
                        <a:lstStyle/>
                        <a:p>
                          <a:pPr algn="ctr"/>
                          <a:endParaRPr lang="de-D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4107897"/>
                      </a:ext>
                    </a:extLst>
                  </a:tr>
                  <a:tr h="370840">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e-DE" dirty="0"/>
                            <a:t>109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151626"/>
                      </a:ext>
                    </a:extLst>
                  </a:tr>
                </a:tbl>
              </a:graphicData>
            </a:graphic>
          </p:graphicFrame>
        </mc:Fallback>
      </mc:AlternateContent>
      <p:pic>
        <p:nvPicPr>
          <p:cNvPr id="9" name="Grafik 8">
            <a:extLst>
              <a:ext uri="{FF2B5EF4-FFF2-40B4-BE49-F238E27FC236}">
                <a16:creationId xmlns:a16="http://schemas.microsoft.com/office/drawing/2014/main" id="{77575589-97EA-449C-B49A-932EB73EF6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1602" y="349546"/>
            <a:ext cx="525054" cy="1235797"/>
          </a:xfrm>
          <a:prstGeom prst="rect">
            <a:avLst/>
          </a:prstGeom>
        </p:spPr>
      </p:pic>
    </p:spTree>
    <p:extLst>
      <p:ext uri="{BB962C8B-B14F-4D97-AF65-F5344CB8AC3E}">
        <p14:creationId xmlns:p14="http://schemas.microsoft.com/office/powerpoint/2010/main" val="93001407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Binärsystem | Dualsystem II</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F56253D9-1DE4-476F-9FCD-6A59C38C899E}"/>
                  </a:ext>
                </a:extLst>
              </p:cNvPr>
              <p:cNvSpPr>
                <a:spLocks noGrp="1"/>
              </p:cNvSpPr>
              <p:nvPr>
                <p:ph idx="1"/>
              </p:nvPr>
            </p:nvSpPr>
            <p:spPr>
              <a:xfrm>
                <a:off x="160867" y="1825624"/>
                <a:ext cx="5551776" cy="4056701"/>
              </a:xfrm>
            </p:spPr>
            <p:txBody>
              <a:bodyPr>
                <a:normAutofit/>
              </a:bodyPr>
              <a:lstStyle/>
              <a:p>
                <a:pPr marL="0" indent="0">
                  <a:buNone/>
                </a:pPr>
                <a:r>
                  <a:rPr lang="de-DE" sz="2000" dirty="0"/>
                  <a:t>Bitfolgen</a:t>
                </a:r>
              </a:p>
              <a:p>
                <a:r>
                  <a:rPr lang="de-DE" sz="2000" dirty="0"/>
                  <a:t>für Informationen mit mehr als zwei  Möglichkeiten</a:t>
                </a:r>
              </a:p>
              <a:p>
                <a:r>
                  <a:rPr lang="de-DE" sz="2000" dirty="0"/>
                  <a:t>Bei drei oder vier Möglichkeiten benötigt man 2 Bits, für 5 bis 8 Möglichkeiten benötigt man 3 Bits usw.</a:t>
                </a:r>
              </a:p>
              <a:p>
                <a:r>
                  <a:rPr lang="de-DE" sz="2000" dirty="0"/>
                  <a:t>Bitfolgen lassen sich als Zahlen im Dualsystem interpretieren</a:t>
                </a:r>
              </a:p>
              <a:p>
                <a:r>
                  <a:rPr lang="de-DE" sz="2000" dirty="0"/>
                  <a:t>In der Informatik werden meist 8 Bit zu 1 Byte zusammengefasst</a:t>
                </a:r>
              </a:p>
              <a:p>
                <a:r>
                  <a:rPr lang="de-DE" sz="2000" dirty="0"/>
                  <a:t>N Bits = </a:t>
                </a:r>
                <a14:m>
                  <m:oMath xmlns:m="http://schemas.openxmlformats.org/officeDocument/2006/math">
                    <m:sSup>
                      <m:sSupPr>
                        <m:ctrlPr>
                          <a:rPr lang="de-DE" sz="2000" i="1">
                            <a:latin typeface="Cambria Math" panose="02040503050406030204" pitchFamily="18" charset="0"/>
                          </a:rPr>
                        </m:ctrlPr>
                      </m:sSupPr>
                      <m:e>
                        <m:r>
                          <a:rPr lang="de-DE" sz="2000" i="1">
                            <a:latin typeface="Cambria Math" panose="02040503050406030204" pitchFamily="18" charset="0"/>
                          </a:rPr>
                          <m:t>2</m:t>
                        </m:r>
                      </m:e>
                      <m:sup>
                        <m:r>
                          <a:rPr lang="de-DE" sz="2000" i="1">
                            <a:latin typeface="Cambria Math" panose="02040503050406030204" pitchFamily="18" charset="0"/>
                          </a:rPr>
                          <m:t>𝑁</m:t>
                        </m:r>
                      </m:sup>
                    </m:sSup>
                  </m:oMath>
                </a14:m>
                <a:r>
                  <a:rPr lang="de-DE" sz="2000" dirty="0"/>
                  <a:t> Zahlen, also Zahlen von 0 bis </a:t>
                </a:r>
                <a14:m>
                  <m:oMath xmlns:m="http://schemas.openxmlformats.org/officeDocument/2006/math">
                    <m:sSup>
                      <m:sSupPr>
                        <m:ctrlPr>
                          <a:rPr lang="de-DE" sz="2000" i="1">
                            <a:latin typeface="Cambria Math" panose="02040503050406030204" pitchFamily="18" charset="0"/>
                          </a:rPr>
                        </m:ctrlPr>
                      </m:sSupPr>
                      <m:e>
                        <m:r>
                          <a:rPr lang="de-DE" sz="2000" i="1">
                            <a:latin typeface="Cambria Math" panose="02040503050406030204" pitchFamily="18" charset="0"/>
                          </a:rPr>
                          <m:t>2</m:t>
                        </m:r>
                      </m:e>
                      <m:sup>
                        <m:r>
                          <a:rPr lang="de-DE" sz="2000" i="1">
                            <a:latin typeface="Cambria Math" panose="02040503050406030204" pitchFamily="18" charset="0"/>
                          </a:rPr>
                          <m:t>𝑁</m:t>
                        </m:r>
                      </m:sup>
                    </m:sSup>
                  </m:oMath>
                </a14:m>
                <a:r>
                  <a:rPr lang="de-DE" sz="2000" dirty="0"/>
                  <a:t> - 1</a:t>
                </a:r>
              </a:p>
              <a:p>
                <a:endParaRPr lang="de-DE" sz="2000" dirty="0"/>
              </a:p>
              <a:p>
                <a:pPr marL="0" indent="0">
                  <a:buNone/>
                </a:pPr>
                <a:endParaRPr lang="de-DE" dirty="0"/>
              </a:p>
            </p:txBody>
          </p:sp>
        </mc:Choice>
        <mc:Fallback xmlns="">
          <p:sp>
            <p:nvSpPr>
              <p:cNvPr id="3" name="Inhaltsplatzhalter 2">
                <a:extLst>
                  <a:ext uri="{FF2B5EF4-FFF2-40B4-BE49-F238E27FC236}">
                    <a16:creationId xmlns:a16="http://schemas.microsoft.com/office/drawing/2014/main" id="{F56253D9-1DE4-476F-9FCD-6A59C38C899E}"/>
                  </a:ext>
                </a:extLst>
              </p:cNvPr>
              <p:cNvSpPr>
                <a:spLocks noGrp="1" noRot="1" noChangeAspect="1" noMove="1" noResize="1" noEditPoints="1" noAdjustHandles="1" noChangeArrowheads="1" noChangeShapeType="1" noTextEdit="1"/>
              </p:cNvSpPr>
              <p:nvPr>
                <p:ph idx="1"/>
              </p:nvPr>
            </p:nvSpPr>
            <p:spPr>
              <a:xfrm>
                <a:off x="160867" y="1825624"/>
                <a:ext cx="5551776" cy="4056701"/>
              </a:xfrm>
              <a:blipFill>
                <a:blip r:embed="rId2"/>
                <a:stretch>
                  <a:fillRect l="-1098" t="-1351" r="-2086" b="-1802"/>
                </a:stretch>
              </a:blipFill>
            </p:spPr>
            <p:txBody>
              <a:bodyPr/>
              <a:lstStyle/>
              <a:p>
                <a:r>
                  <a:rPr lang="de-DE">
                    <a:noFill/>
                  </a:rPr>
                  <a:t> </a:t>
                </a:r>
              </a:p>
            </p:txBody>
          </p:sp>
        </mc:Fallback>
      </mc:AlternateContent>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9" name="Grafik 8">
            <a:extLst>
              <a:ext uri="{FF2B5EF4-FFF2-40B4-BE49-F238E27FC236}">
                <a16:creationId xmlns:a16="http://schemas.microsoft.com/office/drawing/2014/main" id="{77575589-97EA-449C-B49A-932EB73EF6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1602" y="349546"/>
            <a:ext cx="525054" cy="1235797"/>
          </a:xfrm>
          <a:prstGeom prst="rect">
            <a:avLst/>
          </a:prstGeom>
        </p:spPr>
      </p:pic>
      <p:sp>
        <p:nvSpPr>
          <p:cNvPr id="10" name="Rectangle 4">
            <a:extLst>
              <a:ext uri="{FF2B5EF4-FFF2-40B4-BE49-F238E27FC236}">
                <a16:creationId xmlns:a16="http://schemas.microsoft.com/office/drawing/2014/main" id="{08722EF6-8E4B-4596-83E2-D3CC6F569374}"/>
              </a:ext>
            </a:extLst>
          </p:cNvPr>
          <p:cNvSpPr>
            <a:spLocks noChangeArrowheads="1"/>
          </p:cNvSpPr>
          <p:nvPr/>
        </p:nvSpPr>
        <p:spPr bwMode="auto">
          <a:xfrm>
            <a:off x="6096000" y="1825624"/>
            <a:ext cx="3733800"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60000"/>
              </a:spcBef>
              <a:buClr>
                <a:schemeClr val="accent2"/>
              </a:buClr>
              <a:buSzPct val="90000"/>
              <a:buFont typeface="Wingdings" panose="05000000000000000000" pitchFamily="2" charset="2"/>
              <a:buChar char="n"/>
              <a:tabLst>
                <a:tab pos="2003425" algn="l"/>
                <a:tab pos="2671763" algn="l"/>
                <a:tab pos="3141663" algn="r"/>
              </a:tabLst>
              <a:defRPr sz="2000">
                <a:solidFill>
                  <a:schemeClr val="tx1"/>
                </a:solidFill>
                <a:latin typeface="Syntno" pitchFamily="2" charset="0"/>
              </a:defRPr>
            </a:lvl1pPr>
            <a:lvl2pPr marL="2008188" indent="-6350">
              <a:spcBef>
                <a:spcPct val="30000"/>
              </a:spcBef>
              <a:buClr>
                <a:schemeClr val="accent2"/>
              </a:buClr>
              <a:buSzPct val="110000"/>
              <a:buFont typeface="Wingdings" panose="05000000000000000000" pitchFamily="2" charset="2"/>
              <a:buChar char="w"/>
              <a:tabLst>
                <a:tab pos="2003425" algn="l"/>
                <a:tab pos="2671763" algn="l"/>
                <a:tab pos="3141663" algn="r"/>
              </a:tabLst>
              <a:defRPr sz="2000">
                <a:solidFill>
                  <a:schemeClr val="tx1"/>
                </a:solidFill>
                <a:latin typeface="Syntno" pitchFamily="2" charset="0"/>
              </a:defRPr>
            </a:lvl2pPr>
            <a:lvl3pPr marL="3716338" indent="-290513">
              <a:spcBef>
                <a:spcPct val="25000"/>
              </a:spcBef>
              <a:buClr>
                <a:schemeClr val="accent2"/>
              </a:buClr>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3pPr>
            <a:lvl4pPr marL="4187825" indent="-280988">
              <a:spcBef>
                <a:spcPct val="25000"/>
              </a:spcBef>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4pPr>
            <a:lvl5pPr marL="4668838" indent="-290513">
              <a:spcBef>
                <a:spcPct val="25000"/>
              </a:spcBef>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5pPr>
            <a:lvl6pPr marL="51260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6pPr>
            <a:lvl7pPr marL="55832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7pPr>
            <a:lvl8pPr marL="60404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8pPr>
            <a:lvl9pPr marL="64976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9pPr>
          </a:lstStyle>
          <a:p>
            <a:pPr eaLnBrk="1" fontAlgn="auto" hangingPunct="1">
              <a:spcAft>
                <a:spcPts val="0"/>
              </a:spcAft>
              <a:buClr>
                <a:srgbClr val="E13300"/>
              </a:buClr>
              <a:buFont typeface="Wingdings" panose="05000000000000000000" pitchFamily="2" charset="2"/>
              <a:buNone/>
              <a:defRPr/>
            </a:pPr>
            <a:r>
              <a:rPr kumimoji="0" lang="de-DE" altLang="de-DE" kern="0" dirty="0">
                <a:solidFill>
                  <a:srgbClr val="F68800"/>
                </a:solidFill>
                <a:latin typeface="Arial" panose="020B0604020202020204" pitchFamily="34" charset="0"/>
                <a:cs typeface="Arial" panose="020B0604020202020204" pitchFamily="34" charset="0"/>
              </a:rPr>
              <a:t>Beispiel: N = 2:	</a:t>
            </a:r>
            <a:r>
              <a:rPr kumimoji="0" lang="de-DE" altLang="de-DE" sz="1800" kern="0" dirty="0">
                <a:solidFill>
                  <a:srgbClr val="F68800"/>
                </a:solidFill>
                <a:latin typeface="Arial" panose="020B0604020202020204" pitchFamily="34" charset="0"/>
                <a:cs typeface="Arial" panose="020B0604020202020204" pitchFamily="34" charset="0"/>
              </a:rPr>
              <a:t>00	=	0</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F68800"/>
                </a:solidFill>
                <a:latin typeface="Arial" panose="020B0604020202020204" pitchFamily="34" charset="0"/>
                <a:cs typeface="Arial" panose="020B0604020202020204" pitchFamily="34" charset="0"/>
              </a:rPr>
              <a:t>01	=	1</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F68800"/>
                </a:solidFill>
                <a:latin typeface="Arial" panose="020B0604020202020204" pitchFamily="34" charset="0"/>
                <a:cs typeface="Arial" panose="020B0604020202020204" pitchFamily="34" charset="0"/>
              </a:rPr>
              <a:t>10	=	2</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F68800"/>
                </a:solidFill>
                <a:latin typeface="Arial" panose="020B0604020202020204" pitchFamily="34" charset="0"/>
                <a:cs typeface="Arial" panose="020B0604020202020204" pitchFamily="34" charset="0"/>
              </a:rPr>
              <a:t>11	=	3</a:t>
            </a:r>
          </a:p>
        </p:txBody>
      </p:sp>
      <p:sp>
        <p:nvSpPr>
          <p:cNvPr id="11" name="Rectangle 4">
            <a:extLst>
              <a:ext uri="{FF2B5EF4-FFF2-40B4-BE49-F238E27FC236}">
                <a16:creationId xmlns:a16="http://schemas.microsoft.com/office/drawing/2014/main" id="{FEFC81BA-B40C-4105-B7D0-A71295292453}"/>
              </a:ext>
            </a:extLst>
          </p:cNvPr>
          <p:cNvSpPr>
            <a:spLocks noChangeArrowheads="1"/>
          </p:cNvSpPr>
          <p:nvPr/>
        </p:nvSpPr>
        <p:spPr bwMode="auto">
          <a:xfrm>
            <a:off x="6044702" y="3429000"/>
            <a:ext cx="3733800"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60000"/>
              </a:spcBef>
              <a:buClr>
                <a:schemeClr val="accent2"/>
              </a:buClr>
              <a:buSzPct val="90000"/>
              <a:buFont typeface="Wingdings" panose="05000000000000000000" pitchFamily="2" charset="2"/>
              <a:buChar char="n"/>
              <a:tabLst>
                <a:tab pos="2003425" algn="l"/>
                <a:tab pos="2671763" algn="l"/>
                <a:tab pos="3141663" algn="r"/>
              </a:tabLst>
              <a:defRPr sz="2000">
                <a:solidFill>
                  <a:schemeClr val="tx1"/>
                </a:solidFill>
                <a:latin typeface="Syntno" pitchFamily="2" charset="0"/>
              </a:defRPr>
            </a:lvl1pPr>
            <a:lvl2pPr marL="2008188" indent="-6350">
              <a:spcBef>
                <a:spcPct val="30000"/>
              </a:spcBef>
              <a:buClr>
                <a:schemeClr val="accent2"/>
              </a:buClr>
              <a:buSzPct val="110000"/>
              <a:buFont typeface="Wingdings" panose="05000000000000000000" pitchFamily="2" charset="2"/>
              <a:buChar char="w"/>
              <a:tabLst>
                <a:tab pos="2003425" algn="l"/>
                <a:tab pos="2671763" algn="l"/>
                <a:tab pos="3141663" algn="r"/>
              </a:tabLst>
              <a:defRPr sz="2000">
                <a:solidFill>
                  <a:schemeClr val="tx1"/>
                </a:solidFill>
                <a:latin typeface="Syntno" pitchFamily="2" charset="0"/>
              </a:defRPr>
            </a:lvl2pPr>
            <a:lvl3pPr marL="3716338" indent="-290513">
              <a:spcBef>
                <a:spcPct val="25000"/>
              </a:spcBef>
              <a:buClr>
                <a:schemeClr val="accent2"/>
              </a:buClr>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3pPr>
            <a:lvl4pPr marL="4187825" indent="-280988">
              <a:spcBef>
                <a:spcPct val="25000"/>
              </a:spcBef>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4pPr>
            <a:lvl5pPr marL="4668838" indent="-290513">
              <a:spcBef>
                <a:spcPct val="25000"/>
              </a:spcBef>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5pPr>
            <a:lvl6pPr marL="51260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6pPr>
            <a:lvl7pPr marL="55832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7pPr>
            <a:lvl8pPr marL="60404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8pPr>
            <a:lvl9pPr marL="64976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671763" algn="l"/>
                <a:tab pos="3141663" algn="r"/>
              </a:tabLst>
              <a:defRPr sz="2000">
                <a:solidFill>
                  <a:schemeClr val="tx1"/>
                </a:solidFill>
                <a:latin typeface="Syntno" pitchFamily="2" charset="0"/>
              </a:defRPr>
            </a:lvl9pPr>
          </a:lstStyle>
          <a:p>
            <a:pPr eaLnBrk="1" fontAlgn="auto" hangingPunct="1">
              <a:spcAft>
                <a:spcPts val="0"/>
              </a:spcAft>
              <a:buClr>
                <a:srgbClr val="E13300"/>
              </a:buClr>
              <a:buFont typeface="Wingdings" panose="05000000000000000000" pitchFamily="2" charset="2"/>
              <a:buNone/>
              <a:defRPr/>
            </a:pPr>
            <a:r>
              <a:rPr kumimoji="0" lang="de-DE" altLang="de-DE" kern="0" dirty="0">
                <a:solidFill>
                  <a:srgbClr val="009633"/>
                </a:solidFill>
                <a:latin typeface="Arial" panose="020B0604020202020204" pitchFamily="34" charset="0"/>
                <a:cs typeface="Arial" panose="020B0604020202020204" pitchFamily="34" charset="0"/>
              </a:rPr>
              <a:t>Beispiel: N = 3:	</a:t>
            </a:r>
            <a:r>
              <a:rPr kumimoji="0" lang="de-DE" altLang="de-DE" sz="1800" kern="0" dirty="0">
                <a:solidFill>
                  <a:srgbClr val="009633"/>
                </a:solidFill>
                <a:latin typeface="Arial" panose="020B0604020202020204" pitchFamily="34" charset="0"/>
                <a:cs typeface="Arial" panose="020B0604020202020204" pitchFamily="34" charset="0"/>
              </a:rPr>
              <a:t>000	=	0</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001	=	1</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010	=	2</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011	=	3</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100	=	4</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101	=	5</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110	=	6</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009633"/>
                </a:solidFill>
                <a:latin typeface="Arial" panose="020B0604020202020204" pitchFamily="34" charset="0"/>
                <a:cs typeface="Arial" panose="020B0604020202020204" pitchFamily="34" charset="0"/>
              </a:rPr>
              <a:t>111	=	7</a:t>
            </a:r>
          </a:p>
        </p:txBody>
      </p:sp>
      <p:sp>
        <p:nvSpPr>
          <p:cNvPr id="12" name="Rectangle 5">
            <a:extLst>
              <a:ext uri="{FF2B5EF4-FFF2-40B4-BE49-F238E27FC236}">
                <a16:creationId xmlns:a16="http://schemas.microsoft.com/office/drawing/2014/main" id="{C7277BF5-FD47-4B20-B118-F871AA13A720}"/>
              </a:ext>
            </a:extLst>
          </p:cNvPr>
          <p:cNvSpPr>
            <a:spLocks noChangeArrowheads="1"/>
          </p:cNvSpPr>
          <p:nvPr/>
        </p:nvSpPr>
        <p:spPr bwMode="auto">
          <a:xfrm>
            <a:off x="8102839" y="1543052"/>
            <a:ext cx="3810000" cy="451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60000"/>
              </a:spcBef>
              <a:buClr>
                <a:schemeClr val="accent2"/>
              </a:buClr>
              <a:buSzPct val="90000"/>
              <a:buFont typeface="Wingdings" panose="05000000000000000000" pitchFamily="2" charset="2"/>
              <a:buChar char="n"/>
              <a:tabLst>
                <a:tab pos="2003425" algn="l"/>
                <a:tab pos="2759075" algn="l"/>
                <a:tab pos="3425825" algn="r"/>
              </a:tabLst>
              <a:defRPr sz="2000">
                <a:solidFill>
                  <a:schemeClr val="tx1"/>
                </a:solidFill>
                <a:latin typeface="Syntno" pitchFamily="2" charset="0"/>
              </a:defRPr>
            </a:lvl1pPr>
            <a:lvl2pPr marL="2008188" indent="-6350">
              <a:spcBef>
                <a:spcPct val="30000"/>
              </a:spcBef>
              <a:buClr>
                <a:schemeClr val="accent2"/>
              </a:buClr>
              <a:buSzPct val="110000"/>
              <a:buFont typeface="Wingdings" panose="05000000000000000000" pitchFamily="2" charset="2"/>
              <a:buChar char="w"/>
              <a:tabLst>
                <a:tab pos="2003425" algn="l"/>
                <a:tab pos="2759075" algn="l"/>
                <a:tab pos="3425825" algn="r"/>
              </a:tabLst>
              <a:defRPr sz="2000">
                <a:solidFill>
                  <a:schemeClr val="tx1"/>
                </a:solidFill>
                <a:latin typeface="Syntno" pitchFamily="2" charset="0"/>
              </a:defRPr>
            </a:lvl2pPr>
            <a:lvl3pPr marL="3716338" indent="-290513">
              <a:spcBef>
                <a:spcPct val="25000"/>
              </a:spcBef>
              <a:buClr>
                <a:schemeClr val="accent2"/>
              </a:buClr>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3pPr>
            <a:lvl4pPr marL="4187825" indent="-280988">
              <a:spcBef>
                <a:spcPct val="25000"/>
              </a:spcBef>
              <a:buClr>
                <a:schemeClr val="accent2"/>
              </a:buClr>
              <a:buSzPct val="75000"/>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4pPr>
            <a:lvl5pPr marL="4668838" indent="-290513">
              <a:spcBef>
                <a:spcPct val="25000"/>
              </a:spcBef>
              <a:buClr>
                <a:schemeClr val="accent2"/>
              </a:buClr>
              <a:buSzPct val="75000"/>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5pPr>
            <a:lvl6pPr marL="51260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6pPr>
            <a:lvl7pPr marL="55832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7pPr>
            <a:lvl8pPr marL="60404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8pPr>
            <a:lvl9pPr marL="6497638" indent="-290513" eaLnBrk="0" fontAlgn="base" hangingPunct="0">
              <a:spcBef>
                <a:spcPct val="25000"/>
              </a:spcBef>
              <a:spcAft>
                <a:spcPct val="0"/>
              </a:spcAft>
              <a:buClr>
                <a:schemeClr val="accent2"/>
              </a:buClr>
              <a:buSzPct val="75000"/>
              <a:buFont typeface="Wingdings" panose="05000000000000000000" pitchFamily="2" charset="2"/>
              <a:buChar char=""/>
              <a:tabLst>
                <a:tab pos="2003425" algn="l"/>
                <a:tab pos="2759075" algn="l"/>
                <a:tab pos="3425825" algn="r"/>
              </a:tabLst>
              <a:defRPr sz="2000">
                <a:solidFill>
                  <a:schemeClr val="tx1"/>
                </a:solidFill>
                <a:latin typeface="Syntno" pitchFamily="2" charset="0"/>
              </a:defRPr>
            </a:lvl9pPr>
          </a:lstStyle>
          <a:p>
            <a:pPr eaLnBrk="1" fontAlgn="auto" hangingPunct="1">
              <a:spcAft>
                <a:spcPts val="0"/>
              </a:spcAft>
              <a:buClr>
                <a:srgbClr val="E13300"/>
              </a:buClr>
              <a:buFont typeface="Wingdings" panose="05000000000000000000" pitchFamily="2" charset="2"/>
              <a:buNone/>
              <a:defRPr/>
            </a:pPr>
            <a:r>
              <a:rPr kumimoji="0" lang="de-DE" altLang="de-DE" kern="0" dirty="0">
                <a:solidFill>
                  <a:srgbClr val="E30051"/>
                </a:solidFill>
                <a:latin typeface="Arial" panose="020B0604020202020204" pitchFamily="34" charset="0"/>
                <a:cs typeface="Arial" panose="020B0604020202020204" pitchFamily="34" charset="0"/>
              </a:rPr>
              <a:t>Beispiel: N = 4:	</a:t>
            </a:r>
            <a:r>
              <a:rPr kumimoji="0" lang="de-DE" altLang="de-DE" sz="1800" kern="0" dirty="0">
                <a:solidFill>
                  <a:srgbClr val="E30051"/>
                </a:solidFill>
                <a:latin typeface="Arial" panose="020B0604020202020204" pitchFamily="34" charset="0"/>
                <a:cs typeface="Arial" panose="020B0604020202020204" pitchFamily="34" charset="0"/>
              </a:rPr>
              <a:t>0000	=	0</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0001	=	1</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0010	=	2</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0011	=	3</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0100	=	4</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0101	=	5</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0110	=	6</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0111	=	7</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1000	=	8</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1001	=	9</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1010	=	10</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1011	=	11</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1100	=	12</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1101	=	13</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1110	=	14</a:t>
            </a:r>
          </a:p>
          <a:p>
            <a:pPr lvl="1" eaLnBrk="1" fontAlgn="auto" hangingPunct="1">
              <a:spcBef>
                <a:spcPct val="0"/>
              </a:spcBef>
              <a:spcAft>
                <a:spcPts val="0"/>
              </a:spcAft>
              <a:buClr>
                <a:srgbClr val="E13300"/>
              </a:buClr>
              <a:buFont typeface="Wingdings" panose="05000000000000000000" pitchFamily="2" charset="2"/>
              <a:buNone/>
              <a:defRPr/>
            </a:pPr>
            <a:r>
              <a:rPr kumimoji="0" lang="de-DE" altLang="de-DE" sz="1800" kern="0" dirty="0">
                <a:solidFill>
                  <a:srgbClr val="E30051"/>
                </a:solidFill>
                <a:latin typeface="Arial" panose="020B0604020202020204" pitchFamily="34" charset="0"/>
                <a:cs typeface="Arial" panose="020B0604020202020204" pitchFamily="34" charset="0"/>
              </a:rPr>
              <a:t>1111	=	15</a:t>
            </a:r>
          </a:p>
        </p:txBody>
      </p:sp>
    </p:spTree>
    <p:extLst>
      <p:ext uri="{BB962C8B-B14F-4D97-AF65-F5344CB8AC3E}">
        <p14:creationId xmlns:p14="http://schemas.microsoft.com/office/powerpoint/2010/main" val="3316618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autoUpdateAnimBg="0"/>
      <p:bldP spid="12" grpId="0" autoUpdateAnimBg="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Binärsystem / Dualsystem III</a:t>
            </a:r>
            <a:br>
              <a:rPr lang="de-DE" dirty="0"/>
            </a:br>
            <a:r>
              <a:rPr lang="de-DE" dirty="0"/>
              <a:t>..und der Volksirrglaube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9" name="Grafik 8">
            <a:extLst>
              <a:ext uri="{FF2B5EF4-FFF2-40B4-BE49-F238E27FC236}">
                <a16:creationId xmlns:a16="http://schemas.microsoft.com/office/drawing/2014/main" id="{77575589-97EA-449C-B49A-932EB73EF6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11602" y="349546"/>
            <a:ext cx="525054" cy="1235797"/>
          </a:xfrm>
          <a:prstGeom prst="rect">
            <a:avLst/>
          </a:prstGeom>
        </p:spPr>
      </p:pic>
      <p:pic>
        <p:nvPicPr>
          <p:cNvPr id="10" name="Grafik 9">
            <a:extLst>
              <a:ext uri="{FF2B5EF4-FFF2-40B4-BE49-F238E27FC236}">
                <a16:creationId xmlns:a16="http://schemas.microsoft.com/office/drawing/2014/main" id="{7EBDA26B-FCF3-4BA3-9BC8-1B403836AB2D}"/>
              </a:ext>
            </a:extLst>
          </p:cNvPr>
          <p:cNvPicPr>
            <a:picLocks noChangeAspect="1"/>
          </p:cNvPicPr>
          <p:nvPr/>
        </p:nvPicPr>
        <p:blipFill>
          <a:blip r:embed="rId3"/>
          <a:stretch>
            <a:fillRect/>
          </a:stretch>
        </p:blipFill>
        <p:spPr>
          <a:xfrm>
            <a:off x="225502" y="1646238"/>
            <a:ext cx="5870498" cy="1371277"/>
          </a:xfrm>
          <a:prstGeom prst="rect">
            <a:avLst/>
          </a:prstGeom>
        </p:spPr>
      </p:pic>
      <p:cxnSp>
        <p:nvCxnSpPr>
          <p:cNvPr id="11" name="Gerade Verbindung mit Pfeil 10">
            <a:extLst>
              <a:ext uri="{FF2B5EF4-FFF2-40B4-BE49-F238E27FC236}">
                <a16:creationId xmlns:a16="http://schemas.microsoft.com/office/drawing/2014/main" id="{C9BA55D9-7A9E-43BD-A788-E0C758BE5575}"/>
              </a:ext>
            </a:extLst>
          </p:cNvPr>
          <p:cNvCxnSpPr>
            <a:cxnSpLocks/>
            <a:endCxn id="12" idx="2"/>
          </p:cNvCxnSpPr>
          <p:nvPr/>
        </p:nvCxnSpPr>
        <p:spPr>
          <a:xfrm flipV="1">
            <a:off x="6457361" y="2321440"/>
            <a:ext cx="2474500" cy="60558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2" name="Textfeld 11">
            <a:extLst>
              <a:ext uri="{FF2B5EF4-FFF2-40B4-BE49-F238E27FC236}">
                <a16:creationId xmlns:a16="http://schemas.microsoft.com/office/drawing/2014/main" id="{82DDB9E1-8849-4DB2-8411-6DD0C201A716}"/>
              </a:ext>
            </a:extLst>
          </p:cNvPr>
          <p:cNvSpPr txBox="1"/>
          <p:nvPr/>
        </p:nvSpPr>
        <p:spPr>
          <a:xfrm>
            <a:off x="7247611" y="1675109"/>
            <a:ext cx="3368500" cy="646331"/>
          </a:xfrm>
          <a:prstGeom prst="rect">
            <a:avLst/>
          </a:prstGeom>
          <a:solidFill>
            <a:srgbClr val="FFFF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Wird User „</a:t>
            </a:r>
            <a:r>
              <a:rPr lang="de-DE" dirty="0" err="1">
                <a:latin typeface="Arial" panose="020B0604020202020204" pitchFamily="34" charset="0"/>
                <a:cs typeface="Arial" panose="020B0604020202020204" pitchFamily="34" charset="0"/>
              </a:rPr>
              <a:t>warpigcat</a:t>
            </a:r>
            <a:r>
              <a:rPr lang="de-DE" dirty="0">
                <a:latin typeface="Arial" panose="020B0604020202020204" pitchFamily="34" charset="0"/>
                <a:cs typeface="Arial" panose="020B0604020202020204" pitchFamily="34" charset="0"/>
              </a:rPr>
              <a:t>“ betrogen?</a:t>
            </a:r>
          </a:p>
        </p:txBody>
      </p:sp>
      <mc:AlternateContent xmlns:mc="http://schemas.openxmlformats.org/markup-compatibility/2006" xmlns:a14="http://schemas.microsoft.com/office/drawing/2010/main">
        <mc:Choice Requires="a14">
          <p:sp>
            <p:nvSpPr>
              <p:cNvPr id="15" name="Inhaltsplatzhalter 14">
                <a:extLst>
                  <a:ext uri="{FF2B5EF4-FFF2-40B4-BE49-F238E27FC236}">
                    <a16:creationId xmlns:a16="http://schemas.microsoft.com/office/drawing/2014/main" id="{4BEE12E0-8FA8-4596-94A3-C20164F46A7B}"/>
                  </a:ext>
                </a:extLst>
              </p:cNvPr>
              <p:cNvSpPr>
                <a:spLocks noGrp="1"/>
              </p:cNvSpPr>
              <p:nvPr>
                <p:ph idx="1"/>
              </p:nvPr>
            </p:nvSpPr>
            <p:spPr>
              <a:xfrm>
                <a:off x="160867" y="3181093"/>
                <a:ext cx="7086744" cy="2767220"/>
              </a:xfrm>
            </p:spPr>
            <p:txBody>
              <a:bodyPr>
                <a:normAutofit fontScale="70000" lnSpcReduction="20000"/>
              </a:bodyPr>
              <a:lstStyle/>
              <a:p>
                <a:r>
                  <a:rPr lang="de-DE" dirty="0"/>
                  <a:t>In der Informatik werden 8 Bit zu 1 Byte zusammengefasst</a:t>
                </a:r>
              </a:p>
              <a:p>
                <a:r>
                  <a:rPr lang="de-DE" dirty="0"/>
                  <a:t>VORSICHT </a:t>
                </a:r>
                <a:r>
                  <a:rPr lang="de-DE" dirty="0">
                    <a:sym typeface="Wingdings" panose="05000000000000000000" pitchFamily="2" charset="2"/>
                  </a:rPr>
                  <a:t> </a:t>
                </a:r>
                <a14:m>
                  <m:oMath xmlns:m="http://schemas.openxmlformats.org/officeDocument/2006/math">
                    <m:sSup>
                      <m:sSupPr>
                        <m:ctrlPr>
                          <a:rPr lang="de-DE" i="1">
                            <a:latin typeface="Cambria Math" panose="02040503050406030204" pitchFamily="18" charset="0"/>
                          </a:rPr>
                        </m:ctrlPr>
                      </m:sSupPr>
                      <m:e>
                        <m:r>
                          <a:rPr lang="de-DE" i="1">
                            <a:latin typeface="Cambria Math" panose="02040503050406030204" pitchFamily="18" charset="0"/>
                          </a:rPr>
                          <m:t>10</m:t>
                        </m:r>
                      </m:e>
                      <m:sup>
                        <m:r>
                          <a:rPr lang="de-DE" i="1">
                            <a:latin typeface="Cambria Math" panose="02040503050406030204" pitchFamily="18" charset="0"/>
                          </a:rPr>
                          <m:t>6</m:t>
                        </m:r>
                      </m:sup>
                    </m:sSup>
                  </m:oMath>
                </a14:m>
                <a:r>
                  <a:rPr lang="de-DE" dirty="0"/>
                  <a:t> ist nicht </a:t>
                </a:r>
                <a14:m>
                  <m:oMath xmlns:m="http://schemas.openxmlformats.org/officeDocument/2006/math">
                    <m:sSup>
                      <m:sSupPr>
                        <m:ctrlPr>
                          <a:rPr lang="de-DE" i="1">
                            <a:latin typeface="Cambria Math" panose="02040503050406030204" pitchFamily="18" charset="0"/>
                          </a:rPr>
                        </m:ctrlPr>
                      </m:sSupPr>
                      <m:e>
                        <m:r>
                          <a:rPr lang="de-DE" i="1">
                            <a:latin typeface="Cambria Math" panose="02040503050406030204" pitchFamily="18" charset="0"/>
                          </a:rPr>
                          <m:t>2</m:t>
                        </m:r>
                      </m:e>
                      <m:sup>
                        <m:r>
                          <a:rPr lang="de-DE" i="1">
                            <a:latin typeface="Cambria Math" panose="02040503050406030204" pitchFamily="18" charset="0"/>
                          </a:rPr>
                          <m:t>20</m:t>
                        </m:r>
                      </m:sup>
                    </m:sSup>
                    <m:r>
                      <a:rPr lang="de-DE" i="1">
                        <a:latin typeface="Cambria Math" panose="02040503050406030204" pitchFamily="18" charset="0"/>
                      </a:rPr>
                      <m:t> </m:t>
                    </m:r>
                  </m:oMath>
                </a14:m>
                <a:endParaRPr lang="de-DE" dirty="0"/>
              </a:p>
              <a:p>
                <a:r>
                  <a:rPr lang="de-DE" dirty="0"/>
                  <a:t>Hersteller rechnen mit dem Dezimalsystem, also</a:t>
                </a:r>
                <a:br>
                  <a:rPr lang="de-DE" dirty="0"/>
                </a:br>
                <a:r>
                  <a:rPr lang="de-DE" dirty="0"/>
                  <a:t>1 GB = 1.000 MB * 1.000 KB = </a:t>
                </a:r>
                <a:r>
                  <a:rPr lang="de-DE" u="sng" dirty="0"/>
                  <a:t>1.000.000 Byte</a:t>
                </a:r>
                <a:r>
                  <a:rPr lang="de-DE" dirty="0"/>
                  <a:t> (</a:t>
                </a:r>
                <a14:m>
                  <m:oMath xmlns:m="http://schemas.openxmlformats.org/officeDocument/2006/math">
                    <m:sSup>
                      <m:sSupPr>
                        <m:ctrlPr>
                          <a:rPr lang="de-DE" i="1">
                            <a:latin typeface="Cambria Math" panose="02040503050406030204" pitchFamily="18" charset="0"/>
                          </a:rPr>
                        </m:ctrlPr>
                      </m:sSupPr>
                      <m:e>
                        <m:r>
                          <a:rPr lang="de-DE" i="1">
                            <a:latin typeface="Cambria Math" panose="02040503050406030204" pitchFamily="18" charset="0"/>
                          </a:rPr>
                          <m:t>10</m:t>
                        </m:r>
                      </m:e>
                      <m:sup>
                        <m:r>
                          <a:rPr lang="de-DE" i="1">
                            <a:latin typeface="Cambria Math" panose="02040503050406030204" pitchFamily="18" charset="0"/>
                          </a:rPr>
                          <m:t>6</m:t>
                        </m:r>
                      </m:sup>
                    </m:sSup>
                  </m:oMath>
                </a14:m>
                <a:r>
                  <a:rPr lang="de-DE" dirty="0"/>
                  <a:t>)</a:t>
                </a:r>
              </a:p>
              <a:p>
                <a:r>
                  <a:rPr lang="de-DE" dirty="0"/>
                  <a:t>Tatsächlich besitzt 1 </a:t>
                </a:r>
                <a:r>
                  <a:rPr lang="de-DE" dirty="0" err="1"/>
                  <a:t>GiB</a:t>
                </a:r>
                <a:r>
                  <a:rPr lang="de-DE" dirty="0"/>
                  <a:t> aber</a:t>
                </a:r>
                <a:br>
                  <a:rPr lang="de-DE" dirty="0"/>
                </a:br>
                <a:r>
                  <a:rPr lang="de-DE" dirty="0"/>
                  <a:t>1 </a:t>
                </a:r>
                <a:r>
                  <a:rPr lang="de-DE" dirty="0" err="1"/>
                  <a:t>GiB</a:t>
                </a:r>
                <a:r>
                  <a:rPr lang="de-DE" dirty="0"/>
                  <a:t> = 1.024 </a:t>
                </a:r>
                <a:r>
                  <a:rPr lang="de-DE" dirty="0" err="1"/>
                  <a:t>MiB</a:t>
                </a:r>
                <a:r>
                  <a:rPr lang="de-DE" dirty="0"/>
                  <a:t> * 1.024 </a:t>
                </a:r>
                <a:r>
                  <a:rPr lang="de-DE" dirty="0" err="1"/>
                  <a:t>KiB</a:t>
                </a:r>
                <a:r>
                  <a:rPr lang="de-DE" dirty="0"/>
                  <a:t> = </a:t>
                </a:r>
                <a:r>
                  <a:rPr lang="de-DE" u="sng" dirty="0"/>
                  <a:t>1.048.576 Byte</a:t>
                </a:r>
                <a:r>
                  <a:rPr lang="de-DE" dirty="0"/>
                  <a:t> (</a:t>
                </a:r>
                <a14:m>
                  <m:oMath xmlns:m="http://schemas.openxmlformats.org/officeDocument/2006/math">
                    <m:sSup>
                      <m:sSupPr>
                        <m:ctrlPr>
                          <a:rPr lang="de-DE" i="1">
                            <a:latin typeface="Cambria Math" panose="02040503050406030204" pitchFamily="18" charset="0"/>
                          </a:rPr>
                        </m:ctrlPr>
                      </m:sSupPr>
                      <m:e>
                        <m:r>
                          <a:rPr lang="de-DE" i="1">
                            <a:latin typeface="Cambria Math" panose="02040503050406030204" pitchFamily="18" charset="0"/>
                          </a:rPr>
                          <m:t>2</m:t>
                        </m:r>
                      </m:e>
                      <m:sup>
                        <m:r>
                          <a:rPr lang="de-DE" i="1">
                            <a:latin typeface="Cambria Math" panose="02040503050406030204" pitchFamily="18" charset="0"/>
                          </a:rPr>
                          <m:t>20</m:t>
                        </m:r>
                      </m:sup>
                    </m:sSup>
                  </m:oMath>
                </a14:m>
                <a:r>
                  <a:rPr lang="de-DE" dirty="0"/>
                  <a:t>)</a:t>
                </a:r>
              </a:p>
              <a:p>
                <a:r>
                  <a:rPr lang="de-DE" dirty="0"/>
                  <a:t>im Ergebnis ist die Festplatte also nicht 1 GB, sondern in etwa nur 931,3 MB groß.</a:t>
                </a:r>
              </a:p>
              <a:p>
                <a:r>
                  <a:rPr lang="de-DE" dirty="0"/>
                  <a:t>4 TB sind nicht 4.000 GB, sondern in etwa 3.63 </a:t>
                </a:r>
                <a:r>
                  <a:rPr lang="de-DE" dirty="0" err="1"/>
                  <a:t>TiB</a:t>
                </a:r>
                <a:endParaRPr lang="de-DE" dirty="0"/>
              </a:p>
              <a:p>
                <a:endParaRPr lang="de-DE" dirty="0"/>
              </a:p>
              <a:p>
                <a:endParaRPr lang="de-DE" dirty="0"/>
              </a:p>
              <a:p>
                <a:endParaRPr lang="de-DE" u="sng" dirty="0"/>
              </a:p>
              <a:p>
                <a:endParaRPr lang="de-DE" dirty="0"/>
              </a:p>
            </p:txBody>
          </p:sp>
        </mc:Choice>
        <mc:Fallback xmlns="">
          <p:sp>
            <p:nvSpPr>
              <p:cNvPr id="15" name="Inhaltsplatzhalter 14">
                <a:extLst>
                  <a:ext uri="{FF2B5EF4-FFF2-40B4-BE49-F238E27FC236}">
                    <a16:creationId xmlns:a16="http://schemas.microsoft.com/office/drawing/2014/main" id="{4BEE12E0-8FA8-4596-94A3-C20164F46A7B}"/>
                  </a:ext>
                </a:extLst>
              </p:cNvPr>
              <p:cNvSpPr>
                <a:spLocks noGrp="1" noRot="1" noChangeAspect="1" noMove="1" noResize="1" noEditPoints="1" noAdjustHandles="1" noChangeArrowheads="1" noChangeShapeType="1" noTextEdit="1"/>
              </p:cNvSpPr>
              <p:nvPr>
                <p:ph idx="1"/>
              </p:nvPr>
            </p:nvSpPr>
            <p:spPr>
              <a:xfrm>
                <a:off x="160867" y="3181093"/>
                <a:ext cx="7086744" cy="2767220"/>
              </a:xfrm>
              <a:blipFill>
                <a:blip r:embed="rId4"/>
                <a:stretch>
                  <a:fillRect l="-774" t="-4405"/>
                </a:stretch>
              </a:blipFill>
            </p:spPr>
            <p:txBody>
              <a:bodyPr/>
              <a:lstStyle/>
              <a:p>
                <a:r>
                  <a:rPr lang="de-DE">
                    <a:noFill/>
                  </a:rPr>
                  <a:t> </a:t>
                </a:r>
              </a:p>
            </p:txBody>
          </p:sp>
        </mc:Fallback>
      </mc:AlternateContent>
      <p:pic>
        <p:nvPicPr>
          <p:cNvPr id="16" name="Grafik 15">
            <a:extLst>
              <a:ext uri="{FF2B5EF4-FFF2-40B4-BE49-F238E27FC236}">
                <a16:creationId xmlns:a16="http://schemas.microsoft.com/office/drawing/2014/main" id="{188AD3A9-8590-4CF6-96A1-4FC8A2D8B5A5}"/>
              </a:ext>
            </a:extLst>
          </p:cNvPr>
          <p:cNvPicPr>
            <a:picLocks noChangeAspect="1"/>
          </p:cNvPicPr>
          <p:nvPr/>
        </p:nvPicPr>
        <p:blipFill>
          <a:blip r:embed="rId5"/>
          <a:stretch>
            <a:fillRect/>
          </a:stretch>
        </p:blipFill>
        <p:spPr>
          <a:xfrm>
            <a:off x="7608972" y="2458719"/>
            <a:ext cx="3926338" cy="3668971"/>
          </a:xfrm>
          <a:prstGeom prst="rect">
            <a:avLst/>
          </a:prstGeom>
        </p:spPr>
      </p:pic>
      <p:sp>
        <p:nvSpPr>
          <p:cNvPr id="17" name="Rechteck 16">
            <a:extLst>
              <a:ext uri="{FF2B5EF4-FFF2-40B4-BE49-F238E27FC236}">
                <a16:creationId xmlns:a16="http://schemas.microsoft.com/office/drawing/2014/main" id="{D00250E9-9494-4A9A-B1DA-B9B5D899CAC3}"/>
              </a:ext>
            </a:extLst>
          </p:cNvPr>
          <p:cNvSpPr/>
          <p:nvPr/>
        </p:nvSpPr>
        <p:spPr>
          <a:xfrm>
            <a:off x="7555257" y="6137215"/>
            <a:ext cx="2661306" cy="400110"/>
          </a:xfrm>
          <a:prstGeom prst="rect">
            <a:avLst/>
          </a:prstGeom>
        </p:spPr>
        <p:txBody>
          <a:bodyPr wrap="none">
            <a:spAutoFit/>
          </a:bodyPr>
          <a:lstStyle/>
          <a:p>
            <a:r>
              <a:rPr lang="de-DE" sz="1000" dirty="0">
                <a:hlinkClick r:id="rId6"/>
              </a:rPr>
              <a:t>https://www.online-rechner.net/datenmenge/</a:t>
            </a:r>
            <a:r>
              <a:rPr lang="de-DE" sz="1000" dirty="0"/>
              <a:t> </a:t>
            </a:r>
          </a:p>
          <a:p>
            <a:r>
              <a:rPr lang="de-DE" sz="1000" dirty="0"/>
              <a:t>zuletzt abgerufen am 07.08.2024</a:t>
            </a:r>
          </a:p>
        </p:txBody>
      </p:sp>
    </p:spTree>
    <p:extLst>
      <p:ext uri="{BB962C8B-B14F-4D97-AF65-F5344CB8AC3E}">
        <p14:creationId xmlns:p14="http://schemas.microsoft.com/office/powerpoint/2010/main" val="287446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xEl>
                                              <p:pRg st="1" end="1"/>
                                            </p:txEl>
                                          </p:spTgt>
                                        </p:tgtEl>
                                        <p:attrNameLst>
                                          <p:attrName>style.visibility</p:attrName>
                                        </p:attrNameLst>
                                      </p:cBhvr>
                                      <p:to>
                                        <p:strVal val="visible"/>
                                      </p:to>
                                    </p:set>
                                    <p:anim calcmode="lin" valueType="num">
                                      <p:cBhvr additive="base">
                                        <p:cTn id="13"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xEl>
                                              <p:pRg st="2" end="2"/>
                                            </p:txEl>
                                          </p:spTgt>
                                        </p:tgtEl>
                                        <p:attrNameLst>
                                          <p:attrName>style.visibility</p:attrName>
                                        </p:attrNameLst>
                                      </p:cBhvr>
                                      <p:to>
                                        <p:strVal val="visible"/>
                                      </p:to>
                                    </p:set>
                                    <p:anim calcmode="lin" valueType="num">
                                      <p:cBhvr additive="base">
                                        <p:cTn id="19"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xEl>
                                              <p:pRg st="3" end="3"/>
                                            </p:txEl>
                                          </p:spTgt>
                                        </p:tgtEl>
                                        <p:attrNameLst>
                                          <p:attrName>style.visibility</p:attrName>
                                        </p:attrNameLst>
                                      </p:cBhvr>
                                      <p:to>
                                        <p:strVal val="visible"/>
                                      </p:to>
                                    </p:set>
                                    <p:anim calcmode="lin" valueType="num">
                                      <p:cBhvr additive="base">
                                        <p:cTn id="25"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xEl>
                                              <p:pRg st="4" end="4"/>
                                            </p:txEl>
                                          </p:spTgt>
                                        </p:tgtEl>
                                        <p:attrNameLst>
                                          <p:attrName>style.visibility</p:attrName>
                                        </p:attrNameLst>
                                      </p:cBhvr>
                                      <p:to>
                                        <p:strVal val="visible"/>
                                      </p:to>
                                    </p:set>
                                    <p:anim calcmode="lin" valueType="num">
                                      <p:cBhvr additive="base">
                                        <p:cTn id="31"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
                                            <p:txEl>
                                              <p:pRg st="5" end="5"/>
                                            </p:txEl>
                                          </p:spTgt>
                                        </p:tgtEl>
                                        <p:attrNameLst>
                                          <p:attrName>style.visibility</p:attrName>
                                        </p:attrNameLst>
                                      </p:cBhvr>
                                      <p:to>
                                        <p:strVal val="visible"/>
                                      </p:to>
                                    </p:set>
                                    <p:anim calcmode="lin" valueType="num">
                                      <p:cBhvr additive="base">
                                        <p:cTn id="37" dur="500" fill="hold"/>
                                        <p:tgtEl>
                                          <p:spTgt spid="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7"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Gilt für alle Zahlensysteme: </a:t>
            </a:r>
            <a:br>
              <a:rPr lang="de-DE" dirty="0"/>
            </a:br>
            <a:r>
              <a:rPr lang="de-DE" dirty="0"/>
              <a:t>Rechnung in Potenzschreibweise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10" name="Inhaltsplatzhalter 2">
            <a:extLst>
              <a:ext uri="{FF2B5EF4-FFF2-40B4-BE49-F238E27FC236}">
                <a16:creationId xmlns:a16="http://schemas.microsoft.com/office/drawing/2014/main" id="{8CD638DA-C362-4AEE-B3DE-5054A756CF1B}"/>
              </a:ext>
            </a:extLst>
          </p:cNvPr>
          <p:cNvSpPr txBox="1">
            <a:spLocks/>
          </p:cNvSpPr>
          <p:nvPr/>
        </p:nvSpPr>
        <p:spPr>
          <a:xfrm>
            <a:off x="160867" y="236267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60000"/>
              </a:spcBef>
              <a:buSzPct val="90000"/>
            </a:pPr>
            <a:r>
              <a:rPr lang="de-DE" altLang="de-DE" sz="1800" dirty="0">
                <a:solidFill>
                  <a:srgbClr val="333333"/>
                </a:solidFill>
              </a:rPr>
              <a:t>Die einzelnen Ziffern einer n-stelligen Zahl sind die Koeffizienten der Potenzen der Basis:</a:t>
            </a:r>
          </a:p>
          <a:p>
            <a:pPr marL="457200" lvl="1" indent="0">
              <a:spcBef>
                <a:spcPct val="30000"/>
              </a:spcBef>
              <a:buClr>
                <a:srgbClr val="7030A0"/>
              </a:buClr>
              <a:buSzPct val="110000"/>
              <a:buFont typeface="Arial" panose="020B0604020202020204" pitchFamily="34" charset="0"/>
              <a:buNone/>
            </a:pPr>
            <a:r>
              <a:rPr lang="de-DE" altLang="de-DE" sz="1800" dirty="0">
                <a:solidFill>
                  <a:srgbClr val="333333"/>
                </a:solidFill>
              </a:rPr>
              <a:t>Beispiel: Dezimalzahlen</a:t>
            </a:r>
          </a:p>
          <a:p>
            <a:pPr lvl="1">
              <a:spcBef>
                <a:spcPct val="30000"/>
              </a:spcBef>
              <a:buClr>
                <a:srgbClr val="E13300"/>
              </a:buClr>
              <a:buSzPct val="110000"/>
              <a:buFont typeface="Wingdings" panose="05000000000000000000" pitchFamily="2" charset="2"/>
              <a:buNone/>
            </a:pPr>
            <a:r>
              <a:rPr lang="de-DE" altLang="de-DE" sz="1800" dirty="0">
                <a:solidFill>
                  <a:srgbClr val="333333"/>
                </a:solidFill>
              </a:rPr>
              <a:t>	4711 = 	4 * 10</a:t>
            </a:r>
            <a:r>
              <a:rPr lang="de-DE" altLang="de-DE" sz="1800" baseline="30000" dirty="0">
                <a:solidFill>
                  <a:srgbClr val="333333"/>
                </a:solidFill>
              </a:rPr>
              <a:t>3</a:t>
            </a:r>
            <a:r>
              <a:rPr lang="de-DE" altLang="de-DE" sz="1800" dirty="0">
                <a:solidFill>
                  <a:srgbClr val="333333"/>
                </a:solidFill>
              </a:rPr>
              <a:t> + 7 * 10</a:t>
            </a:r>
            <a:r>
              <a:rPr lang="de-DE" altLang="de-DE" sz="1800" baseline="30000" dirty="0">
                <a:solidFill>
                  <a:srgbClr val="333333"/>
                </a:solidFill>
              </a:rPr>
              <a:t>2</a:t>
            </a:r>
            <a:r>
              <a:rPr lang="de-DE" altLang="de-DE" sz="1800" dirty="0">
                <a:solidFill>
                  <a:srgbClr val="333333"/>
                </a:solidFill>
              </a:rPr>
              <a:t> + 1 * 10</a:t>
            </a:r>
            <a:r>
              <a:rPr lang="de-DE" altLang="de-DE" sz="1800" baseline="30000" dirty="0">
                <a:solidFill>
                  <a:srgbClr val="333333"/>
                </a:solidFill>
              </a:rPr>
              <a:t>1</a:t>
            </a:r>
            <a:r>
              <a:rPr lang="de-DE" altLang="de-DE" sz="1800" dirty="0">
                <a:solidFill>
                  <a:srgbClr val="333333"/>
                </a:solidFill>
              </a:rPr>
              <a:t> + 1 * 10</a:t>
            </a:r>
            <a:r>
              <a:rPr lang="de-DE" altLang="de-DE" sz="1800" baseline="30000" dirty="0">
                <a:solidFill>
                  <a:srgbClr val="333333"/>
                </a:solidFill>
              </a:rPr>
              <a:t>0</a:t>
            </a:r>
            <a:endParaRPr lang="de-DE" altLang="de-DE" sz="1800" dirty="0">
              <a:solidFill>
                <a:srgbClr val="333333"/>
              </a:solidFill>
            </a:endParaRPr>
          </a:p>
          <a:p>
            <a:pPr lvl="1">
              <a:spcBef>
                <a:spcPct val="30000"/>
              </a:spcBef>
              <a:buClr>
                <a:srgbClr val="E13300"/>
              </a:buClr>
              <a:buSzPct val="110000"/>
              <a:buFont typeface="Wingdings" panose="05000000000000000000" pitchFamily="2" charset="2"/>
              <a:buNone/>
            </a:pPr>
            <a:r>
              <a:rPr lang="de-DE" altLang="de-DE" sz="1800" dirty="0">
                <a:solidFill>
                  <a:srgbClr val="333333"/>
                </a:solidFill>
              </a:rPr>
              <a:t>			4 * 1000 + 7 * 100 + 1 * 10 + 1 * 1</a:t>
            </a:r>
          </a:p>
          <a:p>
            <a:pPr marL="457200" lvl="1" indent="0">
              <a:spcBef>
                <a:spcPct val="30000"/>
              </a:spcBef>
              <a:buClr>
                <a:srgbClr val="7030A0"/>
              </a:buClr>
              <a:buSzPct val="110000"/>
              <a:buFont typeface="Arial" panose="020B0604020202020204" pitchFamily="34" charset="0"/>
              <a:buNone/>
            </a:pPr>
            <a:r>
              <a:rPr lang="de-DE" altLang="de-DE" sz="1800" dirty="0">
                <a:solidFill>
                  <a:srgbClr val="333333"/>
                </a:solidFill>
              </a:rPr>
              <a:t>Beispiel: Binärzahlen</a:t>
            </a:r>
          </a:p>
          <a:p>
            <a:pPr lvl="1">
              <a:spcBef>
                <a:spcPct val="30000"/>
              </a:spcBef>
              <a:buClr>
                <a:srgbClr val="E13300"/>
              </a:buClr>
              <a:buSzPct val="110000"/>
              <a:buFont typeface="Wingdings" panose="05000000000000000000" pitchFamily="2" charset="2"/>
              <a:buNone/>
            </a:pPr>
            <a:r>
              <a:rPr lang="de-DE" altLang="de-DE" sz="1800" dirty="0">
                <a:solidFill>
                  <a:srgbClr val="333333"/>
                </a:solidFill>
              </a:rPr>
              <a:t>	1101</a:t>
            </a:r>
            <a:r>
              <a:rPr lang="de-DE" altLang="de-DE" sz="1800" baseline="-25000" dirty="0">
                <a:solidFill>
                  <a:srgbClr val="333333"/>
                </a:solidFill>
              </a:rPr>
              <a:t>2</a:t>
            </a:r>
            <a:r>
              <a:rPr lang="de-DE" altLang="de-DE" sz="1800" dirty="0">
                <a:solidFill>
                  <a:srgbClr val="333333"/>
                </a:solidFill>
              </a:rPr>
              <a:t> = 	1 * 2</a:t>
            </a:r>
            <a:r>
              <a:rPr lang="de-DE" altLang="de-DE" sz="1800" baseline="30000" dirty="0">
                <a:solidFill>
                  <a:srgbClr val="333333"/>
                </a:solidFill>
              </a:rPr>
              <a:t>3</a:t>
            </a:r>
            <a:r>
              <a:rPr lang="de-DE" altLang="de-DE" sz="1800" dirty="0">
                <a:solidFill>
                  <a:srgbClr val="333333"/>
                </a:solidFill>
              </a:rPr>
              <a:t> + 1 * 2</a:t>
            </a:r>
            <a:r>
              <a:rPr lang="de-DE" altLang="de-DE" sz="1800" baseline="30000" dirty="0">
                <a:solidFill>
                  <a:srgbClr val="333333"/>
                </a:solidFill>
              </a:rPr>
              <a:t>2</a:t>
            </a:r>
            <a:r>
              <a:rPr lang="de-DE" altLang="de-DE" sz="1800" dirty="0">
                <a:solidFill>
                  <a:srgbClr val="333333"/>
                </a:solidFill>
              </a:rPr>
              <a:t> + 0 * 2</a:t>
            </a:r>
            <a:r>
              <a:rPr lang="de-DE" altLang="de-DE" sz="1800" baseline="30000" dirty="0">
                <a:solidFill>
                  <a:srgbClr val="333333"/>
                </a:solidFill>
              </a:rPr>
              <a:t>1</a:t>
            </a:r>
            <a:r>
              <a:rPr lang="de-DE" altLang="de-DE" sz="1800" dirty="0">
                <a:solidFill>
                  <a:srgbClr val="333333"/>
                </a:solidFill>
              </a:rPr>
              <a:t> + 1 * 2</a:t>
            </a:r>
            <a:r>
              <a:rPr lang="de-DE" altLang="de-DE" sz="1800" baseline="30000" dirty="0">
                <a:solidFill>
                  <a:srgbClr val="333333"/>
                </a:solidFill>
              </a:rPr>
              <a:t>0</a:t>
            </a:r>
            <a:endParaRPr lang="de-DE" altLang="de-DE" sz="1800" dirty="0">
              <a:solidFill>
                <a:srgbClr val="333333"/>
              </a:solidFill>
            </a:endParaRPr>
          </a:p>
          <a:p>
            <a:pPr lvl="1">
              <a:spcBef>
                <a:spcPct val="30000"/>
              </a:spcBef>
              <a:buClr>
                <a:srgbClr val="E13300"/>
              </a:buClr>
              <a:buSzPct val="110000"/>
              <a:buFont typeface="Wingdings" panose="05000000000000000000" pitchFamily="2" charset="2"/>
              <a:buNone/>
            </a:pPr>
            <a:r>
              <a:rPr lang="de-DE" altLang="de-DE" sz="1800" dirty="0">
                <a:solidFill>
                  <a:srgbClr val="333333"/>
                </a:solidFill>
              </a:rPr>
              <a:t>			1 * 8 + 1 * 4 + 0 * 2 + 1 * 1	= 13</a:t>
            </a:r>
            <a:r>
              <a:rPr lang="de-DE" altLang="de-DE" sz="1800" baseline="-25000" dirty="0">
                <a:solidFill>
                  <a:srgbClr val="333333"/>
                </a:solidFill>
              </a:rPr>
              <a:t>10</a:t>
            </a:r>
            <a:endParaRPr lang="de-DE" altLang="de-DE" sz="1800" dirty="0">
              <a:solidFill>
                <a:srgbClr val="333333"/>
              </a:solidFill>
            </a:endParaRPr>
          </a:p>
          <a:p>
            <a:r>
              <a:rPr lang="de-DE" altLang="de-DE" sz="1800" dirty="0">
                <a:solidFill>
                  <a:srgbClr val="333333"/>
                </a:solidFill>
              </a:rPr>
              <a:t>Darstellung: Die tiefgestellte Zahl gibt die Basis der Zahl an</a:t>
            </a:r>
          </a:p>
        </p:txBody>
      </p:sp>
      <p:pic>
        <p:nvPicPr>
          <p:cNvPr id="11" name="Picture 2" descr="https://upload.wikimedia.org/wikipedia/commons/thumb/f/f0/Elemente_der_Potenzschreibweise.svg/220px-Elemente_der_Potenzschreibweise.svg.png">
            <a:extLst>
              <a:ext uri="{FF2B5EF4-FFF2-40B4-BE49-F238E27FC236}">
                <a16:creationId xmlns:a16="http://schemas.microsoft.com/office/drawing/2014/main" id="{49E606A1-F3B2-4B0B-8562-1544B24A3A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3210" y="3098276"/>
            <a:ext cx="2095500" cy="114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468675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Dual </a:t>
            </a:r>
            <a:r>
              <a:rPr lang="de-DE" dirty="0">
                <a:sym typeface="Wingdings" panose="05000000000000000000" pitchFamily="2" charset="2"/>
              </a:rPr>
              <a:t> Dezimal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7" name="Inhaltsplatzhalter 8">
            <a:extLst>
              <a:ext uri="{FF2B5EF4-FFF2-40B4-BE49-F238E27FC236}">
                <a16:creationId xmlns:a16="http://schemas.microsoft.com/office/drawing/2014/main" id="{02DBAEE9-91C9-4BA1-9E6F-0142FF8E0851}"/>
              </a:ext>
            </a:extLst>
          </p:cNvPr>
          <p:cNvSpPr>
            <a:spLocks noGrp="1"/>
          </p:cNvSpPr>
          <p:nvPr>
            <p:ph idx="1"/>
          </p:nvPr>
        </p:nvSpPr>
        <p:spPr>
          <a:xfrm>
            <a:off x="160867" y="1721930"/>
            <a:ext cx="10515600" cy="817822"/>
          </a:xfrm>
        </p:spPr>
        <p:txBody>
          <a:bodyPr/>
          <a:lstStyle/>
          <a:p>
            <a:pPr marL="0" indent="0">
              <a:buNone/>
            </a:pPr>
            <a:r>
              <a:rPr lang="de-DE" dirty="0">
                <a:latin typeface="Arial" panose="020B0604020202020204" pitchFamily="34" charset="0"/>
                <a:cs typeface="Arial" panose="020B0604020202020204" pitchFamily="34" charset="0"/>
              </a:rPr>
              <a:t>Umwandlung von 11011001 in die Dezimalzahl 217:</a:t>
            </a:r>
          </a:p>
        </p:txBody>
      </p:sp>
      <p:pic>
        <p:nvPicPr>
          <p:cNvPr id="8" name="Picture 53" descr="binaer2">
            <a:extLst>
              <a:ext uri="{FF2B5EF4-FFF2-40B4-BE49-F238E27FC236}">
                <a16:creationId xmlns:a16="http://schemas.microsoft.com/office/drawing/2014/main" id="{8C844616-65F0-47F8-A1D1-CB599DCBA7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3230" y="2539752"/>
            <a:ext cx="4902200"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57">
            <a:extLst>
              <a:ext uri="{FF2B5EF4-FFF2-40B4-BE49-F238E27FC236}">
                <a16:creationId xmlns:a16="http://schemas.microsoft.com/office/drawing/2014/main" id="{8F0B4076-AC5E-4018-A347-0EE88F8A2D0D}"/>
              </a:ext>
            </a:extLst>
          </p:cNvPr>
          <p:cNvSpPr txBox="1">
            <a:spLocks noChangeArrowheads="1"/>
          </p:cNvSpPr>
          <p:nvPr/>
        </p:nvSpPr>
        <p:spPr bwMode="auto">
          <a:xfrm>
            <a:off x="5963180" y="4722564"/>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12" name="Text Box 58">
            <a:extLst>
              <a:ext uri="{FF2B5EF4-FFF2-40B4-BE49-F238E27FC236}">
                <a16:creationId xmlns:a16="http://schemas.microsoft.com/office/drawing/2014/main" id="{1C51EF9F-0750-41EC-A2AE-C36ACA4A67D2}"/>
              </a:ext>
            </a:extLst>
          </p:cNvPr>
          <p:cNvSpPr txBox="1">
            <a:spLocks noChangeArrowheads="1"/>
          </p:cNvSpPr>
          <p:nvPr/>
        </p:nvSpPr>
        <p:spPr bwMode="auto">
          <a:xfrm>
            <a:off x="6323542" y="4722564"/>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0</a:t>
            </a:r>
            <a:r>
              <a:rPr lang="de-DE" altLang="de-DE" sz="1600">
                <a:solidFill>
                  <a:srgbClr val="000000"/>
                </a:solidFill>
              </a:rPr>
              <a:t> =     1</a:t>
            </a:r>
          </a:p>
        </p:txBody>
      </p:sp>
      <p:sp>
        <p:nvSpPr>
          <p:cNvPr id="14" name="Text Box 59">
            <a:extLst>
              <a:ext uri="{FF2B5EF4-FFF2-40B4-BE49-F238E27FC236}">
                <a16:creationId xmlns:a16="http://schemas.microsoft.com/office/drawing/2014/main" id="{BE6E3901-48A3-4B81-9EF0-E4F6116A71DE}"/>
              </a:ext>
            </a:extLst>
          </p:cNvPr>
          <p:cNvSpPr txBox="1">
            <a:spLocks noChangeArrowheads="1"/>
          </p:cNvSpPr>
          <p:nvPr/>
        </p:nvSpPr>
        <p:spPr bwMode="auto">
          <a:xfrm>
            <a:off x="5963180" y="4411414"/>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0</a:t>
            </a:r>
          </a:p>
        </p:txBody>
      </p:sp>
      <p:sp>
        <p:nvSpPr>
          <p:cNvPr id="15" name="Text Box 60">
            <a:extLst>
              <a:ext uri="{FF2B5EF4-FFF2-40B4-BE49-F238E27FC236}">
                <a16:creationId xmlns:a16="http://schemas.microsoft.com/office/drawing/2014/main" id="{E92B88D8-DBBE-4698-AA9E-7DAFD5DD0145}"/>
              </a:ext>
            </a:extLst>
          </p:cNvPr>
          <p:cNvSpPr txBox="1">
            <a:spLocks noChangeArrowheads="1"/>
          </p:cNvSpPr>
          <p:nvPr/>
        </p:nvSpPr>
        <p:spPr bwMode="auto">
          <a:xfrm>
            <a:off x="6323542" y="4411414"/>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1</a:t>
            </a:r>
            <a:r>
              <a:rPr lang="de-DE" altLang="de-DE" sz="1600">
                <a:solidFill>
                  <a:srgbClr val="000000"/>
                </a:solidFill>
              </a:rPr>
              <a:t> =     0</a:t>
            </a:r>
          </a:p>
        </p:txBody>
      </p:sp>
      <p:sp>
        <p:nvSpPr>
          <p:cNvPr id="16" name="Text Box 61">
            <a:extLst>
              <a:ext uri="{FF2B5EF4-FFF2-40B4-BE49-F238E27FC236}">
                <a16:creationId xmlns:a16="http://schemas.microsoft.com/office/drawing/2014/main" id="{9296822B-1FC1-4817-81F1-95E26DC94A6F}"/>
              </a:ext>
            </a:extLst>
          </p:cNvPr>
          <p:cNvSpPr txBox="1">
            <a:spLocks noChangeArrowheads="1"/>
          </p:cNvSpPr>
          <p:nvPr/>
        </p:nvSpPr>
        <p:spPr bwMode="auto">
          <a:xfrm>
            <a:off x="5963180" y="4074864"/>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0</a:t>
            </a:r>
          </a:p>
        </p:txBody>
      </p:sp>
      <p:sp>
        <p:nvSpPr>
          <p:cNvPr id="17" name="Text Box 62">
            <a:extLst>
              <a:ext uri="{FF2B5EF4-FFF2-40B4-BE49-F238E27FC236}">
                <a16:creationId xmlns:a16="http://schemas.microsoft.com/office/drawing/2014/main" id="{C82D26AA-E407-4B40-B593-31ABA90F5A4C}"/>
              </a:ext>
            </a:extLst>
          </p:cNvPr>
          <p:cNvSpPr txBox="1">
            <a:spLocks noChangeArrowheads="1"/>
          </p:cNvSpPr>
          <p:nvPr/>
        </p:nvSpPr>
        <p:spPr bwMode="auto">
          <a:xfrm>
            <a:off x="6323542" y="4074864"/>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2</a:t>
            </a:r>
            <a:r>
              <a:rPr lang="de-DE" altLang="de-DE" sz="1600">
                <a:solidFill>
                  <a:srgbClr val="000000"/>
                </a:solidFill>
              </a:rPr>
              <a:t> =     0</a:t>
            </a:r>
          </a:p>
        </p:txBody>
      </p:sp>
      <p:sp>
        <p:nvSpPr>
          <p:cNvPr id="18" name="Text Box 63">
            <a:extLst>
              <a:ext uri="{FF2B5EF4-FFF2-40B4-BE49-F238E27FC236}">
                <a16:creationId xmlns:a16="http://schemas.microsoft.com/office/drawing/2014/main" id="{F39E8EE4-BE9F-4F0F-9436-7C16A75CC01A}"/>
              </a:ext>
            </a:extLst>
          </p:cNvPr>
          <p:cNvSpPr txBox="1">
            <a:spLocks noChangeArrowheads="1"/>
          </p:cNvSpPr>
          <p:nvPr/>
        </p:nvSpPr>
        <p:spPr bwMode="auto">
          <a:xfrm>
            <a:off x="5963180" y="3785939"/>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19" name="Text Box 64">
            <a:extLst>
              <a:ext uri="{FF2B5EF4-FFF2-40B4-BE49-F238E27FC236}">
                <a16:creationId xmlns:a16="http://schemas.microsoft.com/office/drawing/2014/main" id="{8072DFEC-02DA-4733-8A4B-AF17CB225251}"/>
              </a:ext>
            </a:extLst>
          </p:cNvPr>
          <p:cNvSpPr txBox="1">
            <a:spLocks noChangeArrowheads="1"/>
          </p:cNvSpPr>
          <p:nvPr/>
        </p:nvSpPr>
        <p:spPr bwMode="auto">
          <a:xfrm>
            <a:off x="6323542" y="3785939"/>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dirty="0">
                <a:solidFill>
                  <a:srgbClr val="000000"/>
                </a:solidFill>
                <a:cs typeface="Arial" panose="020B0604020202020204" pitchFamily="34" charset="0"/>
              </a:rPr>
              <a:t>· 2</a:t>
            </a:r>
            <a:r>
              <a:rPr lang="de-DE" altLang="de-DE" sz="1600" baseline="30000" dirty="0">
                <a:solidFill>
                  <a:srgbClr val="000000"/>
                </a:solidFill>
                <a:cs typeface="Arial" panose="020B0604020202020204" pitchFamily="34" charset="0"/>
              </a:rPr>
              <a:t>3</a:t>
            </a:r>
            <a:r>
              <a:rPr lang="de-DE" altLang="de-DE" sz="1600" dirty="0">
                <a:solidFill>
                  <a:srgbClr val="000000"/>
                </a:solidFill>
              </a:rPr>
              <a:t> =     8</a:t>
            </a:r>
          </a:p>
        </p:txBody>
      </p:sp>
      <p:sp>
        <p:nvSpPr>
          <p:cNvPr id="20" name="Text Box 65">
            <a:extLst>
              <a:ext uri="{FF2B5EF4-FFF2-40B4-BE49-F238E27FC236}">
                <a16:creationId xmlns:a16="http://schemas.microsoft.com/office/drawing/2014/main" id="{3C4BEB74-E780-4EEF-8474-4A063B49684E}"/>
              </a:ext>
            </a:extLst>
          </p:cNvPr>
          <p:cNvSpPr txBox="1">
            <a:spLocks noChangeArrowheads="1"/>
          </p:cNvSpPr>
          <p:nvPr/>
        </p:nvSpPr>
        <p:spPr bwMode="auto">
          <a:xfrm>
            <a:off x="5963180" y="3474789"/>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21" name="Text Box 66">
            <a:extLst>
              <a:ext uri="{FF2B5EF4-FFF2-40B4-BE49-F238E27FC236}">
                <a16:creationId xmlns:a16="http://schemas.microsoft.com/office/drawing/2014/main" id="{D9379270-FA31-4B62-9DB2-E6AC3A1B764F}"/>
              </a:ext>
            </a:extLst>
          </p:cNvPr>
          <p:cNvSpPr txBox="1">
            <a:spLocks noChangeArrowheads="1"/>
          </p:cNvSpPr>
          <p:nvPr/>
        </p:nvSpPr>
        <p:spPr bwMode="auto">
          <a:xfrm>
            <a:off x="6323542" y="3474789"/>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dirty="0">
                <a:solidFill>
                  <a:srgbClr val="000000"/>
                </a:solidFill>
                <a:cs typeface="Arial" panose="020B0604020202020204" pitchFamily="34" charset="0"/>
              </a:rPr>
              <a:t>· 2</a:t>
            </a:r>
            <a:r>
              <a:rPr lang="de-DE" altLang="de-DE" sz="1600" baseline="30000" dirty="0">
                <a:solidFill>
                  <a:srgbClr val="000000"/>
                </a:solidFill>
                <a:cs typeface="Arial" panose="020B0604020202020204" pitchFamily="34" charset="0"/>
              </a:rPr>
              <a:t>4</a:t>
            </a:r>
            <a:r>
              <a:rPr lang="de-DE" altLang="de-DE" sz="1600" dirty="0">
                <a:solidFill>
                  <a:srgbClr val="000000"/>
                </a:solidFill>
              </a:rPr>
              <a:t> =   16</a:t>
            </a:r>
          </a:p>
        </p:txBody>
      </p:sp>
      <p:sp>
        <p:nvSpPr>
          <p:cNvPr id="22" name="Text Box 67">
            <a:extLst>
              <a:ext uri="{FF2B5EF4-FFF2-40B4-BE49-F238E27FC236}">
                <a16:creationId xmlns:a16="http://schemas.microsoft.com/office/drawing/2014/main" id="{04822F61-5E1F-4EBD-BCC5-C5CB8738E833}"/>
              </a:ext>
            </a:extLst>
          </p:cNvPr>
          <p:cNvSpPr txBox="1">
            <a:spLocks noChangeArrowheads="1"/>
          </p:cNvSpPr>
          <p:nvPr/>
        </p:nvSpPr>
        <p:spPr bwMode="auto">
          <a:xfrm>
            <a:off x="5963180" y="3187452"/>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0</a:t>
            </a:r>
          </a:p>
        </p:txBody>
      </p:sp>
      <p:sp>
        <p:nvSpPr>
          <p:cNvPr id="23" name="Text Box 68">
            <a:extLst>
              <a:ext uri="{FF2B5EF4-FFF2-40B4-BE49-F238E27FC236}">
                <a16:creationId xmlns:a16="http://schemas.microsoft.com/office/drawing/2014/main" id="{DA6820F9-BD60-4F06-9F88-881C1E924C75}"/>
              </a:ext>
            </a:extLst>
          </p:cNvPr>
          <p:cNvSpPr txBox="1">
            <a:spLocks noChangeArrowheads="1"/>
          </p:cNvSpPr>
          <p:nvPr/>
        </p:nvSpPr>
        <p:spPr bwMode="auto">
          <a:xfrm>
            <a:off x="6323542" y="3187452"/>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5</a:t>
            </a:r>
            <a:r>
              <a:rPr lang="de-DE" altLang="de-DE" sz="1600">
                <a:solidFill>
                  <a:srgbClr val="000000"/>
                </a:solidFill>
              </a:rPr>
              <a:t> =     0</a:t>
            </a:r>
          </a:p>
        </p:txBody>
      </p:sp>
      <p:sp>
        <p:nvSpPr>
          <p:cNvPr id="24" name="Text Box 69">
            <a:extLst>
              <a:ext uri="{FF2B5EF4-FFF2-40B4-BE49-F238E27FC236}">
                <a16:creationId xmlns:a16="http://schemas.microsoft.com/office/drawing/2014/main" id="{6657C5C6-5287-409B-91A5-6F3B84AD6640}"/>
              </a:ext>
            </a:extLst>
          </p:cNvPr>
          <p:cNvSpPr txBox="1">
            <a:spLocks noChangeArrowheads="1"/>
          </p:cNvSpPr>
          <p:nvPr/>
        </p:nvSpPr>
        <p:spPr bwMode="auto">
          <a:xfrm>
            <a:off x="5963180" y="2898527"/>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25" name="Text Box 70">
            <a:extLst>
              <a:ext uri="{FF2B5EF4-FFF2-40B4-BE49-F238E27FC236}">
                <a16:creationId xmlns:a16="http://schemas.microsoft.com/office/drawing/2014/main" id="{8C354E6B-0304-414D-A4BB-23EBE74305E1}"/>
              </a:ext>
            </a:extLst>
          </p:cNvPr>
          <p:cNvSpPr txBox="1">
            <a:spLocks noChangeArrowheads="1"/>
          </p:cNvSpPr>
          <p:nvPr/>
        </p:nvSpPr>
        <p:spPr bwMode="auto">
          <a:xfrm>
            <a:off x="6323542" y="2898527"/>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6</a:t>
            </a:r>
            <a:r>
              <a:rPr lang="de-DE" altLang="de-DE" sz="1600">
                <a:solidFill>
                  <a:srgbClr val="000000"/>
                </a:solidFill>
              </a:rPr>
              <a:t> =   64</a:t>
            </a:r>
          </a:p>
        </p:txBody>
      </p:sp>
      <p:sp>
        <p:nvSpPr>
          <p:cNvPr id="26" name="Text Box 71">
            <a:extLst>
              <a:ext uri="{FF2B5EF4-FFF2-40B4-BE49-F238E27FC236}">
                <a16:creationId xmlns:a16="http://schemas.microsoft.com/office/drawing/2014/main" id="{0AE96952-892E-477D-A9E3-17B875F87921}"/>
              </a:ext>
            </a:extLst>
          </p:cNvPr>
          <p:cNvSpPr txBox="1">
            <a:spLocks noChangeArrowheads="1"/>
          </p:cNvSpPr>
          <p:nvPr/>
        </p:nvSpPr>
        <p:spPr bwMode="auto">
          <a:xfrm>
            <a:off x="5963180" y="2611189"/>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dirty="0">
                <a:solidFill>
                  <a:srgbClr val="000000"/>
                </a:solidFill>
              </a:rPr>
              <a:t>    </a:t>
            </a:r>
            <a:r>
              <a:rPr lang="de-DE" altLang="de-DE" sz="1600" dirty="0">
                <a:solidFill>
                  <a:srgbClr val="000000"/>
                </a:solidFill>
              </a:rPr>
              <a:t>1</a:t>
            </a:r>
          </a:p>
        </p:txBody>
      </p:sp>
      <p:sp>
        <p:nvSpPr>
          <p:cNvPr id="27" name="Text Box 72">
            <a:extLst>
              <a:ext uri="{FF2B5EF4-FFF2-40B4-BE49-F238E27FC236}">
                <a16:creationId xmlns:a16="http://schemas.microsoft.com/office/drawing/2014/main" id="{8B42C5A8-CA32-4BC6-9DCB-82BBCC847F47}"/>
              </a:ext>
            </a:extLst>
          </p:cNvPr>
          <p:cNvSpPr txBox="1">
            <a:spLocks noChangeArrowheads="1"/>
          </p:cNvSpPr>
          <p:nvPr/>
        </p:nvSpPr>
        <p:spPr bwMode="auto">
          <a:xfrm>
            <a:off x="6323542" y="2611189"/>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7</a:t>
            </a:r>
            <a:r>
              <a:rPr lang="de-DE" altLang="de-DE" sz="1600">
                <a:solidFill>
                  <a:srgbClr val="000000"/>
                </a:solidFill>
              </a:rPr>
              <a:t> = 128</a:t>
            </a:r>
          </a:p>
        </p:txBody>
      </p:sp>
      <p:grpSp>
        <p:nvGrpSpPr>
          <p:cNvPr id="28" name="Group 75">
            <a:extLst>
              <a:ext uri="{FF2B5EF4-FFF2-40B4-BE49-F238E27FC236}">
                <a16:creationId xmlns:a16="http://schemas.microsoft.com/office/drawing/2014/main" id="{386EB750-D2DB-41C7-8CB7-5C7495F41C36}"/>
              </a:ext>
            </a:extLst>
          </p:cNvPr>
          <p:cNvGrpSpPr>
            <a:grpSpLocks/>
          </p:cNvGrpSpPr>
          <p:nvPr/>
        </p:nvGrpSpPr>
        <p:grpSpPr bwMode="auto">
          <a:xfrm>
            <a:off x="6683905" y="5116264"/>
            <a:ext cx="792162" cy="0"/>
            <a:chOff x="4558" y="2659"/>
            <a:chExt cx="499" cy="227"/>
          </a:xfrm>
        </p:grpSpPr>
        <p:sp>
          <p:nvSpPr>
            <p:cNvPr id="29" name="Line 73">
              <a:extLst>
                <a:ext uri="{FF2B5EF4-FFF2-40B4-BE49-F238E27FC236}">
                  <a16:creationId xmlns:a16="http://schemas.microsoft.com/office/drawing/2014/main" id="{8E18C702-EE18-4518-B9C8-AF65A4957E91}"/>
                </a:ext>
              </a:extLst>
            </p:cNvPr>
            <p:cNvSpPr>
              <a:spLocks noChangeShapeType="1"/>
            </p:cNvSpPr>
            <p:nvPr/>
          </p:nvSpPr>
          <p:spPr bwMode="auto">
            <a:xfrm>
              <a:off x="4558" y="2659"/>
              <a:ext cx="49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0" name="Text Box 74">
              <a:extLst>
                <a:ext uri="{FF2B5EF4-FFF2-40B4-BE49-F238E27FC236}">
                  <a16:creationId xmlns:a16="http://schemas.microsoft.com/office/drawing/2014/main" id="{B69B9214-8F1C-44C1-A38E-0EC0BE5F7376}"/>
                </a:ext>
              </a:extLst>
            </p:cNvPr>
            <p:cNvSpPr txBox="1">
              <a:spLocks noChangeArrowheads="1"/>
            </p:cNvSpPr>
            <p:nvPr/>
          </p:nvSpPr>
          <p:spPr bwMode="auto">
            <a:xfrm>
              <a:off x="4604" y="2674"/>
              <a:ext cx="36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217</a:t>
              </a:r>
              <a:endParaRPr lang="de-DE" altLang="de-DE" sz="1600">
                <a:solidFill>
                  <a:srgbClr val="000000"/>
                </a:solidFill>
              </a:endParaRPr>
            </a:p>
          </p:txBody>
        </p:sp>
      </p:grpSp>
    </p:spTree>
    <p:extLst>
      <p:ext uri="{BB962C8B-B14F-4D97-AF65-F5344CB8AC3E}">
        <p14:creationId xmlns:p14="http://schemas.microsoft.com/office/powerpoint/2010/main" val="128272207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Dual </a:t>
            </a:r>
            <a:r>
              <a:rPr lang="de-DE" dirty="0">
                <a:sym typeface="Wingdings" panose="05000000000000000000" pitchFamily="2" charset="2"/>
              </a:rPr>
              <a:t> Dezimal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7" name="Inhaltsplatzhalter 8">
            <a:extLst>
              <a:ext uri="{FF2B5EF4-FFF2-40B4-BE49-F238E27FC236}">
                <a16:creationId xmlns:a16="http://schemas.microsoft.com/office/drawing/2014/main" id="{02DBAEE9-91C9-4BA1-9E6F-0142FF8E0851}"/>
              </a:ext>
            </a:extLst>
          </p:cNvPr>
          <p:cNvSpPr>
            <a:spLocks noGrp="1"/>
          </p:cNvSpPr>
          <p:nvPr>
            <p:ph idx="1"/>
          </p:nvPr>
        </p:nvSpPr>
        <p:spPr>
          <a:xfrm>
            <a:off x="160867" y="1721930"/>
            <a:ext cx="10515600" cy="817822"/>
          </a:xfrm>
        </p:spPr>
        <p:txBody>
          <a:bodyPr/>
          <a:lstStyle/>
          <a:p>
            <a:pPr marL="0" indent="0">
              <a:buNone/>
            </a:pPr>
            <a:r>
              <a:rPr lang="de-DE" dirty="0">
                <a:latin typeface="Arial" panose="020B0604020202020204" pitchFamily="34" charset="0"/>
                <a:cs typeface="Arial" panose="020B0604020202020204" pitchFamily="34" charset="0"/>
              </a:rPr>
              <a:t>Umwandlung von 11011001 in die Dezimalzahl 217:</a:t>
            </a:r>
          </a:p>
        </p:txBody>
      </p:sp>
      <p:pic>
        <p:nvPicPr>
          <p:cNvPr id="8" name="Picture 53" descr="binaer2">
            <a:extLst>
              <a:ext uri="{FF2B5EF4-FFF2-40B4-BE49-F238E27FC236}">
                <a16:creationId xmlns:a16="http://schemas.microsoft.com/office/drawing/2014/main" id="{8C844616-65F0-47F8-A1D1-CB599DCBA7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3230" y="2539752"/>
            <a:ext cx="4902200"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57">
            <a:extLst>
              <a:ext uri="{FF2B5EF4-FFF2-40B4-BE49-F238E27FC236}">
                <a16:creationId xmlns:a16="http://schemas.microsoft.com/office/drawing/2014/main" id="{8F0B4076-AC5E-4018-A347-0EE88F8A2D0D}"/>
              </a:ext>
            </a:extLst>
          </p:cNvPr>
          <p:cNvSpPr txBox="1">
            <a:spLocks noChangeArrowheads="1"/>
          </p:cNvSpPr>
          <p:nvPr/>
        </p:nvSpPr>
        <p:spPr bwMode="auto">
          <a:xfrm>
            <a:off x="5963180" y="4722564"/>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12" name="Text Box 58">
            <a:extLst>
              <a:ext uri="{FF2B5EF4-FFF2-40B4-BE49-F238E27FC236}">
                <a16:creationId xmlns:a16="http://schemas.microsoft.com/office/drawing/2014/main" id="{1C51EF9F-0750-41EC-A2AE-C36ACA4A67D2}"/>
              </a:ext>
            </a:extLst>
          </p:cNvPr>
          <p:cNvSpPr txBox="1">
            <a:spLocks noChangeArrowheads="1"/>
          </p:cNvSpPr>
          <p:nvPr/>
        </p:nvSpPr>
        <p:spPr bwMode="auto">
          <a:xfrm>
            <a:off x="6323542" y="4722564"/>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0</a:t>
            </a:r>
            <a:r>
              <a:rPr lang="de-DE" altLang="de-DE" sz="1600">
                <a:solidFill>
                  <a:srgbClr val="000000"/>
                </a:solidFill>
              </a:rPr>
              <a:t> =     1</a:t>
            </a:r>
          </a:p>
        </p:txBody>
      </p:sp>
      <p:sp>
        <p:nvSpPr>
          <p:cNvPr id="14" name="Text Box 59">
            <a:extLst>
              <a:ext uri="{FF2B5EF4-FFF2-40B4-BE49-F238E27FC236}">
                <a16:creationId xmlns:a16="http://schemas.microsoft.com/office/drawing/2014/main" id="{BE6E3901-48A3-4B81-9EF0-E4F6116A71DE}"/>
              </a:ext>
            </a:extLst>
          </p:cNvPr>
          <p:cNvSpPr txBox="1">
            <a:spLocks noChangeArrowheads="1"/>
          </p:cNvSpPr>
          <p:nvPr/>
        </p:nvSpPr>
        <p:spPr bwMode="auto">
          <a:xfrm>
            <a:off x="5963180" y="4411414"/>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0</a:t>
            </a:r>
          </a:p>
        </p:txBody>
      </p:sp>
      <p:sp>
        <p:nvSpPr>
          <p:cNvPr id="15" name="Text Box 60">
            <a:extLst>
              <a:ext uri="{FF2B5EF4-FFF2-40B4-BE49-F238E27FC236}">
                <a16:creationId xmlns:a16="http://schemas.microsoft.com/office/drawing/2014/main" id="{E92B88D8-DBBE-4698-AA9E-7DAFD5DD0145}"/>
              </a:ext>
            </a:extLst>
          </p:cNvPr>
          <p:cNvSpPr txBox="1">
            <a:spLocks noChangeArrowheads="1"/>
          </p:cNvSpPr>
          <p:nvPr/>
        </p:nvSpPr>
        <p:spPr bwMode="auto">
          <a:xfrm>
            <a:off x="6323542" y="4411414"/>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1</a:t>
            </a:r>
            <a:r>
              <a:rPr lang="de-DE" altLang="de-DE" sz="1600">
                <a:solidFill>
                  <a:srgbClr val="000000"/>
                </a:solidFill>
              </a:rPr>
              <a:t> =     0</a:t>
            </a:r>
          </a:p>
        </p:txBody>
      </p:sp>
      <p:sp>
        <p:nvSpPr>
          <p:cNvPr id="16" name="Text Box 61">
            <a:extLst>
              <a:ext uri="{FF2B5EF4-FFF2-40B4-BE49-F238E27FC236}">
                <a16:creationId xmlns:a16="http://schemas.microsoft.com/office/drawing/2014/main" id="{9296822B-1FC1-4817-81F1-95E26DC94A6F}"/>
              </a:ext>
            </a:extLst>
          </p:cNvPr>
          <p:cNvSpPr txBox="1">
            <a:spLocks noChangeArrowheads="1"/>
          </p:cNvSpPr>
          <p:nvPr/>
        </p:nvSpPr>
        <p:spPr bwMode="auto">
          <a:xfrm>
            <a:off x="5963180" y="4074864"/>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0</a:t>
            </a:r>
          </a:p>
        </p:txBody>
      </p:sp>
      <p:sp>
        <p:nvSpPr>
          <p:cNvPr id="17" name="Text Box 62">
            <a:extLst>
              <a:ext uri="{FF2B5EF4-FFF2-40B4-BE49-F238E27FC236}">
                <a16:creationId xmlns:a16="http://schemas.microsoft.com/office/drawing/2014/main" id="{C82D26AA-E407-4B40-B593-31ABA90F5A4C}"/>
              </a:ext>
            </a:extLst>
          </p:cNvPr>
          <p:cNvSpPr txBox="1">
            <a:spLocks noChangeArrowheads="1"/>
          </p:cNvSpPr>
          <p:nvPr/>
        </p:nvSpPr>
        <p:spPr bwMode="auto">
          <a:xfrm>
            <a:off x="6323542" y="4074864"/>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2</a:t>
            </a:r>
            <a:r>
              <a:rPr lang="de-DE" altLang="de-DE" sz="1600">
                <a:solidFill>
                  <a:srgbClr val="000000"/>
                </a:solidFill>
              </a:rPr>
              <a:t> =     0</a:t>
            </a:r>
          </a:p>
        </p:txBody>
      </p:sp>
      <p:sp>
        <p:nvSpPr>
          <p:cNvPr id="18" name="Text Box 63">
            <a:extLst>
              <a:ext uri="{FF2B5EF4-FFF2-40B4-BE49-F238E27FC236}">
                <a16:creationId xmlns:a16="http://schemas.microsoft.com/office/drawing/2014/main" id="{F39E8EE4-BE9F-4F0F-9436-7C16A75CC01A}"/>
              </a:ext>
            </a:extLst>
          </p:cNvPr>
          <p:cNvSpPr txBox="1">
            <a:spLocks noChangeArrowheads="1"/>
          </p:cNvSpPr>
          <p:nvPr/>
        </p:nvSpPr>
        <p:spPr bwMode="auto">
          <a:xfrm>
            <a:off x="5963180" y="3785939"/>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19" name="Text Box 64">
            <a:extLst>
              <a:ext uri="{FF2B5EF4-FFF2-40B4-BE49-F238E27FC236}">
                <a16:creationId xmlns:a16="http://schemas.microsoft.com/office/drawing/2014/main" id="{8072DFEC-02DA-4733-8A4B-AF17CB225251}"/>
              </a:ext>
            </a:extLst>
          </p:cNvPr>
          <p:cNvSpPr txBox="1">
            <a:spLocks noChangeArrowheads="1"/>
          </p:cNvSpPr>
          <p:nvPr/>
        </p:nvSpPr>
        <p:spPr bwMode="auto">
          <a:xfrm>
            <a:off x="6323542" y="3785939"/>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dirty="0">
                <a:solidFill>
                  <a:srgbClr val="000000"/>
                </a:solidFill>
                <a:cs typeface="Arial" panose="020B0604020202020204" pitchFamily="34" charset="0"/>
              </a:rPr>
              <a:t>· 2</a:t>
            </a:r>
            <a:r>
              <a:rPr lang="de-DE" altLang="de-DE" sz="1600" baseline="30000" dirty="0">
                <a:solidFill>
                  <a:srgbClr val="000000"/>
                </a:solidFill>
                <a:cs typeface="Arial" panose="020B0604020202020204" pitchFamily="34" charset="0"/>
              </a:rPr>
              <a:t>3</a:t>
            </a:r>
            <a:r>
              <a:rPr lang="de-DE" altLang="de-DE" sz="1600" dirty="0">
                <a:solidFill>
                  <a:srgbClr val="000000"/>
                </a:solidFill>
              </a:rPr>
              <a:t> =     8</a:t>
            </a:r>
          </a:p>
        </p:txBody>
      </p:sp>
      <p:sp>
        <p:nvSpPr>
          <p:cNvPr id="20" name="Text Box 65">
            <a:extLst>
              <a:ext uri="{FF2B5EF4-FFF2-40B4-BE49-F238E27FC236}">
                <a16:creationId xmlns:a16="http://schemas.microsoft.com/office/drawing/2014/main" id="{3C4BEB74-E780-4EEF-8474-4A063B49684E}"/>
              </a:ext>
            </a:extLst>
          </p:cNvPr>
          <p:cNvSpPr txBox="1">
            <a:spLocks noChangeArrowheads="1"/>
          </p:cNvSpPr>
          <p:nvPr/>
        </p:nvSpPr>
        <p:spPr bwMode="auto">
          <a:xfrm>
            <a:off x="5963180" y="3474789"/>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21" name="Text Box 66">
            <a:extLst>
              <a:ext uri="{FF2B5EF4-FFF2-40B4-BE49-F238E27FC236}">
                <a16:creationId xmlns:a16="http://schemas.microsoft.com/office/drawing/2014/main" id="{D9379270-FA31-4B62-9DB2-E6AC3A1B764F}"/>
              </a:ext>
            </a:extLst>
          </p:cNvPr>
          <p:cNvSpPr txBox="1">
            <a:spLocks noChangeArrowheads="1"/>
          </p:cNvSpPr>
          <p:nvPr/>
        </p:nvSpPr>
        <p:spPr bwMode="auto">
          <a:xfrm>
            <a:off x="6323542" y="3474789"/>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dirty="0">
                <a:solidFill>
                  <a:srgbClr val="000000"/>
                </a:solidFill>
                <a:cs typeface="Arial" panose="020B0604020202020204" pitchFamily="34" charset="0"/>
              </a:rPr>
              <a:t>· 2</a:t>
            </a:r>
            <a:r>
              <a:rPr lang="de-DE" altLang="de-DE" sz="1600" baseline="30000" dirty="0">
                <a:solidFill>
                  <a:srgbClr val="000000"/>
                </a:solidFill>
                <a:cs typeface="Arial" panose="020B0604020202020204" pitchFamily="34" charset="0"/>
              </a:rPr>
              <a:t>4</a:t>
            </a:r>
            <a:r>
              <a:rPr lang="de-DE" altLang="de-DE" sz="1600" dirty="0">
                <a:solidFill>
                  <a:srgbClr val="000000"/>
                </a:solidFill>
              </a:rPr>
              <a:t> =   16</a:t>
            </a:r>
          </a:p>
        </p:txBody>
      </p:sp>
      <p:sp>
        <p:nvSpPr>
          <p:cNvPr id="22" name="Text Box 67">
            <a:extLst>
              <a:ext uri="{FF2B5EF4-FFF2-40B4-BE49-F238E27FC236}">
                <a16:creationId xmlns:a16="http://schemas.microsoft.com/office/drawing/2014/main" id="{04822F61-5E1F-4EBD-BCC5-C5CB8738E833}"/>
              </a:ext>
            </a:extLst>
          </p:cNvPr>
          <p:cNvSpPr txBox="1">
            <a:spLocks noChangeArrowheads="1"/>
          </p:cNvSpPr>
          <p:nvPr/>
        </p:nvSpPr>
        <p:spPr bwMode="auto">
          <a:xfrm>
            <a:off x="5963180" y="3187452"/>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0</a:t>
            </a:r>
          </a:p>
        </p:txBody>
      </p:sp>
      <p:sp>
        <p:nvSpPr>
          <p:cNvPr id="23" name="Text Box 68">
            <a:extLst>
              <a:ext uri="{FF2B5EF4-FFF2-40B4-BE49-F238E27FC236}">
                <a16:creationId xmlns:a16="http://schemas.microsoft.com/office/drawing/2014/main" id="{DA6820F9-BD60-4F06-9F88-881C1E924C75}"/>
              </a:ext>
            </a:extLst>
          </p:cNvPr>
          <p:cNvSpPr txBox="1">
            <a:spLocks noChangeArrowheads="1"/>
          </p:cNvSpPr>
          <p:nvPr/>
        </p:nvSpPr>
        <p:spPr bwMode="auto">
          <a:xfrm>
            <a:off x="6323542" y="3187452"/>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5</a:t>
            </a:r>
            <a:r>
              <a:rPr lang="de-DE" altLang="de-DE" sz="1600">
                <a:solidFill>
                  <a:srgbClr val="000000"/>
                </a:solidFill>
              </a:rPr>
              <a:t> =     0</a:t>
            </a:r>
          </a:p>
        </p:txBody>
      </p:sp>
      <p:sp>
        <p:nvSpPr>
          <p:cNvPr id="24" name="Text Box 69">
            <a:extLst>
              <a:ext uri="{FF2B5EF4-FFF2-40B4-BE49-F238E27FC236}">
                <a16:creationId xmlns:a16="http://schemas.microsoft.com/office/drawing/2014/main" id="{6657C5C6-5287-409B-91A5-6F3B84AD6640}"/>
              </a:ext>
            </a:extLst>
          </p:cNvPr>
          <p:cNvSpPr txBox="1">
            <a:spLocks noChangeArrowheads="1"/>
          </p:cNvSpPr>
          <p:nvPr/>
        </p:nvSpPr>
        <p:spPr bwMode="auto">
          <a:xfrm>
            <a:off x="5963180" y="2898527"/>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25" name="Text Box 70">
            <a:extLst>
              <a:ext uri="{FF2B5EF4-FFF2-40B4-BE49-F238E27FC236}">
                <a16:creationId xmlns:a16="http://schemas.microsoft.com/office/drawing/2014/main" id="{8C354E6B-0304-414D-A4BB-23EBE74305E1}"/>
              </a:ext>
            </a:extLst>
          </p:cNvPr>
          <p:cNvSpPr txBox="1">
            <a:spLocks noChangeArrowheads="1"/>
          </p:cNvSpPr>
          <p:nvPr/>
        </p:nvSpPr>
        <p:spPr bwMode="auto">
          <a:xfrm>
            <a:off x="6323542" y="2898527"/>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6</a:t>
            </a:r>
            <a:r>
              <a:rPr lang="de-DE" altLang="de-DE" sz="1600">
                <a:solidFill>
                  <a:srgbClr val="000000"/>
                </a:solidFill>
              </a:rPr>
              <a:t> =   64</a:t>
            </a:r>
          </a:p>
        </p:txBody>
      </p:sp>
      <p:sp>
        <p:nvSpPr>
          <p:cNvPr id="26" name="Text Box 71">
            <a:extLst>
              <a:ext uri="{FF2B5EF4-FFF2-40B4-BE49-F238E27FC236}">
                <a16:creationId xmlns:a16="http://schemas.microsoft.com/office/drawing/2014/main" id="{0AE96952-892E-477D-A9E3-17B875F87921}"/>
              </a:ext>
            </a:extLst>
          </p:cNvPr>
          <p:cNvSpPr txBox="1">
            <a:spLocks noChangeArrowheads="1"/>
          </p:cNvSpPr>
          <p:nvPr/>
        </p:nvSpPr>
        <p:spPr bwMode="auto">
          <a:xfrm>
            <a:off x="5963180" y="2611189"/>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dirty="0">
                <a:solidFill>
                  <a:srgbClr val="000000"/>
                </a:solidFill>
              </a:rPr>
              <a:t>    </a:t>
            </a:r>
            <a:r>
              <a:rPr lang="de-DE" altLang="de-DE" sz="1600" dirty="0">
                <a:solidFill>
                  <a:srgbClr val="000000"/>
                </a:solidFill>
              </a:rPr>
              <a:t>1</a:t>
            </a:r>
          </a:p>
        </p:txBody>
      </p:sp>
      <p:sp>
        <p:nvSpPr>
          <p:cNvPr id="27" name="Text Box 72">
            <a:extLst>
              <a:ext uri="{FF2B5EF4-FFF2-40B4-BE49-F238E27FC236}">
                <a16:creationId xmlns:a16="http://schemas.microsoft.com/office/drawing/2014/main" id="{8B42C5A8-CA32-4BC6-9DCB-82BBCC847F47}"/>
              </a:ext>
            </a:extLst>
          </p:cNvPr>
          <p:cNvSpPr txBox="1">
            <a:spLocks noChangeArrowheads="1"/>
          </p:cNvSpPr>
          <p:nvPr/>
        </p:nvSpPr>
        <p:spPr bwMode="auto">
          <a:xfrm>
            <a:off x="6323542" y="2611189"/>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 2</a:t>
            </a:r>
            <a:r>
              <a:rPr lang="de-DE" altLang="de-DE" sz="1600" baseline="30000">
                <a:solidFill>
                  <a:srgbClr val="000000"/>
                </a:solidFill>
                <a:cs typeface="Arial" panose="020B0604020202020204" pitchFamily="34" charset="0"/>
              </a:rPr>
              <a:t>7</a:t>
            </a:r>
            <a:r>
              <a:rPr lang="de-DE" altLang="de-DE" sz="1600">
                <a:solidFill>
                  <a:srgbClr val="000000"/>
                </a:solidFill>
              </a:rPr>
              <a:t> = 128</a:t>
            </a:r>
          </a:p>
        </p:txBody>
      </p:sp>
      <p:grpSp>
        <p:nvGrpSpPr>
          <p:cNvPr id="28" name="Group 75">
            <a:extLst>
              <a:ext uri="{FF2B5EF4-FFF2-40B4-BE49-F238E27FC236}">
                <a16:creationId xmlns:a16="http://schemas.microsoft.com/office/drawing/2014/main" id="{386EB750-D2DB-41C7-8CB7-5C7495F41C36}"/>
              </a:ext>
            </a:extLst>
          </p:cNvPr>
          <p:cNvGrpSpPr>
            <a:grpSpLocks/>
          </p:cNvGrpSpPr>
          <p:nvPr/>
        </p:nvGrpSpPr>
        <p:grpSpPr bwMode="auto">
          <a:xfrm>
            <a:off x="6683905" y="5116264"/>
            <a:ext cx="792162" cy="0"/>
            <a:chOff x="4558" y="2659"/>
            <a:chExt cx="499" cy="227"/>
          </a:xfrm>
        </p:grpSpPr>
        <p:sp>
          <p:nvSpPr>
            <p:cNvPr id="29" name="Line 73">
              <a:extLst>
                <a:ext uri="{FF2B5EF4-FFF2-40B4-BE49-F238E27FC236}">
                  <a16:creationId xmlns:a16="http://schemas.microsoft.com/office/drawing/2014/main" id="{8E18C702-EE18-4518-B9C8-AF65A4957E91}"/>
                </a:ext>
              </a:extLst>
            </p:cNvPr>
            <p:cNvSpPr>
              <a:spLocks noChangeShapeType="1"/>
            </p:cNvSpPr>
            <p:nvPr/>
          </p:nvSpPr>
          <p:spPr bwMode="auto">
            <a:xfrm>
              <a:off x="4558" y="2659"/>
              <a:ext cx="49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0" name="Text Box 74">
              <a:extLst>
                <a:ext uri="{FF2B5EF4-FFF2-40B4-BE49-F238E27FC236}">
                  <a16:creationId xmlns:a16="http://schemas.microsoft.com/office/drawing/2014/main" id="{B69B9214-8F1C-44C1-A38E-0EC0BE5F7376}"/>
                </a:ext>
              </a:extLst>
            </p:cNvPr>
            <p:cNvSpPr txBox="1">
              <a:spLocks noChangeArrowheads="1"/>
            </p:cNvSpPr>
            <p:nvPr/>
          </p:nvSpPr>
          <p:spPr bwMode="auto">
            <a:xfrm>
              <a:off x="4604" y="2674"/>
              <a:ext cx="36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cs typeface="Arial" panose="020B0604020202020204" pitchFamily="34" charset="0"/>
                </a:rPr>
                <a:t>217</a:t>
              </a:r>
              <a:endParaRPr lang="de-DE" altLang="de-DE" sz="1600">
                <a:solidFill>
                  <a:srgbClr val="000000"/>
                </a:solidFill>
              </a:endParaRPr>
            </a:p>
          </p:txBody>
        </p:sp>
      </p:grpSp>
    </p:spTree>
    <p:extLst>
      <p:ext uri="{BB962C8B-B14F-4D97-AF65-F5344CB8AC3E}">
        <p14:creationId xmlns:p14="http://schemas.microsoft.com/office/powerpoint/2010/main" val="235420573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Dual </a:t>
            </a:r>
            <a:r>
              <a:rPr lang="de-DE" dirty="0">
                <a:sym typeface="Wingdings" panose="05000000000000000000" pitchFamily="2" charset="2"/>
              </a:rPr>
              <a:t> Dezimal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33" name="Grafik 32">
            <a:extLst>
              <a:ext uri="{FF2B5EF4-FFF2-40B4-BE49-F238E27FC236}">
                <a16:creationId xmlns:a16="http://schemas.microsoft.com/office/drawing/2014/main" id="{3BF301D9-63D9-4988-8A76-C734AD7C7E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43668" y="1454038"/>
            <a:ext cx="1076780" cy="1443263"/>
          </a:xfrm>
          <a:prstGeom prst="rect">
            <a:avLst/>
          </a:prstGeom>
        </p:spPr>
      </p:pic>
      <p:sp>
        <p:nvSpPr>
          <p:cNvPr id="38" name="Inhaltsplatzhalter 2">
            <a:extLst>
              <a:ext uri="{FF2B5EF4-FFF2-40B4-BE49-F238E27FC236}">
                <a16:creationId xmlns:a16="http://schemas.microsoft.com/office/drawing/2014/main" id="{F644D9DA-53DD-4D03-8CF0-83515FC3AB5B}"/>
              </a:ext>
            </a:extLst>
          </p:cNvPr>
          <p:cNvSpPr>
            <a:spLocks noGrp="1"/>
          </p:cNvSpPr>
          <p:nvPr>
            <p:ph idx="1"/>
          </p:nvPr>
        </p:nvSpPr>
        <p:spPr>
          <a:xfrm>
            <a:off x="353225" y="1552248"/>
            <a:ext cx="6951453" cy="4351338"/>
          </a:xfrm>
          <a:solidFill>
            <a:schemeClr val="accent6">
              <a:lumMod val="40000"/>
              <a:lumOff val="60000"/>
            </a:schemeClr>
          </a:solidFill>
        </p:spPr>
        <p:txBody>
          <a:bodyPr>
            <a:normAutofit/>
          </a:bodyPr>
          <a:lstStyle/>
          <a:p>
            <a:pPr>
              <a:spcBef>
                <a:spcPct val="60000"/>
              </a:spcBef>
              <a:buClr>
                <a:srgbClr val="E13300"/>
              </a:buClr>
              <a:buSzPct val="90000"/>
              <a:buFontTx/>
              <a:buNone/>
            </a:pPr>
            <a:r>
              <a:rPr lang="de-DE" altLang="de-DE" sz="2000" dirty="0">
                <a:latin typeface="Arial" panose="020B0604020202020204" pitchFamily="34" charset="0"/>
                <a:cs typeface="Arial" panose="020B0604020202020204" pitchFamily="34" charset="0"/>
              </a:rPr>
              <a:t>Wandeln Sie folgende Binärzahlen in Dezimalzahlen um:</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11		=</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101		=</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1101		=</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01 1001	=</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1111 1110	=</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1101 1011	=</a:t>
            </a:r>
          </a:p>
          <a:p>
            <a:pPr lvl="1">
              <a:spcBef>
                <a:spcPct val="30000"/>
              </a:spcBef>
              <a:buClr>
                <a:srgbClr val="E13300"/>
              </a:buClr>
              <a:buSzPct val="110000"/>
              <a:buFont typeface="Wingdings" panose="05000000000000000000" pitchFamily="2" charset="2"/>
              <a:buNone/>
            </a:pPr>
            <a:r>
              <a:rPr lang="de-DE" altLang="de-DE" sz="2000" dirty="0">
                <a:latin typeface="Arial" panose="020B0604020202020204" pitchFamily="34" charset="0"/>
                <a:cs typeface="Arial" panose="020B0604020202020204" pitchFamily="34" charset="0"/>
              </a:rPr>
              <a:t>		1100 0011	=</a:t>
            </a:r>
            <a:endParaRPr lang="de-DE" altLang="de-DE"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946751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Dual </a:t>
            </a:r>
            <a:r>
              <a:rPr lang="de-DE" dirty="0">
                <a:sym typeface="Wingdings" panose="05000000000000000000" pitchFamily="2" charset="2"/>
              </a:rPr>
              <a:t> Dezimal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9" name="Inhaltsplatzhalter 2">
            <a:extLst>
              <a:ext uri="{FF2B5EF4-FFF2-40B4-BE49-F238E27FC236}">
                <a16:creationId xmlns:a16="http://schemas.microsoft.com/office/drawing/2014/main" id="{7ED0442D-AE21-4043-8F1B-4BF52ADBB768}"/>
              </a:ext>
            </a:extLst>
          </p:cNvPr>
          <p:cNvSpPr>
            <a:spLocks noGrp="1"/>
          </p:cNvSpPr>
          <p:nvPr>
            <p:ph idx="1"/>
          </p:nvPr>
        </p:nvSpPr>
        <p:spPr>
          <a:xfrm>
            <a:off x="704849" y="1646238"/>
            <a:ext cx="6123317" cy="4351338"/>
          </a:xfrm>
          <a:solidFill>
            <a:schemeClr val="accent6">
              <a:lumMod val="40000"/>
              <a:lumOff val="60000"/>
            </a:schemeClr>
          </a:solidFill>
        </p:spPr>
        <p:txBody>
          <a:bodyPr>
            <a:normAutofit/>
          </a:bodyPr>
          <a:lstStyle/>
          <a:p>
            <a:pPr>
              <a:spcBef>
                <a:spcPct val="60000"/>
              </a:spcBef>
              <a:buClr>
                <a:srgbClr val="E13300"/>
              </a:buClr>
              <a:buSzPct val="90000"/>
              <a:buFontTx/>
              <a:buNone/>
            </a:pPr>
            <a:r>
              <a:rPr lang="de-DE" altLang="de-DE" sz="2000" dirty="0">
                <a:latin typeface="Arial" panose="020B0604020202020204" pitchFamily="34" charset="0"/>
                <a:cs typeface="Arial" panose="020B0604020202020204" pitchFamily="34" charset="0"/>
              </a:rPr>
              <a:t>Wandeln Sie die Umrechnungsvorschrift (den Algorithmus) in ein Struktogramm um:</a:t>
            </a:r>
          </a:p>
          <a:p>
            <a:pPr>
              <a:spcBef>
                <a:spcPct val="60000"/>
              </a:spcBef>
              <a:buClr>
                <a:srgbClr val="E13300"/>
              </a:buClr>
              <a:buSzPct val="90000"/>
            </a:pPr>
            <a:r>
              <a:rPr lang="de-DE" altLang="de-DE" sz="2000" dirty="0"/>
              <a:t>Ein- bzw. Übergabe einer Dualzahl</a:t>
            </a:r>
          </a:p>
          <a:p>
            <a:pPr>
              <a:spcBef>
                <a:spcPct val="60000"/>
              </a:spcBef>
              <a:buClr>
                <a:srgbClr val="E13300"/>
              </a:buClr>
              <a:buSzPct val="90000"/>
            </a:pPr>
            <a:r>
              <a:rPr lang="de-DE" altLang="de-DE" sz="2000" dirty="0"/>
              <a:t>Starte mit dem Exponent = 0</a:t>
            </a:r>
          </a:p>
          <a:p>
            <a:pPr>
              <a:spcBef>
                <a:spcPct val="60000"/>
              </a:spcBef>
              <a:buClr>
                <a:srgbClr val="E13300"/>
              </a:buClr>
              <a:buSzPct val="90000"/>
            </a:pPr>
            <a:r>
              <a:rPr lang="de-DE" altLang="de-DE" sz="2000" dirty="0"/>
              <a:t>von rechts nach links: je Stelle der Dualzahl</a:t>
            </a:r>
            <a:br>
              <a:rPr lang="de-DE" altLang="de-DE" sz="2000" dirty="0"/>
            </a:br>
            <a:r>
              <a:rPr lang="de-DE" altLang="de-DE" sz="2000" dirty="0"/>
              <a:t>Multipliziere mit 2 hoch dem jeweiligen Exponenten</a:t>
            </a:r>
          </a:p>
          <a:p>
            <a:pPr>
              <a:spcBef>
                <a:spcPct val="60000"/>
              </a:spcBef>
              <a:buClr>
                <a:srgbClr val="E13300"/>
              </a:buClr>
              <a:buSzPct val="90000"/>
            </a:pPr>
            <a:r>
              <a:rPr lang="de-DE" altLang="de-DE" sz="2000" dirty="0"/>
              <a:t>Addiere das Ergebnis zur Summe dazu</a:t>
            </a:r>
          </a:p>
          <a:p>
            <a:pPr>
              <a:spcBef>
                <a:spcPct val="60000"/>
              </a:spcBef>
              <a:buClr>
                <a:srgbClr val="E13300"/>
              </a:buClr>
              <a:buSzPct val="90000"/>
            </a:pPr>
            <a:r>
              <a:rPr lang="de-DE" altLang="de-DE" sz="2000" dirty="0">
                <a:latin typeface="Arial" panose="020B0604020202020204" pitchFamily="34" charset="0"/>
                <a:cs typeface="Arial" panose="020B0604020202020204" pitchFamily="34" charset="0"/>
              </a:rPr>
              <a:t>Erhöhe Exponent um 1</a:t>
            </a:r>
            <a:r>
              <a:rPr lang="de-DE" altLang="de-DE" sz="2000" dirty="0"/>
              <a:t> </a:t>
            </a:r>
            <a:r>
              <a:rPr lang="de-DE" altLang="de-DE" sz="2000" dirty="0">
                <a:latin typeface="Arial" panose="020B0604020202020204" pitchFamily="34" charset="0"/>
                <a:cs typeface="Arial" panose="020B0604020202020204" pitchFamily="34" charset="0"/>
              </a:rPr>
              <a:t>solange </a:t>
            </a:r>
            <a:r>
              <a:rPr lang="de-DE" altLang="de-DE" sz="2000" dirty="0"/>
              <a:t>Exponent </a:t>
            </a:r>
            <a:r>
              <a:rPr lang="de-DE" altLang="de-DE" sz="2000" dirty="0">
                <a:latin typeface="Arial" panose="020B0604020202020204" pitchFamily="34" charset="0"/>
                <a:cs typeface="Arial" panose="020B0604020202020204" pitchFamily="34" charset="0"/>
              </a:rPr>
              <a:t>&lt; Länge Zahl</a:t>
            </a:r>
          </a:p>
          <a:p>
            <a:pPr>
              <a:spcBef>
                <a:spcPct val="60000"/>
              </a:spcBef>
              <a:buClr>
                <a:srgbClr val="E13300"/>
              </a:buClr>
              <a:buSzPct val="90000"/>
            </a:pPr>
            <a:r>
              <a:rPr lang="de-DE" altLang="de-DE" sz="2000" dirty="0"/>
              <a:t>Aus- bzw. Rückgabe der Dezimalzahl</a:t>
            </a:r>
          </a:p>
        </p:txBody>
      </p:sp>
      <p:sp>
        <p:nvSpPr>
          <p:cNvPr id="10" name="Nach rechts gekrümmter Pfeil 9">
            <a:extLst>
              <a:ext uri="{FF2B5EF4-FFF2-40B4-BE49-F238E27FC236}">
                <a16:creationId xmlns:a16="http://schemas.microsoft.com/office/drawing/2014/main" id="{72D4F61D-A034-41A1-BACE-C0E44D900E04}"/>
              </a:ext>
            </a:extLst>
          </p:cNvPr>
          <p:cNvSpPr/>
          <p:nvPr/>
        </p:nvSpPr>
        <p:spPr>
          <a:xfrm rot="10800000" flipH="1">
            <a:off x="-133351" y="3597893"/>
            <a:ext cx="838200" cy="179307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pic>
        <p:nvPicPr>
          <p:cNvPr id="11" name="Grafik 10">
            <a:extLst>
              <a:ext uri="{FF2B5EF4-FFF2-40B4-BE49-F238E27FC236}">
                <a16:creationId xmlns:a16="http://schemas.microsoft.com/office/drawing/2014/main" id="{507A0F88-D516-4534-8772-9CA0D03E0D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5528" y="1646238"/>
            <a:ext cx="4575634" cy="4351338"/>
          </a:xfrm>
          <a:prstGeom prst="rect">
            <a:avLst/>
          </a:prstGeom>
        </p:spPr>
      </p:pic>
    </p:spTree>
    <p:extLst>
      <p:ext uri="{BB962C8B-B14F-4D97-AF65-F5344CB8AC3E}">
        <p14:creationId xmlns:p14="http://schemas.microsoft.com/office/powerpoint/2010/main" val="280362244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D95C40-6548-4D72-9FBB-C39EEAB223B9}"/>
              </a:ext>
            </a:extLst>
          </p:cNvPr>
          <p:cNvSpPr>
            <a:spLocks noGrp="1"/>
          </p:cNvSpPr>
          <p:nvPr>
            <p:ph type="title"/>
          </p:nvPr>
        </p:nvSpPr>
        <p:spPr/>
        <p:txBody>
          <a:bodyPr/>
          <a:lstStyle/>
          <a:p>
            <a:r>
              <a:rPr lang="de-DE" dirty="0"/>
              <a:t>TIC TAC TALK</a:t>
            </a:r>
          </a:p>
        </p:txBody>
      </p:sp>
      <p:sp>
        <p:nvSpPr>
          <p:cNvPr id="4" name="Inhaltsplatzhalter 3">
            <a:extLst>
              <a:ext uri="{FF2B5EF4-FFF2-40B4-BE49-F238E27FC236}">
                <a16:creationId xmlns:a16="http://schemas.microsoft.com/office/drawing/2014/main" id="{3C4D268C-8F43-4686-A8D8-3696E60AC62C}"/>
              </a:ext>
            </a:extLst>
          </p:cNvPr>
          <p:cNvSpPr>
            <a:spLocks noGrp="1"/>
          </p:cNvSpPr>
          <p:nvPr>
            <p:ph idx="1"/>
          </p:nvPr>
        </p:nvSpPr>
        <p:spPr/>
        <p:txBody>
          <a:bodyPr>
            <a:normAutofit/>
          </a:bodyPr>
          <a:lstStyle/>
          <a:p>
            <a:pPr marL="0" indent="0">
              <a:buNone/>
            </a:pPr>
            <a:r>
              <a:rPr lang="de-DE" sz="3000" b="1" u="sng" dirty="0"/>
              <a:t>Ablauf </a:t>
            </a:r>
          </a:p>
          <a:p>
            <a:r>
              <a:rPr lang="de-DE" dirty="0"/>
              <a:t>Lernende erhalten ein Blatt mit mehreren Feldern und darin vorbereiteten fachlichen Aufgaben.</a:t>
            </a:r>
          </a:p>
          <a:p>
            <a:r>
              <a:rPr lang="de-DE"/>
              <a:t>Lernende </a:t>
            </a:r>
            <a:r>
              <a:rPr lang="de-DE" dirty="0"/>
              <a:t>bewegen sich im Raum, fragen Mitschüler, tauschen sich aus und tragen die entsprechenden Namen in die Felder ein.</a:t>
            </a:r>
          </a:p>
          <a:p>
            <a:r>
              <a:rPr lang="de-DE" dirty="0"/>
              <a:t>Im Plenum wird kontrolliert, indem zu jedem Feld ein "eingetragener" Lernender die Lösung präsentiert.</a:t>
            </a:r>
          </a:p>
          <a:p>
            <a:r>
              <a:rPr lang="de-DE" dirty="0"/>
              <a:t>Ein Name darf nur höchstens 3x vorkommen</a:t>
            </a:r>
          </a:p>
        </p:txBody>
      </p:sp>
    </p:spTree>
    <p:extLst>
      <p:ext uri="{BB962C8B-B14F-4D97-AF65-F5344CB8AC3E}">
        <p14:creationId xmlns:p14="http://schemas.microsoft.com/office/powerpoint/2010/main" val="216154507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Dezimal </a:t>
            </a:r>
            <a:r>
              <a:rPr lang="de-DE" dirty="0">
                <a:sym typeface="Wingdings" panose="05000000000000000000" pitchFamily="2" charset="2"/>
              </a:rPr>
              <a:t> Dual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9" name="Inhaltsplatzhalter 2">
            <a:extLst>
              <a:ext uri="{FF2B5EF4-FFF2-40B4-BE49-F238E27FC236}">
                <a16:creationId xmlns:a16="http://schemas.microsoft.com/office/drawing/2014/main" id="{B93F9A40-F3E5-464C-8461-8986E0420D24}"/>
              </a:ext>
            </a:extLst>
          </p:cNvPr>
          <p:cNvSpPr>
            <a:spLocks noGrp="1"/>
          </p:cNvSpPr>
          <p:nvPr>
            <p:ph idx="1"/>
          </p:nvPr>
        </p:nvSpPr>
        <p:spPr>
          <a:xfrm>
            <a:off x="495300" y="1646238"/>
            <a:ext cx="10515600" cy="892637"/>
          </a:xfrm>
        </p:spPr>
        <p:txBody>
          <a:bodyPr/>
          <a:lstStyle/>
          <a:p>
            <a:pPr marL="0" indent="0">
              <a:buNone/>
            </a:pPr>
            <a:r>
              <a:rPr lang="de-DE" dirty="0">
                <a:latin typeface="Arial" panose="020B0604020202020204" pitchFamily="34" charset="0"/>
                <a:cs typeface="Arial" panose="020B0604020202020204" pitchFamily="34" charset="0"/>
              </a:rPr>
              <a:t>Umwandlung der Dezimalzahl 217 in eine binäre Zahl:</a:t>
            </a:r>
          </a:p>
        </p:txBody>
      </p:sp>
      <p:sp>
        <p:nvSpPr>
          <p:cNvPr id="10" name="Text Box 47">
            <a:extLst>
              <a:ext uri="{FF2B5EF4-FFF2-40B4-BE49-F238E27FC236}">
                <a16:creationId xmlns:a16="http://schemas.microsoft.com/office/drawing/2014/main" id="{5FD24B59-3DEF-4D08-9D03-EB3CDC56A876}"/>
              </a:ext>
            </a:extLst>
          </p:cNvPr>
          <p:cNvSpPr txBox="1">
            <a:spLocks noChangeArrowheads="1"/>
          </p:cNvSpPr>
          <p:nvPr/>
        </p:nvSpPr>
        <p:spPr bwMode="auto">
          <a:xfrm>
            <a:off x="2008188" y="2419813"/>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217</a:t>
            </a:r>
          </a:p>
        </p:txBody>
      </p:sp>
      <p:pic>
        <p:nvPicPr>
          <p:cNvPr id="11" name="Picture 54" descr="binaer1">
            <a:extLst>
              <a:ext uri="{FF2B5EF4-FFF2-40B4-BE49-F238E27FC236}">
                <a16:creationId xmlns:a16="http://schemas.microsoft.com/office/drawing/2014/main" id="{2FBFE937-C18B-4387-8C91-B8B5430C32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8050" y="2397588"/>
            <a:ext cx="4819650"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56">
            <a:extLst>
              <a:ext uri="{FF2B5EF4-FFF2-40B4-BE49-F238E27FC236}">
                <a16:creationId xmlns:a16="http://schemas.microsoft.com/office/drawing/2014/main" id="{E9CE14C4-C774-4D8F-ACEA-A16692135CED}"/>
              </a:ext>
            </a:extLst>
          </p:cNvPr>
          <p:cNvSpPr txBox="1">
            <a:spLocks noChangeArrowheads="1"/>
          </p:cNvSpPr>
          <p:nvPr/>
        </p:nvSpPr>
        <p:spPr bwMode="auto">
          <a:xfrm>
            <a:off x="2439988" y="2419813"/>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108</a:t>
            </a:r>
          </a:p>
        </p:txBody>
      </p:sp>
      <p:sp>
        <p:nvSpPr>
          <p:cNvPr id="14" name="Text Box 57">
            <a:extLst>
              <a:ext uri="{FF2B5EF4-FFF2-40B4-BE49-F238E27FC236}">
                <a16:creationId xmlns:a16="http://schemas.microsoft.com/office/drawing/2014/main" id="{43571A48-EA18-461F-81E2-91F86DFD8ED8}"/>
              </a:ext>
            </a:extLst>
          </p:cNvPr>
          <p:cNvSpPr txBox="1">
            <a:spLocks noChangeArrowheads="1"/>
          </p:cNvSpPr>
          <p:nvPr/>
        </p:nvSpPr>
        <p:spPr bwMode="auto">
          <a:xfrm>
            <a:off x="6832600" y="2451563"/>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1</a:t>
            </a:r>
          </a:p>
        </p:txBody>
      </p:sp>
      <p:sp>
        <p:nvSpPr>
          <p:cNvPr id="15" name="Text Box 58">
            <a:extLst>
              <a:ext uri="{FF2B5EF4-FFF2-40B4-BE49-F238E27FC236}">
                <a16:creationId xmlns:a16="http://schemas.microsoft.com/office/drawing/2014/main" id="{37299579-F3E0-460F-A68F-38F839D64455}"/>
              </a:ext>
            </a:extLst>
          </p:cNvPr>
          <p:cNvSpPr txBox="1">
            <a:spLocks noChangeArrowheads="1"/>
          </p:cNvSpPr>
          <p:nvPr/>
        </p:nvSpPr>
        <p:spPr bwMode="auto">
          <a:xfrm>
            <a:off x="7769225" y="5372563"/>
            <a:ext cx="2873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1</a:t>
            </a:r>
          </a:p>
        </p:txBody>
      </p:sp>
      <p:sp>
        <p:nvSpPr>
          <p:cNvPr id="16" name="Text Box 59">
            <a:extLst>
              <a:ext uri="{FF2B5EF4-FFF2-40B4-BE49-F238E27FC236}">
                <a16:creationId xmlns:a16="http://schemas.microsoft.com/office/drawing/2014/main" id="{BFAED626-A25F-4DD6-B477-B2063FAECB4E}"/>
              </a:ext>
            </a:extLst>
          </p:cNvPr>
          <p:cNvSpPr txBox="1">
            <a:spLocks noChangeArrowheads="1"/>
          </p:cNvSpPr>
          <p:nvPr/>
        </p:nvSpPr>
        <p:spPr bwMode="auto">
          <a:xfrm>
            <a:off x="2008188" y="2684925"/>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108</a:t>
            </a:r>
          </a:p>
        </p:txBody>
      </p:sp>
      <p:sp>
        <p:nvSpPr>
          <p:cNvPr id="17" name="Text Box 60">
            <a:extLst>
              <a:ext uri="{FF2B5EF4-FFF2-40B4-BE49-F238E27FC236}">
                <a16:creationId xmlns:a16="http://schemas.microsoft.com/office/drawing/2014/main" id="{AD7F9A2C-51ED-4CC5-B2E1-8D5BDBA18A6C}"/>
              </a:ext>
            </a:extLst>
          </p:cNvPr>
          <p:cNvSpPr txBox="1">
            <a:spLocks noChangeArrowheads="1"/>
          </p:cNvSpPr>
          <p:nvPr/>
        </p:nvSpPr>
        <p:spPr bwMode="auto">
          <a:xfrm>
            <a:off x="2439988" y="2684925"/>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54</a:t>
            </a:r>
          </a:p>
        </p:txBody>
      </p:sp>
      <p:sp>
        <p:nvSpPr>
          <p:cNvPr id="18" name="Text Box 61">
            <a:extLst>
              <a:ext uri="{FF2B5EF4-FFF2-40B4-BE49-F238E27FC236}">
                <a16:creationId xmlns:a16="http://schemas.microsoft.com/office/drawing/2014/main" id="{601977D9-25A4-4298-9CCB-8501ADB0F4B2}"/>
              </a:ext>
            </a:extLst>
          </p:cNvPr>
          <p:cNvSpPr txBox="1">
            <a:spLocks noChangeArrowheads="1"/>
          </p:cNvSpPr>
          <p:nvPr/>
        </p:nvSpPr>
        <p:spPr bwMode="auto">
          <a:xfrm>
            <a:off x="6399213" y="2756363"/>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0</a:t>
            </a:r>
          </a:p>
        </p:txBody>
      </p:sp>
      <p:sp>
        <p:nvSpPr>
          <p:cNvPr id="19" name="Text Box 62">
            <a:extLst>
              <a:ext uri="{FF2B5EF4-FFF2-40B4-BE49-F238E27FC236}">
                <a16:creationId xmlns:a16="http://schemas.microsoft.com/office/drawing/2014/main" id="{4A57A979-485A-4874-9C76-44BB036FBB7C}"/>
              </a:ext>
            </a:extLst>
          </p:cNvPr>
          <p:cNvSpPr txBox="1">
            <a:spLocks noChangeArrowheads="1"/>
          </p:cNvSpPr>
          <p:nvPr/>
        </p:nvSpPr>
        <p:spPr bwMode="auto">
          <a:xfrm>
            <a:off x="5897563" y="3045288"/>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0</a:t>
            </a:r>
          </a:p>
        </p:txBody>
      </p:sp>
      <p:sp>
        <p:nvSpPr>
          <p:cNvPr id="20" name="Text Box 63">
            <a:extLst>
              <a:ext uri="{FF2B5EF4-FFF2-40B4-BE49-F238E27FC236}">
                <a16:creationId xmlns:a16="http://schemas.microsoft.com/office/drawing/2014/main" id="{73E15E51-6D34-48AC-B9AC-01AA382600B8}"/>
              </a:ext>
            </a:extLst>
          </p:cNvPr>
          <p:cNvSpPr txBox="1">
            <a:spLocks noChangeArrowheads="1"/>
          </p:cNvSpPr>
          <p:nvPr/>
        </p:nvSpPr>
        <p:spPr bwMode="auto">
          <a:xfrm>
            <a:off x="5464175" y="3332625"/>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1</a:t>
            </a:r>
          </a:p>
        </p:txBody>
      </p:sp>
      <p:sp>
        <p:nvSpPr>
          <p:cNvPr id="21" name="Text Box 64">
            <a:extLst>
              <a:ext uri="{FF2B5EF4-FFF2-40B4-BE49-F238E27FC236}">
                <a16:creationId xmlns:a16="http://schemas.microsoft.com/office/drawing/2014/main" id="{38710770-697C-4804-8E41-F62EF2FE6193}"/>
              </a:ext>
            </a:extLst>
          </p:cNvPr>
          <p:cNvSpPr txBox="1">
            <a:spLocks noChangeArrowheads="1"/>
          </p:cNvSpPr>
          <p:nvPr/>
        </p:nvSpPr>
        <p:spPr bwMode="auto">
          <a:xfrm>
            <a:off x="4960938" y="3645363"/>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1</a:t>
            </a:r>
          </a:p>
        </p:txBody>
      </p:sp>
      <p:sp>
        <p:nvSpPr>
          <p:cNvPr id="22" name="Text Box 65">
            <a:extLst>
              <a:ext uri="{FF2B5EF4-FFF2-40B4-BE49-F238E27FC236}">
                <a16:creationId xmlns:a16="http://schemas.microsoft.com/office/drawing/2014/main" id="{A640D37A-EB48-4BCE-9551-766FB0A7E677}"/>
              </a:ext>
            </a:extLst>
          </p:cNvPr>
          <p:cNvSpPr txBox="1">
            <a:spLocks noChangeArrowheads="1"/>
          </p:cNvSpPr>
          <p:nvPr/>
        </p:nvSpPr>
        <p:spPr bwMode="auto">
          <a:xfrm>
            <a:off x="4529138" y="3964450"/>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0</a:t>
            </a:r>
          </a:p>
        </p:txBody>
      </p:sp>
      <p:sp>
        <p:nvSpPr>
          <p:cNvPr id="23" name="Text Box 66">
            <a:extLst>
              <a:ext uri="{FF2B5EF4-FFF2-40B4-BE49-F238E27FC236}">
                <a16:creationId xmlns:a16="http://schemas.microsoft.com/office/drawing/2014/main" id="{B03E5401-D61B-448B-894C-6F7664A66778}"/>
              </a:ext>
            </a:extLst>
          </p:cNvPr>
          <p:cNvSpPr txBox="1">
            <a:spLocks noChangeArrowheads="1"/>
          </p:cNvSpPr>
          <p:nvPr/>
        </p:nvSpPr>
        <p:spPr bwMode="auto">
          <a:xfrm>
            <a:off x="4024313" y="4269250"/>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1</a:t>
            </a:r>
          </a:p>
        </p:txBody>
      </p:sp>
      <p:sp>
        <p:nvSpPr>
          <p:cNvPr id="24" name="Text Box 68">
            <a:extLst>
              <a:ext uri="{FF2B5EF4-FFF2-40B4-BE49-F238E27FC236}">
                <a16:creationId xmlns:a16="http://schemas.microsoft.com/office/drawing/2014/main" id="{B822CA01-5F65-4AA7-9777-F6B033408375}"/>
              </a:ext>
            </a:extLst>
          </p:cNvPr>
          <p:cNvSpPr txBox="1">
            <a:spLocks noChangeArrowheads="1"/>
          </p:cNvSpPr>
          <p:nvPr/>
        </p:nvSpPr>
        <p:spPr bwMode="auto">
          <a:xfrm>
            <a:off x="7337425" y="5372563"/>
            <a:ext cx="2873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0</a:t>
            </a:r>
          </a:p>
        </p:txBody>
      </p:sp>
      <p:sp>
        <p:nvSpPr>
          <p:cNvPr id="25" name="Text Box 69">
            <a:extLst>
              <a:ext uri="{FF2B5EF4-FFF2-40B4-BE49-F238E27FC236}">
                <a16:creationId xmlns:a16="http://schemas.microsoft.com/office/drawing/2014/main" id="{17793C6A-B68E-4CD5-8D72-BBAA6E6E5ABC}"/>
              </a:ext>
            </a:extLst>
          </p:cNvPr>
          <p:cNvSpPr txBox="1">
            <a:spLocks noChangeArrowheads="1"/>
          </p:cNvSpPr>
          <p:nvPr/>
        </p:nvSpPr>
        <p:spPr bwMode="auto">
          <a:xfrm>
            <a:off x="2008188" y="2996075"/>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54</a:t>
            </a:r>
          </a:p>
        </p:txBody>
      </p:sp>
      <p:sp>
        <p:nvSpPr>
          <p:cNvPr id="26" name="Text Box 70">
            <a:extLst>
              <a:ext uri="{FF2B5EF4-FFF2-40B4-BE49-F238E27FC236}">
                <a16:creationId xmlns:a16="http://schemas.microsoft.com/office/drawing/2014/main" id="{CDBF490C-2A92-4FC0-92E8-8071FF960CA4}"/>
              </a:ext>
            </a:extLst>
          </p:cNvPr>
          <p:cNvSpPr txBox="1">
            <a:spLocks noChangeArrowheads="1"/>
          </p:cNvSpPr>
          <p:nvPr/>
        </p:nvSpPr>
        <p:spPr bwMode="auto">
          <a:xfrm>
            <a:off x="2439988" y="2996075"/>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27</a:t>
            </a:r>
          </a:p>
        </p:txBody>
      </p:sp>
      <p:sp>
        <p:nvSpPr>
          <p:cNvPr id="27" name="Text Box 71">
            <a:extLst>
              <a:ext uri="{FF2B5EF4-FFF2-40B4-BE49-F238E27FC236}">
                <a16:creationId xmlns:a16="http://schemas.microsoft.com/office/drawing/2014/main" id="{4DFD4646-89E8-4064-9D72-BC3349F1A9C8}"/>
              </a:ext>
            </a:extLst>
          </p:cNvPr>
          <p:cNvSpPr txBox="1">
            <a:spLocks noChangeArrowheads="1"/>
          </p:cNvSpPr>
          <p:nvPr/>
        </p:nvSpPr>
        <p:spPr bwMode="auto">
          <a:xfrm>
            <a:off x="6834188" y="5372563"/>
            <a:ext cx="287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0</a:t>
            </a:r>
          </a:p>
        </p:txBody>
      </p:sp>
      <p:sp>
        <p:nvSpPr>
          <p:cNvPr id="28" name="Text Box 72">
            <a:extLst>
              <a:ext uri="{FF2B5EF4-FFF2-40B4-BE49-F238E27FC236}">
                <a16:creationId xmlns:a16="http://schemas.microsoft.com/office/drawing/2014/main" id="{101DE737-434A-4190-AA3D-DD2D657C0A8E}"/>
              </a:ext>
            </a:extLst>
          </p:cNvPr>
          <p:cNvSpPr txBox="1">
            <a:spLocks noChangeArrowheads="1"/>
          </p:cNvSpPr>
          <p:nvPr/>
        </p:nvSpPr>
        <p:spPr bwMode="auto">
          <a:xfrm>
            <a:off x="2008188" y="3283413"/>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27</a:t>
            </a:r>
          </a:p>
        </p:txBody>
      </p:sp>
      <p:sp>
        <p:nvSpPr>
          <p:cNvPr id="29" name="Text Box 73">
            <a:extLst>
              <a:ext uri="{FF2B5EF4-FFF2-40B4-BE49-F238E27FC236}">
                <a16:creationId xmlns:a16="http://schemas.microsoft.com/office/drawing/2014/main" id="{659E71E3-D36D-4112-B49D-DA765C23E70C}"/>
              </a:ext>
            </a:extLst>
          </p:cNvPr>
          <p:cNvSpPr txBox="1">
            <a:spLocks noChangeArrowheads="1"/>
          </p:cNvSpPr>
          <p:nvPr/>
        </p:nvSpPr>
        <p:spPr bwMode="auto">
          <a:xfrm>
            <a:off x="2439988" y="3283413"/>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13</a:t>
            </a:r>
          </a:p>
        </p:txBody>
      </p:sp>
      <p:sp>
        <p:nvSpPr>
          <p:cNvPr id="30" name="Text Box 74">
            <a:extLst>
              <a:ext uri="{FF2B5EF4-FFF2-40B4-BE49-F238E27FC236}">
                <a16:creationId xmlns:a16="http://schemas.microsoft.com/office/drawing/2014/main" id="{4B8FE998-F712-4B55-BF53-57087F2822EF}"/>
              </a:ext>
            </a:extLst>
          </p:cNvPr>
          <p:cNvSpPr txBox="1">
            <a:spLocks noChangeArrowheads="1"/>
          </p:cNvSpPr>
          <p:nvPr/>
        </p:nvSpPr>
        <p:spPr bwMode="auto">
          <a:xfrm>
            <a:off x="6402388" y="5372563"/>
            <a:ext cx="287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1</a:t>
            </a:r>
          </a:p>
        </p:txBody>
      </p:sp>
      <p:sp>
        <p:nvSpPr>
          <p:cNvPr id="31" name="Text Box 75">
            <a:extLst>
              <a:ext uri="{FF2B5EF4-FFF2-40B4-BE49-F238E27FC236}">
                <a16:creationId xmlns:a16="http://schemas.microsoft.com/office/drawing/2014/main" id="{AFAF7722-2AF5-466A-9F66-9E1B2A7ECDA8}"/>
              </a:ext>
            </a:extLst>
          </p:cNvPr>
          <p:cNvSpPr txBox="1">
            <a:spLocks noChangeArrowheads="1"/>
          </p:cNvSpPr>
          <p:nvPr/>
        </p:nvSpPr>
        <p:spPr bwMode="auto">
          <a:xfrm>
            <a:off x="2008188" y="3619963"/>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13</a:t>
            </a:r>
          </a:p>
        </p:txBody>
      </p:sp>
      <p:sp>
        <p:nvSpPr>
          <p:cNvPr id="32" name="Text Box 76">
            <a:extLst>
              <a:ext uri="{FF2B5EF4-FFF2-40B4-BE49-F238E27FC236}">
                <a16:creationId xmlns:a16="http://schemas.microsoft.com/office/drawing/2014/main" id="{561CB85B-3A82-422C-8C17-441D974FE97C}"/>
              </a:ext>
            </a:extLst>
          </p:cNvPr>
          <p:cNvSpPr txBox="1">
            <a:spLocks noChangeArrowheads="1"/>
          </p:cNvSpPr>
          <p:nvPr/>
        </p:nvSpPr>
        <p:spPr bwMode="auto">
          <a:xfrm>
            <a:off x="2439988" y="3619963"/>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6</a:t>
            </a:r>
          </a:p>
        </p:txBody>
      </p:sp>
      <p:sp>
        <p:nvSpPr>
          <p:cNvPr id="34" name="Text Box 77">
            <a:extLst>
              <a:ext uri="{FF2B5EF4-FFF2-40B4-BE49-F238E27FC236}">
                <a16:creationId xmlns:a16="http://schemas.microsoft.com/office/drawing/2014/main" id="{2D917529-0D66-441C-A9FC-7A5F1415836E}"/>
              </a:ext>
            </a:extLst>
          </p:cNvPr>
          <p:cNvSpPr txBox="1">
            <a:spLocks noChangeArrowheads="1"/>
          </p:cNvSpPr>
          <p:nvPr/>
        </p:nvSpPr>
        <p:spPr bwMode="auto">
          <a:xfrm>
            <a:off x="5897563" y="5372563"/>
            <a:ext cx="287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1</a:t>
            </a:r>
          </a:p>
        </p:txBody>
      </p:sp>
      <p:sp>
        <p:nvSpPr>
          <p:cNvPr id="35" name="Text Box 78">
            <a:extLst>
              <a:ext uri="{FF2B5EF4-FFF2-40B4-BE49-F238E27FC236}">
                <a16:creationId xmlns:a16="http://schemas.microsoft.com/office/drawing/2014/main" id="{1F9391C9-E794-49D4-BE92-D416467C336B}"/>
              </a:ext>
            </a:extLst>
          </p:cNvPr>
          <p:cNvSpPr txBox="1">
            <a:spLocks noChangeArrowheads="1"/>
          </p:cNvSpPr>
          <p:nvPr/>
        </p:nvSpPr>
        <p:spPr bwMode="auto">
          <a:xfrm>
            <a:off x="2008188" y="3908888"/>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6</a:t>
            </a:r>
          </a:p>
        </p:txBody>
      </p:sp>
      <p:sp>
        <p:nvSpPr>
          <p:cNvPr id="36" name="Text Box 79">
            <a:extLst>
              <a:ext uri="{FF2B5EF4-FFF2-40B4-BE49-F238E27FC236}">
                <a16:creationId xmlns:a16="http://schemas.microsoft.com/office/drawing/2014/main" id="{F1C9EA02-147F-491A-B380-131F91764CA2}"/>
              </a:ext>
            </a:extLst>
          </p:cNvPr>
          <p:cNvSpPr txBox="1">
            <a:spLocks noChangeArrowheads="1"/>
          </p:cNvSpPr>
          <p:nvPr/>
        </p:nvSpPr>
        <p:spPr bwMode="auto">
          <a:xfrm>
            <a:off x="2439988" y="3908888"/>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3</a:t>
            </a:r>
          </a:p>
        </p:txBody>
      </p:sp>
      <p:sp>
        <p:nvSpPr>
          <p:cNvPr id="37" name="Text Box 80">
            <a:extLst>
              <a:ext uri="{FF2B5EF4-FFF2-40B4-BE49-F238E27FC236}">
                <a16:creationId xmlns:a16="http://schemas.microsoft.com/office/drawing/2014/main" id="{21B14065-443F-4741-8A32-EFF01BDE0183}"/>
              </a:ext>
            </a:extLst>
          </p:cNvPr>
          <p:cNvSpPr txBox="1">
            <a:spLocks noChangeArrowheads="1"/>
          </p:cNvSpPr>
          <p:nvPr/>
        </p:nvSpPr>
        <p:spPr bwMode="auto">
          <a:xfrm>
            <a:off x="5464175" y="5372563"/>
            <a:ext cx="2873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0</a:t>
            </a:r>
          </a:p>
        </p:txBody>
      </p:sp>
      <p:sp>
        <p:nvSpPr>
          <p:cNvPr id="39" name="Text Box 82">
            <a:extLst>
              <a:ext uri="{FF2B5EF4-FFF2-40B4-BE49-F238E27FC236}">
                <a16:creationId xmlns:a16="http://schemas.microsoft.com/office/drawing/2014/main" id="{6C422560-91C7-48F1-9ECE-AF802BBFB469}"/>
              </a:ext>
            </a:extLst>
          </p:cNvPr>
          <p:cNvSpPr txBox="1">
            <a:spLocks noChangeArrowheads="1"/>
          </p:cNvSpPr>
          <p:nvPr/>
        </p:nvSpPr>
        <p:spPr bwMode="auto">
          <a:xfrm>
            <a:off x="2008188" y="4220038"/>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3</a:t>
            </a:r>
          </a:p>
        </p:txBody>
      </p:sp>
      <p:sp>
        <p:nvSpPr>
          <p:cNvPr id="40" name="Text Box 83">
            <a:extLst>
              <a:ext uri="{FF2B5EF4-FFF2-40B4-BE49-F238E27FC236}">
                <a16:creationId xmlns:a16="http://schemas.microsoft.com/office/drawing/2014/main" id="{08FD32A4-6346-4E04-8A09-A0D49CF894AD}"/>
              </a:ext>
            </a:extLst>
          </p:cNvPr>
          <p:cNvSpPr txBox="1">
            <a:spLocks noChangeArrowheads="1"/>
          </p:cNvSpPr>
          <p:nvPr/>
        </p:nvSpPr>
        <p:spPr bwMode="auto">
          <a:xfrm>
            <a:off x="2439988" y="4220038"/>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1</a:t>
            </a:r>
          </a:p>
        </p:txBody>
      </p:sp>
      <p:sp>
        <p:nvSpPr>
          <p:cNvPr id="41" name="Text Box 84">
            <a:extLst>
              <a:ext uri="{FF2B5EF4-FFF2-40B4-BE49-F238E27FC236}">
                <a16:creationId xmlns:a16="http://schemas.microsoft.com/office/drawing/2014/main" id="{41DD8B9D-697C-4FD8-93C8-012C84A4498E}"/>
              </a:ext>
            </a:extLst>
          </p:cNvPr>
          <p:cNvSpPr txBox="1">
            <a:spLocks noChangeArrowheads="1"/>
          </p:cNvSpPr>
          <p:nvPr/>
        </p:nvSpPr>
        <p:spPr bwMode="auto">
          <a:xfrm>
            <a:off x="4960938" y="5372563"/>
            <a:ext cx="287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1</a:t>
            </a:r>
          </a:p>
        </p:txBody>
      </p:sp>
      <p:sp>
        <p:nvSpPr>
          <p:cNvPr id="42" name="Text Box 85">
            <a:extLst>
              <a:ext uri="{FF2B5EF4-FFF2-40B4-BE49-F238E27FC236}">
                <a16:creationId xmlns:a16="http://schemas.microsoft.com/office/drawing/2014/main" id="{EF126E71-0A04-4CEC-B517-24648E1B9798}"/>
              </a:ext>
            </a:extLst>
          </p:cNvPr>
          <p:cNvSpPr txBox="1">
            <a:spLocks noChangeArrowheads="1"/>
          </p:cNvSpPr>
          <p:nvPr/>
        </p:nvSpPr>
        <p:spPr bwMode="auto">
          <a:xfrm>
            <a:off x="2008188" y="4485150"/>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    </a:t>
            </a:r>
            <a:r>
              <a:rPr lang="de-DE" altLang="de-DE" sz="1600">
                <a:solidFill>
                  <a:srgbClr val="000000"/>
                </a:solidFill>
              </a:rPr>
              <a:t>1</a:t>
            </a:r>
          </a:p>
        </p:txBody>
      </p:sp>
      <p:sp>
        <p:nvSpPr>
          <p:cNvPr id="43" name="Text Box 86">
            <a:extLst>
              <a:ext uri="{FF2B5EF4-FFF2-40B4-BE49-F238E27FC236}">
                <a16:creationId xmlns:a16="http://schemas.microsoft.com/office/drawing/2014/main" id="{BBBA8A12-171B-4B63-B212-D9ACA264E2F8}"/>
              </a:ext>
            </a:extLst>
          </p:cNvPr>
          <p:cNvSpPr txBox="1">
            <a:spLocks noChangeArrowheads="1"/>
          </p:cNvSpPr>
          <p:nvPr/>
        </p:nvSpPr>
        <p:spPr bwMode="auto">
          <a:xfrm>
            <a:off x="2439988" y="4485150"/>
            <a:ext cx="1152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a:solidFill>
                  <a:srgbClr val="000000"/>
                </a:solidFill>
              </a:rPr>
              <a:t>: 2 = 0</a:t>
            </a:r>
          </a:p>
        </p:txBody>
      </p:sp>
      <p:sp>
        <p:nvSpPr>
          <p:cNvPr id="44" name="Text Box 87">
            <a:extLst>
              <a:ext uri="{FF2B5EF4-FFF2-40B4-BE49-F238E27FC236}">
                <a16:creationId xmlns:a16="http://schemas.microsoft.com/office/drawing/2014/main" id="{67ACAC05-037F-4A6E-8EDE-B4B0CC79B718}"/>
              </a:ext>
            </a:extLst>
          </p:cNvPr>
          <p:cNvSpPr txBox="1">
            <a:spLocks noChangeArrowheads="1"/>
          </p:cNvSpPr>
          <p:nvPr/>
        </p:nvSpPr>
        <p:spPr bwMode="auto">
          <a:xfrm>
            <a:off x="4529138" y="5372563"/>
            <a:ext cx="287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600" b="1">
                <a:solidFill>
                  <a:srgbClr val="000000"/>
                </a:solidFill>
              </a:rPr>
              <a:t>1</a:t>
            </a:r>
          </a:p>
        </p:txBody>
      </p:sp>
      <p:sp>
        <p:nvSpPr>
          <p:cNvPr id="45" name="Text Box 66">
            <a:extLst>
              <a:ext uri="{FF2B5EF4-FFF2-40B4-BE49-F238E27FC236}">
                <a16:creationId xmlns:a16="http://schemas.microsoft.com/office/drawing/2014/main" id="{135D8E88-E1DE-428D-9B47-A911550DB534}"/>
              </a:ext>
            </a:extLst>
          </p:cNvPr>
          <p:cNvSpPr txBox="1">
            <a:spLocks noChangeArrowheads="1"/>
          </p:cNvSpPr>
          <p:nvPr/>
        </p:nvSpPr>
        <p:spPr bwMode="auto">
          <a:xfrm>
            <a:off x="3592513" y="4540713"/>
            <a:ext cx="793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de-DE" altLang="de-DE" sz="1400">
                <a:solidFill>
                  <a:srgbClr val="000000"/>
                </a:solidFill>
              </a:rPr>
              <a:t>Rest 1</a:t>
            </a:r>
          </a:p>
        </p:txBody>
      </p:sp>
    </p:spTree>
    <p:extLst>
      <p:ext uri="{BB962C8B-B14F-4D97-AF65-F5344CB8AC3E}">
        <p14:creationId xmlns:p14="http://schemas.microsoft.com/office/powerpoint/2010/main" val="138599686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Dezimal </a:t>
            </a:r>
            <a:r>
              <a:rPr lang="de-DE" dirty="0">
                <a:sym typeface="Wingdings" panose="05000000000000000000" pitchFamily="2" charset="2"/>
              </a:rPr>
              <a:t> Dual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8" name="Grafik 7">
            <a:extLst>
              <a:ext uri="{FF2B5EF4-FFF2-40B4-BE49-F238E27FC236}">
                <a16:creationId xmlns:a16="http://schemas.microsoft.com/office/drawing/2014/main" id="{4F232C30-DECB-497C-9630-AC31117D94AB}"/>
              </a:ext>
            </a:extLst>
          </p:cNvPr>
          <p:cNvPicPr>
            <a:picLocks noChangeAspect="1"/>
          </p:cNvPicPr>
          <p:nvPr/>
        </p:nvPicPr>
        <p:blipFill>
          <a:blip r:embed="rId2"/>
          <a:stretch>
            <a:fillRect/>
          </a:stretch>
        </p:blipFill>
        <p:spPr>
          <a:xfrm>
            <a:off x="1517606" y="1966912"/>
            <a:ext cx="6870787" cy="3566469"/>
          </a:xfrm>
          <a:prstGeom prst="rect">
            <a:avLst/>
          </a:prstGeom>
        </p:spPr>
      </p:pic>
      <p:sp>
        <p:nvSpPr>
          <p:cNvPr id="48" name="Inhaltsplatzhalter 2">
            <a:extLst>
              <a:ext uri="{FF2B5EF4-FFF2-40B4-BE49-F238E27FC236}">
                <a16:creationId xmlns:a16="http://schemas.microsoft.com/office/drawing/2014/main" id="{774B866B-E889-4160-807D-98B8E8F715D7}"/>
              </a:ext>
            </a:extLst>
          </p:cNvPr>
          <p:cNvSpPr txBox="1">
            <a:spLocks/>
          </p:cNvSpPr>
          <p:nvPr/>
        </p:nvSpPr>
        <p:spPr>
          <a:xfrm>
            <a:off x="3595958" y="1966912"/>
            <a:ext cx="6153364" cy="4351338"/>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150000"/>
              </a:lnSpc>
              <a:spcBef>
                <a:spcPts val="1000"/>
              </a:spcBef>
              <a:spcAft>
                <a:spcPts val="0"/>
              </a:spcAft>
              <a:buClrTx/>
              <a:buSzTx/>
              <a:buFont typeface="Symbol" panose="05050102010706020507" pitchFamily="18" charset="2"/>
              <a:buChar char="-"/>
              <a:tabLst/>
              <a:defRPr sz="2800" kern="1200">
                <a:solidFill>
                  <a:schemeClr val="tx1"/>
                </a:solidFill>
                <a:latin typeface="Arial" panose="020B0604020202020204" pitchFamily="34" charset="0"/>
                <a:ea typeface="+mn-ea"/>
                <a:cs typeface="Arial" panose="020B0604020202020204" pitchFamily="34" charset="0"/>
              </a:defRPr>
            </a:lvl1pPr>
            <a:lvl2pPr marL="685800" marR="0" indent="-228600" algn="l" defTabSz="914400" rtl="0" eaLnBrk="1" fontAlgn="auto" latinLnBrk="0" hangingPunct="1">
              <a:lnSpc>
                <a:spcPct val="150000"/>
              </a:lnSpc>
              <a:spcBef>
                <a:spcPts val="500"/>
              </a:spcBef>
              <a:spcAft>
                <a:spcPts val="0"/>
              </a:spcAft>
              <a:buClrTx/>
              <a:buSzTx/>
              <a:buFont typeface="Symbol" panose="05050102010706020507" pitchFamily="18" charset="2"/>
              <a:buChar char="-"/>
              <a:tabLst/>
              <a:defRPr sz="24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50000"/>
              </a:lnSpc>
              <a:spcBef>
                <a:spcPts val="500"/>
              </a:spcBef>
              <a:spcAft>
                <a:spcPts val="0"/>
              </a:spcAft>
              <a:buClrTx/>
              <a:buSzTx/>
              <a:buFont typeface="Symbol" panose="05050102010706020507" pitchFamily="18" charset="2"/>
              <a:buChar char="-"/>
              <a:tabLst/>
              <a:defRPr sz="20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50000"/>
              </a:lnSpc>
              <a:spcBef>
                <a:spcPts val="500"/>
              </a:spcBef>
              <a:spcAft>
                <a:spcPts val="0"/>
              </a:spcAft>
              <a:buClrTx/>
              <a:buSzTx/>
              <a:buFont typeface="Symbol" panose="05050102010706020507" pitchFamily="18" charset="2"/>
              <a:buChar char="-"/>
              <a:tabLst/>
              <a:defRPr sz="18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50000"/>
              </a:lnSpc>
              <a:spcBef>
                <a:spcPts val="500"/>
              </a:spcBef>
              <a:spcAft>
                <a:spcPts val="0"/>
              </a:spcAft>
              <a:buClrTx/>
              <a:buSzTx/>
              <a:buFont typeface="Symbol" panose="05050102010706020507" pitchFamily="18" charset="2"/>
              <a:buChar char="-"/>
              <a:tabLst/>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30000"/>
              </a:spcBef>
              <a:buClr>
                <a:srgbClr val="E13300"/>
              </a:buClr>
              <a:buSzPct val="110000"/>
              <a:buFont typeface="Wingdings" panose="05000000000000000000" pitchFamily="2" charset="2"/>
              <a:buNone/>
            </a:pPr>
            <a:endParaRPr lang="de-DE" altLang="de-DE" sz="2000" dirty="0"/>
          </a:p>
          <a:p>
            <a:pPr lvl="1">
              <a:spcBef>
                <a:spcPct val="30000"/>
              </a:spcBef>
              <a:buClr>
                <a:srgbClr val="E13300"/>
              </a:buClr>
              <a:buSzPct val="110000"/>
              <a:buFont typeface="Wingdings" panose="05000000000000000000" pitchFamily="2" charset="2"/>
              <a:buNone/>
            </a:pPr>
            <a:r>
              <a:rPr lang="de-DE" altLang="de-DE" sz="2000" dirty="0"/>
              <a:t>1101	</a:t>
            </a:r>
          </a:p>
          <a:p>
            <a:pPr lvl="1">
              <a:spcBef>
                <a:spcPct val="30000"/>
              </a:spcBef>
              <a:buClr>
                <a:srgbClr val="E13300"/>
              </a:buClr>
              <a:buSzPct val="110000"/>
              <a:buFont typeface="Wingdings" panose="05000000000000000000" pitchFamily="2" charset="2"/>
              <a:buNone/>
            </a:pPr>
            <a:r>
              <a:rPr lang="de-DE" altLang="de-DE" sz="2000" dirty="0"/>
              <a:t>10 0000</a:t>
            </a:r>
          </a:p>
          <a:p>
            <a:pPr lvl="1">
              <a:spcBef>
                <a:spcPct val="30000"/>
              </a:spcBef>
              <a:buClr>
                <a:srgbClr val="E13300"/>
              </a:buClr>
              <a:buSzPct val="110000"/>
              <a:buFont typeface="Wingdings" panose="05000000000000000000" pitchFamily="2" charset="2"/>
              <a:buNone/>
            </a:pPr>
            <a:r>
              <a:rPr lang="de-DE" altLang="de-DE" sz="2000" dirty="0"/>
              <a:t>110 0101</a:t>
            </a:r>
          </a:p>
          <a:p>
            <a:pPr lvl="1">
              <a:spcBef>
                <a:spcPct val="30000"/>
              </a:spcBef>
              <a:buClr>
                <a:srgbClr val="E13300"/>
              </a:buClr>
              <a:buSzPct val="110000"/>
              <a:buFont typeface="Wingdings" panose="05000000000000000000" pitchFamily="2" charset="2"/>
              <a:buNone/>
            </a:pPr>
            <a:r>
              <a:rPr lang="de-DE" altLang="de-DE" sz="2000" dirty="0"/>
              <a:t>1 1110 0110 0001</a:t>
            </a:r>
          </a:p>
          <a:p>
            <a:pPr lvl="1">
              <a:spcBef>
                <a:spcPct val="30000"/>
              </a:spcBef>
              <a:buClr>
                <a:srgbClr val="E13300"/>
              </a:buClr>
              <a:buSzPct val="110000"/>
              <a:buFont typeface="Wingdings" panose="05000000000000000000" pitchFamily="2" charset="2"/>
              <a:buNone/>
            </a:pPr>
            <a:r>
              <a:rPr lang="de-DE" altLang="de-DE" sz="2000" dirty="0"/>
              <a:t>10 1110 1110 0000</a:t>
            </a:r>
          </a:p>
        </p:txBody>
      </p:sp>
    </p:spTree>
    <p:extLst>
      <p:ext uri="{BB962C8B-B14F-4D97-AF65-F5344CB8AC3E}">
        <p14:creationId xmlns:p14="http://schemas.microsoft.com/office/powerpoint/2010/main" val="223242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uiExpand="1" build="p"/>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dirty="0"/>
              <a:t>Umrechnung Dezimal </a:t>
            </a:r>
            <a:r>
              <a:rPr lang="de-DE" dirty="0">
                <a:sym typeface="Wingdings" panose="05000000000000000000" pitchFamily="2" charset="2"/>
              </a:rPr>
              <a:t> Dual</a:t>
            </a:r>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46" name="Inhaltsplatzhalter 2">
            <a:extLst>
              <a:ext uri="{FF2B5EF4-FFF2-40B4-BE49-F238E27FC236}">
                <a16:creationId xmlns:a16="http://schemas.microsoft.com/office/drawing/2014/main" id="{7CC10798-3A9B-4246-A932-16D19AECB8BC}"/>
              </a:ext>
            </a:extLst>
          </p:cNvPr>
          <p:cNvSpPr>
            <a:spLocks noGrp="1"/>
          </p:cNvSpPr>
          <p:nvPr>
            <p:ph idx="1"/>
          </p:nvPr>
        </p:nvSpPr>
        <p:spPr>
          <a:xfrm>
            <a:off x="533399" y="1646238"/>
            <a:ext cx="5622985" cy="4351338"/>
          </a:xfrm>
          <a:solidFill>
            <a:schemeClr val="accent6">
              <a:lumMod val="40000"/>
              <a:lumOff val="60000"/>
            </a:schemeClr>
          </a:solidFill>
        </p:spPr>
        <p:txBody>
          <a:bodyPr>
            <a:normAutofit/>
          </a:bodyPr>
          <a:lstStyle/>
          <a:p>
            <a:pPr>
              <a:spcBef>
                <a:spcPct val="60000"/>
              </a:spcBef>
              <a:buClr>
                <a:srgbClr val="E13300"/>
              </a:buClr>
              <a:buSzPct val="90000"/>
              <a:buFontTx/>
              <a:buNone/>
            </a:pPr>
            <a:r>
              <a:rPr lang="de-DE" altLang="de-DE" sz="1800" dirty="0"/>
              <a:t>Wandeln Sie die Umrechnungsvorschrift (den Algorithmus) in ein Struktogramm um:</a:t>
            </a:r>
          </a:p>
          <a:p>
            <a:pPr>
              <a:spcBef>
                <a:spcPct val="60000"/>
              </a:spcBef>
              <a:buClr>
                <a:srgbClr val="E13300"/>
              </a:buClr>
              <a:buSzPct val="90000"/>
            </a:pPr>
            <a:r>
              <a:rPr lang="de-DE" altLang="de-DE" sz="1800" dirty="0"/>
              <a:t>Ein- bzw. Übergabe einer Dezimalzahl</a:t>
            </a:r>
          </a:p>
          <a:p>
            <a:pPr>
              <a:spcBef>
                <a:spcPct val="60000"/>
              </a:spcBef>
              <a:buClr>
                <a:srgbClr val="E13300"/>
              </a:buClr>
              <a:buSzPct val="90000"/>
            </a:pPr>
            <a:r>
              <a:rPr lang="de-DE" altLang="de-DE" sz="1800" dirty="0"/>
              <a:t>Schreibe als Ergebnis den Rest der (ganzzahligen) Division durch 2 solange Dezimalzahl &gt; 0</a:t>
            </a:r>
          </a:p>
          <a:p>
            <a:pPr>
              <a:spcBef>
                <a:spcPct val="60000"/>
              </a:spcBef>
              <a:buClr>
                <a:srgbClr val="E13300"/>
              </a:buClr>
              <a:buSzPct val="90000"/>
            </a:pPr>
            <a:r>
              <a:rPr lang="de-DE" altLang="de-DE" sz="1800" dirty="0"/>
              <a:t>Dividiere die Dezimalzahl durch 2 ohne Rest </a:t>
            </a:r>
          </a:p>
          <a:p>
            <a:pPr>
              <a:spcBef>
                <a:spcPct val="60000"/>
              </a:spcBef>
              <a:buClr>
                <a:srgbClr val="E13300"/>
              </a:buClr>
              <a:buSzPct val="90000"/>
            </a:pPr>
            <a:r>
              <a:rPr lang="de-DE" altLang="de-DE" sz="1800" dirty="0"/>
              <a:t>Aus- bzw. Rückgabe der Dualzahl in umgekehrter</a:t>
            </a:r>
            <a:br>
              <a:rPr lang="de-DE" altLang="de-DE" sz="1800" dirty="0"/>
            </a:br>
            <a:r>
              <a:rPr lang="de-DE" altLang="de-DE" sz="1800" dirty="0"/>
              <a:t>Reihenfolge</a:t>
            </a:r>
          </a:p>
        </p:txBody>
      </p:sp>
      <p:pic>
        <p:nvPicPr>
          <p:cNvPr id="47" name="Grafik 46">
            <a:extLst>
              <a:ext uri="{FF2B5EF4-FFF2-40B4-BE49-F238E27FC236}">
                <a16:creationId xmlns:a16="http://schemas.microsoft.com/office/drawing/2014/main" id="{D7805B46-1195-41AA-BECD-4B7DBE066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4584" y="1646238"/>
            <a:ext cx="4198817" cy="4351338"/>
          </a:xfrm>
          <a:prstGeom prst="rect">
            <a:avLst/>
          </a:prstGeom>
        </p:spPr>
      </p:pic>
      <p:sp>
        <p:nvSpPr>
          <p:cNvPr id="48" name="Nach rechts gekrümmter Pfeil 16">
            <a:extLst>
              <a:ext uri="{FF2B5EF4-FFF2-40B4-BE49-F238E27FC236}">
                <a16:creationId xmlns:a16="http://schemas.microsoft.com/office/drawing/2014/main" id="{CBF415DC-0D2B-4FC7-B034-83282276F90A}"/>
              </a:ext>
            </a:extLst>
          </p:cNvPr>
          <p:cNvSpPr/>
          <p:nvPr/>
        </p:nvSpPr>
        <p:spPr>
          <a:xfrm rot="10800000" flipH="1">
            <a:off x="-48683" y="2271802"/>
            <a:ext cx="838200" cy="139999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Tree>
    <p:extLst>
      <p:ext uri="{BB962C8B-B14F-4D97-AF65-F5344CB8AC3E}">
        <p14:creationId xmlns:p14="http://schemas.microsoft.com/office/powerpoint/2010/main" val="133505494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Zahlenumwandlung programmieren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0" name="Grafik 9">
            <a:extLst>
              <a:ext uri="{FF2B5EF4-FFF2-40B4-BE49-F238E27FC236}">
                <a16:creationId xmlns:a16="http://schemas.microsoft.com/office/drawing/2014/main" id="{46FE96E2-7719-4EBE-9D0A-683DAA23D1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4353" y="1479325"/>
            <a:ext cx="1076780" cy="1443263"/>
          </a:xfrm>
          <a:prstGeom prst="rect">
            <a:avLst/>
          </a:prstGeom>
        </p:spPr>
      </p:pic>
      <p:sp>
        <p:nvSpPr>
          <p:cNvPr id="11" name="Inhaltsplatzhalter 2">
            <a:extLst>
              <a:ext uri="{FF2B5EF4-FFF2-40B4-BE49-F238E27FC236}">
                <a16:creationId xmlns:a16="http://schemas.microsoft.com/office/drawing/2014/main" id="{32C14325-2884-46A4-A7C6-E8DB18B75A2A}"/>
              </a:ext>
            </a:extLst>
          </p:cNvPr>
          <p:cNvSpPr>
            <a:spLocks noGrp="1"/>
          </p:cNvSpPr>
          <p:nvPr>
            <p:ph idx="1"/>
          </p:nvPr>
        </p:nvSpPr>
        <p:spPr>
          <a:xfrm>
            <a:off x="160867" y="1646238"/>
            <a:ext cx="10515600" cy="4351338"/>
          </a:xfrm>
        </p:spPr>
        <p:txBody>
          <a:bodyPr>
            <a:normAutofit fontScale="77500" lnSpcReduction="20000"/>
          </a:bodyPr>
          <a:lstStyle/>
          <a:p>
            <a:pPr marL="0" indent="0">
              <a:buNone/>
            </a:pPr>
            <a:r>
              <a:rPr lang="de-DE" dirty="0"/>
              <a:t>Erstellen Sie ein objektorientiertes Programms in Java, das zwischen den zwei Zahlensystemen (Binär, Dezimal) umwandeln kann.</a:t>
            </a:r>
          </a:p>
          <a:p>
            <a:r>
              <a:rPr lang="de-DE" dirty="0"/>
              <a:t>Hauptmethode, um das Programm zu starten und Benutzereingaben zu verarbeiten, es reicht eine einfache Konsolenschnittstelle, um den Benutzer nach der Zahl und dem gewünschten Ziel-Zahlensystem zu fragen</a:t>
            </a:r>
          </a:p>
          <a:p>
            <a:r>
              <a:rPr lang="de-DE" dirty="0"/>
              <a:t>Klassenstruktur entwerfen: Hauptklasse (</a:t>
            </a:r>
            <a:r>
              <a:rPr lang="de-DE" dirty="0" err="1"/>
              <a:t>ZahlenSystemKonverter</a:t>
            </a:r>
            <a:r>
              <a:rPr lang="de-DE" dirty="0"/>
              <a:t>) und zusätzliche Klassen für jedes Zahlensystem</a:t>
            </a:r>
          </a:p>
          <a:p>
            <a:r>
              <a:rPr lang="de-DE" dirty="0"/>
              <a:t>Attribute definieren: Eigenschaften definieren, um die Zahl im jeweiligen Zahlensystem speichern zu können</a:t>
            </a:r>
          </a:p>
          <a:p>
            <a:r>
              <a:rPr lang="de-DE" dirty="0"/>
              <a:t>Konstruktoren implementieren, um die Zahl bei der Instanziierung zu setzen</a:t>
            </a:r>
          </a:p>
          <a:p>
            <a:r>
              <a:rPr lang="de-DE" dirty="0"/>
              <a:t>Umwandlungs-Methoden erstellen, die die Umwandlung zu den anderen Zahlensystemen durchführen (z.B. </a:t>
            </a:r>
            <a:r>
              <a:rPr lang="de-DE" dirty="0" err="1"/>
              <a:t>toBinär</a:t>
            </a:r>
            <a:r>
              <a:rPr lang="de-DE" dirty="0"/>
              <a:t>(), </a:t>
            </a:r>
            <a:r>
              <a:rPr lang="de-DE" dirty="0" err="1"/>
              <a:t>toDecimal</a:t>
            </a:r>
            <a:r>
              <a:rPr lang="de-DE" dirty="0"/>
              <a:t>())</a:t>
            </a:r>
          </a:p>
          <a:p>
            <a:r>
              <a:rPr lang="de-DE" dirty="0"/>
              <a:t>Eingabe-Validierung, um sicherzustellen, dass die Zahl im richtigen Format vorliegt</a:t>
            </a:r>
          </a:p>
        </p:txBody>
      </p:sp>
    </p:spTree>
    <p:extLst>
      <p:ext uri="{BB962C8B-B14F-4D97-AF65-F5344CB8AC3E}">
        <p14:creationId xmlns:p14="http://schemas.microsoft.com/office/powerpoint/2010/main" val="382500148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4BFC68B1-4422-4142-A42C-3100B8747322}"/>
              </a:ext>
            </a:extLst>
          </p:cNvPr>
          <p:cNvPicPr>
            <a:picLocks noChangeAspect="1"/>
          </p:cNvPicPr>
          <p:nvPr/>
        </p:nvPicPr>
        <p:blipFill>
          <a:blip r:embed="rId3"/>
          <a:stretch>
            <a:fillRect/>
          </a:stretch>
        </p:blipFill>
        <p:spPr>
          <a:xfrm>
            <a:off x="0" y="0"/>
            <a:ext cx="6225203" cy="6858000"/>
          </a:xfrm>
          <a:prstGeom prst="rect">
            <a:avLst/>
          </a:prstGeom>
        </p:spPr>
      </p:pic>
      <p:sp>
        <p:nvSpPr>
          <p:cNvPr id="6" name="Foliennummernplatzhalter 5">
            <a:extLst>
              <a:ext uri="{FF2B5EF4-FFF2-40B4-BE49-F238E27FC236}">
                <a16:creationId xmlns:a16="http://schemas.microsoft.com/office/drawing/2014/main" id="{4E8E2402-6A18-45AB-B0BF-33DB7C55922C}"/>
              </a:ext>
            </a:extLst>
          </p:cNvPr>
          <p:cNvSpPr>
            <a:spLocks noGrp="1"/>
          </p:cNvSpPr>
          <p:nvPr>
            <p:ph type="sldNum" sz="quarter" idx="12"/>
          </p:nvPr>
        </p:nvSpPr>
        <p:spPr/>
        <p:txBody>
          <a:bodyPr/>
          <a:lstStyle/>
          <a:p>
            <a:fld id="{DF3C05E5-F597-4AAC-9049-F931C3FA4B87}" type="slidenum">
              <a:rPr lang="de-DE" smtClean="0"/>
              <a:t>186</a:t>
            </a:fld>
            <a:endParaRPr lang="de-DE"/>
          </a:p>
        </p:txBody>
      </p:sp>
      <p:pic>
        <p:nvPicPr>
          <p:cNvPr id="9" name="Grafik 8">
            <a:extLst>
              <a:ext uri="{FF2B5EF4-FFF2-40B4-BE49-F238E27FC236}">
                <a16:creationId xmlns:a16="http://schemas.microsoft.com/office/drawing/2014/main" id="{054C3453-B923-44B3-8FA4-ACEEB9E11F58}"/>
              </a:ext>
            </a:extLst>
          </p:cNvPr>
          <p:cNvPicPr>
            <a:picLocks noChangeAspect="1"/>
          </p:cNvPicPr>
          <p:nvPr/>
        </p:nvPicPr>
        <p:blipFill>
          <a:blip r:embed="rId4"/>
          <a:stretch>
            <a:fillRect/>
          </a:stretch>
        </p:blipFill>
        <p:spPr>
          <a:xfrm>
            <a:off x="6602039" y="1690688"/>
            <a:ext cx="5589961" cy="4376172"/>
          </a:xfrm>
          <a:prstGeom prst="rect">
            <a:avLst/>
          </a:prstGeom>
        </p:spPr>
      </p:pic>
    </p:spTree>
    <p:custDataLst>
      <p:tags r:id="rId1"/>
    </p:custDataLst>
    <p:extLst>
      <p:ext uri="{BB962C8B-B14F-4D97-AF65-F5344CB8AC3E}">
        <p14:creationId xmlns:p14="http://schemas.microsoft.com/office/powerpoint/2010/main" val="7895847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Weitere Zahlensysteme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7" name="Inhaltsplatzhalter 2">
            <a:extLst>
              <a:ext uri="{FF2B5EF4-FFF2-40B4-BE49-F238E27FC236}">
                <a16:creationId xmlns:a16="http://schemas.microsoft.com/office/drawing/2014/main" id="{C8424181-7BB0-4A31-976F-4FE09E2C3E31}"/>
              </a:ext>
            </a:extLst>
          </p:cNvPr>
          <p:cNvSpPr>
            <a:spLocks noGrp="1"/>
          </p:cNvSpPr>
          <p:nvPr>
            <p:ph idx="1"/>
          </p:nvPr>
        </p:nvSpPr>
        <p:spPr>
          <a:xfrm>
            <a:off x="160867" y="1479325"/>
            <a:ext cx="10896600" cy="4351338"/>
          </a:xfrm>
        </p:spPr>
        <p:txBody>
          <a:bodyPr>
            <a:normAutofit/>
          </a:bodyPr>
          <a:lstStyle/>
          <a:p>
            <a:pPr>
              <a:spcBef>
                <a:spcPct val="60000"/>
              </a:spcBef>
              <a:buSzPct val="90000"/>
              <a:defRPr/>
            </a:pPr>
            <a:r>
              <a:rPr lang="de-DE" altLang="de-DE" sz="2000" b="1" dirty="0" err="1">
                <a:latin typeface="Arial" panose="020B0604020202020204" pitchFamily="34" charset="0"/>
                <a:cs typeface="Arial" panose="020B0604020202020204" pitchFamily="34" charset="0"/>
              </a:rPr>
              <a:t>Oktalsystem</a:t>
            </a:r>
            <a:r>
              <a:rPr lang="de-DE" altLang="de-DE" sz="2000" dirty="0">
                <a:latin typeface="Arial" panose="020B0604020202020204" pitchFamily="34" charset="0"/>
                <a:cs typeface="Arial" panose="020B0604020202020204" pitchFamily="34" charset="0"/>
              </a:rPr>
              <a:t> - Zahlen zur Basis 8</a:t>
            </a:r>
          </a:p>
          <a:p>
            <a:pPr lvl="1">
              <a:spcBef>
                <a:spcPct val="30000"/>
              </a:spcBef>
              <a:buClr>
                <a:srgbClr val="7030A0"/>
              </a:buClr>
              <a:buSzPct val="110000"/>
              <a:defRPr/>
            </a:pPr>
            <a:r>
              <a:rPr lang="de-DE" altLang="de-DE" sz="2000" dirty="0">
                <a:latin typeface="Arial" panose="020B0604020202020204" pitchFamily="34" charset="0"/>
                <a:cs typeface="Arial" panose="020B0604020202020204" pitchFamily="34" charset="0"/>
              </a:rPr>
              <a:t>Verwendung der Ziffern 0 bis 7</a:t>
            </a:r>
          </a:p>
          <a:p>
            <a:pPr lvl="1">
              <a:spcBef>
                <a:spcPct val="30000"/>
              </a:spcBef>
              <a:buClr>
                <a:srgbClr val="7030A0"/>
              </a:buClr>
              <a:buSzPct val="110000"/>
              <a:defRPr/>
            </a:pPr>
            <a:r>
              <a:rPr lang="de-DE" altLang="de-DE" sz="2000" dirty="0">
                <a:latin typeface="Arial" panose="020B0604020202020204" pitchFamily="34" charset="0"/>
                <a:cs typeface="Arial" panose="020B0604020202020204" pitchFamily="34" charset="0"/>
              </a:rPr>
              <a:t>Die einzelnen Ziffern einer mehrstelligen </a:t>
            </a:r>
            <a:r>
              <a:rPr lang="de-DE" altLang="de-DE" sz="2000" dirty="0" err="1">
                <a:latin typeface="Arial" panose="020B0604020202020204" pitchFamily="34" charset="0"/>
                <a:cs typeface="Arial" panose="020B0604020202020204" pitchFamily="34" charset="0"/>
              </a:rPr>
              <a:t>Oktalzahl</a:t>
            </a:r>
            <a:r>
              <a:rPr lang="de-DE" altLang="de-DE" sz="2000" dirty="0">
                <a:latin typeface="Arial" panose="020B0604020202020204" pitchFamily="34" charset="0"/>
                <a:cs typeface="Arial" panose="020B0604020202020204" pitchFamily="34" charset="0"/>
              </a:rPr>
              <a:t> sind Koeffizienten der Potenzen zur Basis 8</a:t>
            </a:r>
          </a:p>
          <a:p>
            <a:pPr lvl="1">
              <a:spcBef>
                <a:spcPct val="30000"/>
              </a:spcBef>
              <a:buClr>
                <a:srgbClr val="7030A0"/>
              </a:buClr>
              <a:buSzPct val="110000"/>
              <a:defRPr/>
            </a:pPr>
            <a:r>
              <a:rPr lang="de-DE" altLang="de-DE" sz="2000" dirty="0">
                <a:latin typeface="Arial" panose="020B0604020202020204" pitchFamily="34" charset="0"/>
                <a:cs typeface="Arial" panose="020B0604020202020204" pitchFamily="34" charset="0"/>
              </a:rPr>
              <a:t>Beispiel	4711</a:t>
            </a:r>
            <a:r>
              <a:rPr lang="de-DE" altLang="de-DE" sz="2000" baseline="-25000" dirty="0">
                <a:latin typeface="Arial" panose="020B0604020202020204" pitchFamily="34" charset="0"/>
                <a:cs typeface="Arial" panose="020B0604020202020204" pitchFamily="34" charset="0"/>
              </a:rPr>
              <a:t>8</a:t>
            </a:r>
            <a:r>
              <a:rPr lang="de-DE" altLang="de-DE" sz="2000" dirty="0">
                <a:latin typeface="Arial" panose="020B0604020202020204" pitchFamily="34" charset="0"/>
                <a:cs typeface="Arial" panose="020B0604020202020204" pitchFamily="34" charset="0"/>
              </a:rPr>
              <a:t> = 	4 * 8</a:t>
            </a:r>
            <a:r>
              <a:rPr lang="de-DE" altLang="de-DE" sz="2000" baseline="30000" dirty="0">
                <a:latin typeface="Arial" panose="020B0604020202020204" pitchFamily="34" charset="0"/>
                <a:cs typeface="Arial" panose="020B0604020202020204" pitchFamily="34" charset="0"/>
              </a:rPr>
              <a:t>3</a:t>
            </a:r>
            <a:r>
              <a:rPr lang="de-DE" altLang="de-DE" sz="2000" dirty="0">
                <a:latin typeface="Arial" panose="020B0604020202020204" pitchFamily="34" charset="0"/>
                <a:cs typeface="Arial" panose="020B0604020202020204" pitchFamily="34" charset="0"/>
              </a:rPr>
              <a:t> + 7 * 8</a:t>
            </a:r>
            <a:r>
              <a:rPr lang="de-DE" altLang="de-DE" sz="2000" baseline="30000" dirty="0">
                <a:latin typeface="Arial" panose="020B0604020202020204" pitchFamily="34" charset="0"/>
                <a:cs typeface="Arial" panose="020B0604020202020204" pitchFamily="34" charset="0"/>
              </a:rPr>
              <a:t>2</a:t>
            </a:r>
            <a:r>
              <a:rPr lang="de-DE" altLang="de-DE" sz="2000" dirty="0">
                <a:latin typeface="Arial" panose="020B0604020202020204" pitchFamily="34" charset="0"/>
                <a:cs typeface="Arial" panose="020B0604020202020204" pitchFamily="34" charset="0"/>
              </a:rPr>
              <a:t> + 1 * 8</a:t>
            </a:r>
            <a:r>
              <a:rPr lang="de-DE" altLang="de-DE" sz="2000" baseline="30000" dirty="0">
                <a:latin typeface="Arial" panose="020B0604020202020204" pitchFamily="34" charset="0"/>
                <a:cs typeface="Arial" panose="020B0604020202020204" pitchFamily="34" charset="0"/>
              </a:rPr>
              <a:t>1</a:t>
            </a:r>
            <a:r>
              <a:rPr lang="de-DE" altLang="de-DE" sz="2000" dirty="0">
                <a:latin typeface="Arial" panose="020B0604020202020204" pitchFamily="34" charset="0"/>
                <a:cs typeface="Arial" panose="020B0604020202020204" pitchFamily="34" charset="0"/>
              </a:rPr>
              <a:t> + 1 * 8</a:t>
            </a:r>
            <a:r>
              <a:rPr lang="de-DE" altLang="de-DE" sz="2000" baseline="30000" dirty="0">
                <a:latin typeface="Arial" panose="020B0604020202020204" pitchFamily="34" charset="0"/>
                <a:cs typeface="Arial" panose="020B0604020202020204" pitchFamily="34" charset="0"/>
              </a:rPr>
              <a:t>0	</a:t>
            </a:r>
            <a:r>
              <a:rPr lang="de-DE" altLang="de-DE" sz="2000" dirty="0">
                <a:latin typeface="Arial" panose="020B0604020202020204" pitchFamily="34" charset="0"/>
                <a:cs typeface="Arial" panose="020B0604020202020204" pitchFamily="34" charset="0"/>
              </a:rPr>
              <a:t>= (2505)</a:t>
            </a:r>
            <a:r>
              <a:rPr lang="de-DE" altLang="de-DE" sz="2000" baseline="-25000" dirty="0">
                <a:latin typeface="Arial" panose="020B0604020202020204" pitchFamily="34" charset="0"/>
                <a:cs typeface="Arial" panose="020B0604020202020204" pitchFamily="34" charset="0"/>
              </a:rPr>
              <a:t>10</a:t>
            </a:r>
            <a:endParaRPr lang="de-DE" altLang="de-DE" sz="2000" dirty="0">
              <a:latin typeface="Arial" panose="020B0604020202020204" pitchFamily="34" charset="0"/>
              <a:cs typeface="Arial" panose="020B0604020202020204" pitchFamily="34" charset="0"/>
            </a:endParaRPr>
          </a:p>
          <a:p>
            <a:pPr>
              <a:spcBef>
                <a:spcPts val="2400"/>
              </a:spcBef>
              <a:buSzPct val="90000"/>
              <a:defRPr/>
            </a:pPr>
            <a:r>
              <a:rPr lang="de-DE" altLang="de-DE" sz="2000" b="1" dirty="0">
                <a:latin typeface="Arial" panose="020B0604020202020204" pitchFamily="34" charset="0"/>
                <a:cs typeface="Arial" panose="020B0604020202020204" pitchFamily="34" charset="0"/>
              </a:rPr>
              <a:t>Hexadezimalsystem</a:t>
            </a:r>
            <a:r>
              <a:rPr lang="de-DE" altLang="de-DE" sz="2000" dirty="0">
                <a:latin typeface="Arial" panose="020B0604020202020204" pitchFamily="34" charset="0"/>
                <a:cs typeface="Arial" panose="020B0604020202020204" pitchFamily="34" charset="0"/>
              </a:rPr>
              <a:t> - Zahlen zur Basis 16</a:t>
            </a:r>
          </a:p>
          <a:p>
            <a:pPr lvl="1">
              <a:spcBef>
                <a:spcPct val="30000"/>
              </a:spcBef>
              <a:buClr>
                <a:srgbClr val="7030A0"/>
              </a:buClr>
              <a:buSzPct val="110000"/>
              <a:defRPr/>
            </a:pPr>
            <a:r>
              <a:rPr lang="de-DE" altLang="de-DE" sz="2000" dirty="0">
                <a:latin typeface="Arial" panose="020B0604020202020204" pitchFamily="34" charset="0"/>
                <a:cs typeface="Arial" panose="020B0604020202020204" pitchFamily="34" charset="0"/>
              </a:rPr>
              <a:t>Verwendung der Ziffern 0 bis 9 und der Buchstaben A bis F (für 10 bis 15)</a:t>
            </a:r>
          </a:p>
          <a:p>
            <a:pPr lvl="1">
              <a:spcBef>
                <a:spcPct val="30000"/>
              </a:spcBef>
              <a:buClr>
                <a:srgbClr val="7030A0"/>
              </a:buClr>
              <a:buSzPct val="110000"/>
              <a:defRPr/>
            </a:pPr>
            <a:r>
              <a:rPr lang="de-DE" altLang="de-DE" sz="2000" dirty="0">
                <a:latin typeface="Arial" panose="020B0604020202020204" pitchFamily="34" charset="0"/>
                <a:cs typeface="Arial" panose="020B0604020202020204" pitchFamily="34" charset="0"/>
              </a:rPr>
              <a:t>Die einzelnen Ziffern einer mehrstelligen Hexadezimalzahl sind Koeffizienten der Potenzen zur Basis 16</a:t>
            </a:r>
          </a:p>
          <a:p>
            <a:pPr lvl="1">
              <a:spcBef>
                <a:spcPct val="30000"/>
              </a:spcBef>
              <a:buClr>
                <a:srgbClr val="7030A0"/>
              </a:buClr>
              <a:buSzPct val="110000"/>
              <a:defRPr/>
            </a:pPr>
            <a:r>
              <a:rPr lang="de-DE" altLang="de-DE" sz="2000" dirty="0">
                <a:latin typeface="Arial" panose="020B0604020202020204" pitchFamily="34" charset="0"/>
                <a:cs typeface="Arial" panose="020B0604020202020204" pitchFamily="34" charset="0"/>
              </a:rPr>
              <a:t>Beispiel:	2C73</a:t>
            </a:r>
            <a:r>
              <a:rPr lang="de-DE" altLang="de-DE" sz="2000" baseline="-25000" dirty="0">
                <a:latin typeface="Arial" panose="020B0604020202020204" pitchFamily="34" charset="0"/>
                <a:cs typeface="Arial" panose="020B0604020202020204" pitchFamily="34" charset="0"/>
              </a:rPr>
              <a:t>16</a:t>
            </a:r>
            <a:r>
              <a:rPr lang="de-DE" altLang="de-DE" sz="2000" dirty="0">
                <a:latin typeface="Arial" panose="020B0604020202020204" pitchFamily="34" charset="0"/>
                <a:cs typeface="Arial" panose="020B0604020202020204" pitchFamily="34" charset="0"/>
              </a:rPr>
              <a:t> = 	2 * 16</a:t>
            </a:r>
            <a:r>
              <a:rPr lang="de-DE" altLang="de-DE" sz="2000" baseline="30000" dirty="0">
                <a:latin typeface="Arial" panose="020B0604020202020204" pitchFamily="34" charset="0"/>
                <a:cs typeface="Arial" panose="020B0604020202020204" pitchFamily="34" charset="0"/>
              </a:rPr>
              <a:t>3</a:t>
            </a:r>
            <a:r>
              <a:rPr lang="de-DE" altLang="de-DE" sz="2000" dirty="0">
                <a:latin typeface="Arial" panose="020B0604020202020204" pitchFamily="34" charset="0"/>
                <a:cs typeface="Arial" panose="020B0604020202020204" pitchFamily="34" charset="0"/>
              </a:rPr>
              <a:t> + 12 * 16</a:t>
            </a:r>
            <a:r>
              <a:rPr lang="de-DE" altLang="de-DE" sz="2000" baseline="30000" dirty="0">
                <a:latin typeface="Arial" panose="020B0604020202020204" pitchFamily="34" charset="0"/>
                <a:cs typeface="Arial" panose="020B0604020202020204" pitchFamily="34" charset="0"/>
              </a:rPr>
              <a:t>2</a:t>
            </a:r>
            <a:r>
              <a:rPr lang="de-DE" altLang="de-DE" sz="2000" dirty="0">
                <a:latin typeface="Arial" panose="020B0604020202020204" pitchFamily="34" charset="0"/>
                <a:cs typeface="Arial" panose="020B0604020202020204" pitchFamily="34" charset="0"/>
              </a:rPr>
              <a:t> + 7 * 16</a:t>
            </a:r>
            <a:r>
              <a:rPr lang="de-DE" altLang="de-DE" sz="2000" baseline="30000" dirty="0">
                <a:latin typeface="Arial" panose="020B0604020202020204" pitchFamily="34" charset="0"/>
                <a:cs typeface="Arial" panose="020B0604020202020204" pitchFamily="34" charset="0"/>
              </a:rPr>
              <a:t>1</a:t>
            </a:r>
            <a:r>
              <a:rPr lang="de-DE" altLang="de-DE" sz="2000" dirty="0">
                <a:latin typeface="Arial" panose="020B0604020202020204" pitchFamily="34" charset="0"/>
                <a:cs typeface="Arial" panose="020B0604020202020204" pitchFamily="34" charset="0"/>
              </a:rPr>
              <a:t> + 3 * 16</a:t>
            </a:r>
            <a:r>
              <a:rPr lang="de-DE" altLang="de-DE" sz="2000" baseline="30000" dirty="0">
                <a:latin typeface="Arial" panose="020B0604020202020204" pitchFamily="34" charset="0"/>
                <a:cs typeface="Arial" panose="020B0604020202020204" pitchFamily="34" charset="0"/>
              </a:rPr>
              <a:t>0	</a:t>
            </a:r>
            <a:r>
              <a:rPr lang="de-DE" altLang="de-DE" sz="2000" dirty="0">
                <a:latin typeface="Arial" panose="020B0604020202020204" pitchFamily="34" charset="0"/>
                <a:cs typeface="Arial" panose="020B0604020202020204" pitchFamily="34" charset="0"/>
              </a:rPr>
              <a:t>= (11379)</a:t>
            </a:r>
            <a:r>
              <a:rPr lang="de-DE" altLang="de-DE" sz="2000" baseline="-25000" dirty="0">
                <a:latin typeface="Arial" panose="020B0604020202020204" pitchFamily="34" charset="0"/>
                <a:cs typeface="Arial" panose="020B0604020202020204" pitchFamily="34" charset="0"/>
              </a:rPr>
              <a:t>10</a:t>
            </a:r>
          </a:p>
          <a:p>
            <a:pPr lvl="1">
              <a:spcBef>
                <a:spcPct val="30000"/>
              </a:spcBef>
              <a:buClr>
                <a:srgbClr val="7030A0"/>
              </a:buClr>
              <a:buSzPct val="110000"/>
              <a:defRPr/>
            </a:pPr>
            <a:r>
              <a:rPr lang="en-GB" altLang="de-DE" sz="2000" dirty="0" err="1">
                <a:latin typeface="Arial" panose="020B0604020202020204" pitchFamily="34" charset="0"/>
                <a:cs typeface="Arial" panose="020B0604020202020204" pitchFamily="34" charset="0"/>
              </a:rPr>
              <a:t>Eine</a:t>
            </a:r>
            <a:r>
              <a:rPr lang="en-GB" altLang="de-DE" sz="2000" dirty="0">
                <a:latin typeface="Arial" panose="020B0604020202020204" pitchFamily="34" charset="0"/>
                <a:cs typeface="Arial" panose="020B0604020202020204" pitchFamily="34" charset="0"/>
              </a:rPr>
              <a:t> </a:t>
            </a:r>
            <a:r>
              <a:rPr lang="en-GB" altLang="de-DE" sz="2000" dirty="0" err="1">
                <a:latin typeface="Arial" panose="020B0604020202020204" pitchFamily="34" charset="0"/>
                <a:cs typeface="Arial" panose="020B0604020202020204" pitchFamily="34" charset="0"/>
              </a:rPr>
              <a:t>Kombination</a:t>
            </a:r>
            <a:r>
              <a:rPr lang="en-GB" altLang="de-DE" sz="2000" dirty="0">
                <a:latin typeface="Arial" panose="020B0604020202020204" pitchFamily="34" charset="0"/>
                <a:cs typeface="Arial" panose="020B0604020202020204" pitchFamily="34" charset="0"/>
              </a:rPr>
              <a:t> </a:t>
            </a:r>
            <a:r>
              <a:rPr lang="en-GB" altLang="de-DE" sz="2000" dirty="0" err="1">
                <a:latin typeface="Arial" panose="020B0604020202020204" pitchFamily="34" charset="0"/>
                <a:cs typeface="Arial" panose="020B0604020202020204" pitchFamily="34" charset="0"/>
              </a:rPr>
              <a:t>aus</a:t>
            </a:r>
            <a:r>
              <a:rPr lang="en-GB" altLang="de-DE" sz="2000" dirty="0">
                <a:latin typeface="Arial" panose="020B0604020202020204" pitchFamily="34" charset="0"/>
                <a:cs typeface="Arial" panose="020B0604020202020204" pitchFamily="34" charset="0"/>
              </a:rPr>
              <a:t> </a:t>
            </a:r>
            <a:r>
              <a:rPr lang="en-GB" altLang="de-DE" sz="2000" dirty="0" err="1">
                <a:latin typeface="Arial" panose="020B0604020202020204" pitchFamily="34" charset="0"/>
                <a:cs typeface="Arial" panose="020B0604020202020204" pitchFamily="34" charset="0"/>
              </a:rPr>
              <a:t>zwei</a:t>
            </a:r>
            <a:r>
              <a:rPr lang="en-GB" altLang="de-DE" sz="2000" dirty="0">
                <a:latin typeface="Arial" panose="020B0604020202020204" pitchFamily="34" charset="0"/>
                <a:cs typeface="Arial" panose="020B0604020202020204" pitchFamily="34" charset="0"/>
              </a:rPr>
              <a:t> </a:t>
            </a:r>
            <a:r>
              <a:rPr lang="en-GB" altLang="de-DE" sz="2000" dirty="0" err="1">
                <a:latin typeface="Arial" panose="020B0604020202020204" pitchFamily="34" charset="0"/>
                <a:cs typeface="Arial" panose="020B0604020202020204" pitchFamily="34" charset="0"/>
              </a:rPr>
              <a:t>Hexadezimalziffern</a:t>
            </a:r>
            <a:r>
              <a:rPr lang="en-GB" altLang="de-DE" sz="2000" dirty="0">
                <a:latin typeface="Arial" panose="020B0604020202020204" pitchFamily="34" charset="0"/>
                <a:cs typeface="Arial" panose="020B0604020202020204" pitchFamily="34" charset="0"/>
              </a:rPr>
              <a:t> </a:t>
            </a:r>
            <a:r>
              <a:rPr lang="en-GB" altLang="de-DE" sz="2000" dirty="0" err="1">
                <a:latin typeface="Arial" panose="020B0604020202020204" pitchFamily="34" charset="0"/>
                <a:cs typeface="Arial" panose="020B0604020202020204" pitchFamily="34" charset="0"/>
              </a:rPr>
              <a:t>stellt</a:t>
            </a:r>
            <a:r>
              <a:rPr lang="en-GB" altLang="de-DE" sz="2000" dirty="0">
                <a:latin typeface="Arial" panose="020B0604020202020204" pitchFamily="34" charset="0"/>
                <a:cs typeface="Arial" panose="020B0604020202020204" pitchFamily="34" charset="0"/>
              </a:rPr>
              <a:t> </a:t>
            </a:r>
            <a:r>
              <a:rPr lang="en-GB" altLang="de-DE" sz="2000" dirty="0" err="1">
                <a:latin typeface="Arial" panose="020B0604020202020204" pitchFamily="34" charset="0"/>
                <a:cs typeface="Arial" panose="020B0604020202020204" pitchFamily="34" charset="0"/>
              </a:rPr>
              <a:t>ein</a:t>
            </a:r>
            <a:r>
              <a:rPr lang="en-GB" altLang="de-DE" sz="2000" dirty="0">
                <a:latin typeface="Arial" panose="020B0604020202020204" pitchFamily="34" charset="0"/>
                <a:cs typeface="Arial" panose="020B0604020202020204" pitchFamily="34" charset="0"/>
              </a:rPr>
              <a:t> Byte </a:t>
            </a:r>
            <a:r>
              <a:rPr lang="en-GB" altLang="de-DE" sz="2000" dirty="0" err="1">
                <a:latin typeface="Arial" panose="020B0604020202020204" pitchFamily="34" charset="0"/>
                <a:cs typeface="Arial" panose="020B0604020202020204" pitchFamily="34" charset="0"/>
              </a:rPr>
              <a:t>dar</a:t>
            </a:r>
            <a:endParaRPr lang="en-GB" altLang="de-DE" sz="2000" dirty="0">
              <a:latin typeface="Arial" panose="020B0604020202020204" pitchFamily="34" charset="0"/>
              <a:cs typeface="Arial" panose="020B0604020202020204" pitchFamily="34" charset="0"/>
            </a:endParaRPr>
          </a:p>
        </p:txBody>
      </p:sp>
      <p:pic>
        <p:nvPicPr>
          <p:cNvPr id="9" name="Grafik 8">
            <a:extLst>
              <a:ext uri="{FF2B5EF4-FFF2-40B4-BE49-F238E27FC236}">
                <a16:creationId xmlns:a16="http://schemas.microsoft.com/office/drawing/2014/main" id="{01EA1483-A016-4598-80BD-F26DE44A12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33473" y="655837"/>
            <a:ext cx="525054" cy="1235797"/>
          </a:xfrm>
          <a:prstGeom prst="rect">
            <a:avLst/>
          </a:prstGeom>
        </p:spPr>
      </p:pic>
    </p:spTree>
    <p:extLst>
      <p:ext uri="{BB962C8B-B14F-4D97-AF65-F5344CB8AC3E}">
        <p14:creationId xmlns:p14="http://schemas.microsoft.com/office/powerpoint/2010/main" val="143063610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Umrechnung Dezimal </a:t>
            </a:r>
            <a:r>
              <a:rPr lang="de-DE" sz="3600" dirty="0">
                <a:sym typeface="Wingdings" panose="05000000000000000000" pitchFamily="2" charset="2"/>
              </a:rPr>
              <a:t> Hexadezimal</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10" name="Inhaltsplatzhalter 2">
            <a:extLst>
              <a:ext uri="{FF2B5EF4-FFF2-40B4-BE49-F238E27FC236}">
                <a16:creationId xmlns:a16="http://schemas.microsoft.com/office/drawing/2014/main" id="{DE5BD9EB-7226-4E72-886A-05D3C2088AEA}"/>
              </a:ext>
            </a:extLst>
          </p:cNvPr>
          <p:cNvSpPr>
            <a:spLocks noGrp="1"/>
          </p:cNvSpPr>
          <p:nvPr>
            <p:ph idx="1"/>
          </p:nvPr>
        </p:nvSpPr>
        <p:spPr>
          <a:xfrm>
            <a:off x="160867" y="1646238"/>
            <a:ext cx="4781551" cy="4351338"/>
          </a:xfrm>
        </p:spPr>
        <p:txBody>
          <a:bodyPr>
            <a:normAutofit/>
          </a:bodyPr>
          <a:lstStyle/>
          <a:p>
            <a:r>
              <a:rPr lang="de-DE" sz="1800" dirty="0">
                <a:latin typeface="Arial" panose="020B0604020202020204" pitchFamily="34" charset="0"/>
                <a:cs typeface="Arial" panose="020B0604020202020204" pitchFamily="34" charset="0"/>
              </a:rPr>
              <a:t>Auch hier geht man vor wie beim Binärsystem. Man teilt jedoch nicht durch 2 sondern durch 16</a:t>
            </a:r>
          </a:p>
          <a:p>
            <a:r>
              <a:rPr lang="de-DE" sz="1800" dirty="0">
                <a:latin typeface="Arial" panose="020B0604020202020204" pitchFamily="34" charset="0"/>
                <a:cs typeface="Arial" panose="020B0604020202020204" pitchFamily="34" charset="0"/>
              </a:rPr>
              <a:t>Teile die Zahl immer wieder durch 16 und notiere den Rest. Fahre fort bis Ergebnis 0 ist.</a:t>
            </a:r>
          </a:p>
          <a:p>
            <a:r>
              <a:rPr lang="de-DE" sz="1800" dirty="0">
                <a:latin typeface="Arial" panose="020B0604020202020204" pitchFamily="34" charset="0"/>
                <a:cs typeface="Arial" panose="020B0604020202020204" pitchFamily="34" charset="0"/>
              </a:rPr>
              <a:t>Die gesuchte Hexadezimalzahl sind die Ziffern der Reste, wobei man mit dem letzten Rest beginnt.</a:t>
            </a:r>
          </a:p>
          <a:p>
            <a:r>
              <a:rPr lang="de-DE" sz="1800" dirty="0">
                <a:latin typeface="Arial" panose="020B0604020202020204" pitchFamily="34" charset="0"/>
                <a:cs typeface="Arial" panose="020B0604020202020204" pitchFamily="34" charset="0"/>
              </a:rPr>
              <a:t>Achtung: Reste von 10 bis 15 werden in die Symbole A bis F umgewandelt</a:t>
            </a:r>
          </a:p>
        </p:txBody>
      </p:sp>
      <p:pic>
        <p:nvPicPr>
          <p:cNvPr id="11" name="Grafik 1">
            <a:extLst>
              <a:ext uri="{FF2B5EF4-FFF2-40B4-BE49-F238E27FC236}">
                <a16:creationId xmlns:a16="http://schemas.microsoft.com/office/drawing/2014/main" id="{FE75CBD8-069B-4487-8BFC-4EA276C6B2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41272" y="1720057"/>
            <a:ext cx="6443662" cy="3598862"/>
          </a:xfrm>
          <a:prstGeom prst="rect">
            <a:avLst/>
          </a:prstGeom>
          <a:noFill/>
          <a:ln w="28575">
            <a:solidFill>
              <a:srgbClr val="7030A0"/>
            </a:solidFill>
            <a:miter lim="800000"/>
            <a:headEnd/>
            <a:tailEnd/>
          </a:ln>
          <a:extLst>
            <a:ext uri="{909E8E84-426E-40DD-AFC4-6F175D3DCCD1}">
              <a14:hiddenFill xmlns:a14="http://schemas.microsoft.com/office/drawing/2010/main">
                <a:solidFill>
                  <a:srgbClr val="FFFFFF"/>
                </a:solidFill>
              </a14:hiddenFill>
            </a:ext>
          </a:extLst>
        </p:spPr>
      </p:pic>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30899" y="242130"/>
            <a:ext cx="525054" cy="1235797"/>
          </a:xfrm>
          <a:prstGeom prst="rect">
            <a:avLst/>
          </a:prstGeom>
        </p:spPr>
      </p:pic>
    </p:spTree>
    <p:extLst>
      <p:ext uri="{BB962C8B-B14F-4D97-AF65-F5344CB8AC3E}">
        <p14:creationId xmlns:p14="http://schemas.microsoft.com/office/powerpoint/2010/main" val="130705829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Umrechnung </a:t>
            </a:r>
            <a:r>
              <a:rPr lang="de-DE" sz="3600" dirty="0">
                <a:sym typeface="Wingdings" panose="05000000000000000000" pitchFamily="2" charset="2"/>
              </a:rPr>
              <a:t>Hexadezimal </a:t>
            </a:r>
            <a:r>
              <a:rPr lang="de-DE" sz="3600" dirty="0"/>
              <a:t> Dezimal</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mc:AlternateContent xmlns:mc="http://schemas.openxmlformats.org/markup-compatibility/2006" xmlns:a14="http://schemas.microsoft.com/office/drawing/2010/main">
        <mc:Choice Requires="a14">
          <p:sp>
            <p:nvSpPr>
              <p:cNvPr id="9" name="Inhaltsplatzhalter 2">
                <a:extLst>
                  <a:ext uri="{FF2B5EF4-FFF2-40B4-BE49-F238E27FC236}">
                    <a16:creationId xmlns:a16="http://schemas.microsoft.com/office/drawing/2014/main" id="{E7C09A1F-B278-4A3B-8208-28679727B18D}"/>
                  </a:ext>
                </a:extLst>
              </p:cNvPr>
              <p:cNvSpPr>
                <a:spLocks noGrp="1"/>
              </p:cNvSpPr>
              <p:nvPr>
                <p:ph idx="1"/>
              </p:nvPr>
            </p:nvSpPr>
            <p:spPr>
              <a:xfrm>
                <a:off x="4759118" y="1834372"/>
                <a:ext cx="6172200" cy="3803650"/>
              </a:xfrm>
            </p:spPr>
            <p:txBody>
              <a:bodyPr>
                <a:normAutofit/>
              </a:bodyPr>
              <a:lstStyle/>
              <a:p>
                <a:pPr marL="0" indent="0">
                  <a:buNone/>
                </a:pPr>
                <a:r>
                  <a:rPr lang="de-DE" sz="2000" dirty="0">
                    <a:latin typeface="Arial" panose="020B0604020202020204" pitchFamily="34" charset="0"/>
                    <a:cs typeface="Arial" panose="020B0604020202020204" pitchFamily="34" charset="0"/>
                  </a:rPr>
                  <a:t>Beispiel Hexadezimal (5D6A) zur Basis 10:</a:t>
                </a:r>
              </a:p>
              <a:p>
                <a:pPr marL="0" indent="0">
                  <a:buNone/>
                </a:pPr>
                <a:r>
                  <a:rPr lang="de-DE" sz="2000" dirty="0"/>
                  <a:t>= </a:t>
                </a:r>
                <a14:m>
                  <m:oMath xmlns:m="http://schemas.openxmlformats.org/officeDocument/2006/math">
                    <m:r>
                      <a:rPr lang="de-DE" sz="2000" b="0" i="1" smtClean="0">
                        <a:latin typeface="Cambria Math" panose="02040503050406030204" pitchFamily="18" charset="0"/>
                      </a:rPr>
                      <m:t>𝐴</m:t>
                    </m:r>
                    <m:r>
                      <a:rPr lang="de-DE" sz="2000" b="0" i="1" smtClean="0">
                        <a:latin typeface="Cambria Math" panose="02040503050406030204" pitchFamily="18" charset="0"/>
                      </a:rPr>
                      <m:t>∗</m:t>
                    </m:r>
                    <m:sSup>
                      <m:sSupPr>
                        <m:ctrlPr>
                          <a:rPr lang="de-DE" sz="2000" b="0" i="1" smtClean="0">
                            <a:latin typeface="Cambria Math" panose="02040503050406030204" pitchFamily="18" charset="0"/>
                          </a:rPr>
                        </m:ctrlPr>
                      </m:sSupPr>
                      <m:e>
                        <m:r>
                          <a:rPr lang="de-DE" sz="2000" b="0" i="1" smtClean="0">
                            <a:latin typeface="Cambria Math" panose="02040503050406030204" pitchFamily="18" charset="0"/>
                          </a:rPr>
                          <m:t>16</m:t>
                        </m:r>
                      </m:e>
                      <m:sup>
                        <m:r>
                          <a:rPr lang="de-DE" sz="2000" b="0" i="1" smtClean="0">
                            <a:latin typeface="Cambria Math" panose="02040503050406030204" pitchFamily="18" charset="0"/>
                          </a:rPr>
                          <m:t>0</m:t>
                        </m:r>
                      </m:sup>
                    </m:sSup>
                    <m:r>
                      <a:rPr lang="de-DE" sz="2000" b="0" i="1" smtClean="0">
                        <a:latin typeface="Cambria Math" panose="02040503050406030204" pitchFamily="18" charset="0"/>
                      </a:rPr>
                      <m:t>+6</m:t>
                    </m:r>
                    <m:r>
                      <a:rPr lang="de-DE" sz="2000" i="1">
                        <a:latin typeface="Cambria Math" panose="02040503050406030204" pitchFamily="18" charset="0"/>
                      </a:rPr>
                      <m:t>∗</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b="0" i="1" smtClean="0">
                            <a:latin typeface="Cambria Math" panose="02040503050406030204" pitchFamily="18" charset="0"/>
                          </a:rPr>
                          <m:t>1</m:t>
                        </m:r>
                      </m:sup>
                    </m:sSup>
                    <m:r>
                      <a:rPr lang="de-DE" sz="2000" b="0" i="1" smtClean="0">
                        <a:latin typeface="Cambria Math" panose="02040503050406030204" pitchFamily="18" charset="0"/>
                      </a:rPr>
                      <m:t>+</m:t>
                    </m:r>
                    <m:r>
                      <a:rPr lang="de-DE" sz="2000" b="0" i="1" smtClean="0">
                        <a:latin typeface="Cambria Math" panose="02040503050406030204" pitchFamily="18" charset="0"/>
                      </a:rPr>
                      <m:t>𝐷</m:t>
                    </m:r>
                    <m:r>
                      <a:rPr lang="de-DE" sz="2000" i="1">
                        <a:latin typeface="Cambria Math" panose="02040503050406030204" pitchFamily="18" charset="0"/>
                      </a:rPr>
                      <m:t>∗</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b="0" i="1" smtClean="0">
                            <a:latin typeface="Cambria Math" panose="02040503050406030204" pitchFamily="18" charset="0"/>
                          </a:rPr>
                          <m:t>2</m:t>
                        </m:r>
                      </m:sup>
                    </m:sSup>
                    <m:r>
                      <a:rPr lang="de-DE" sz="2000" b="0" i="1" smtClean="0">
                        <a:latin typeface="Cambria Math" panose="02040503050406030204" pitchFamily="18" charset="0"/>
                      </a:rPr>
                      <m:t>+5</m:t>
                    </m:r>
                    <m:r>
                      <a:rPr lang="de-DE" sz="2000" i="1">
                        <a:latin typeface="Cambria Math" panose="02040503050406030204" pitchFamily="18" charset="0"/>
                      </a:rPr>
                      <m:t>∗</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b="0" i="1" smtClean="0">
                            <a:latin typeface="Cambria Math" panose="02040503050406030204" pitchFamily="18" charset="0"/>
                          </a:rPr>
                          <m:t>3</m:t>
                        </m:r>
                      </m:sup>
                    </m:sSup>
                  </m:oMath>
                </a14:m>
                <a:endParaRPr lang="de-DE" sz="2000" dirty="0">
                  <a:latin typeface="Arial" panose="020B0604020202020204" pitchFamily="34" charset="0"/>
                  <a:cs typeface="Arial" panose="020B0604020202020204" pitchFamily="34" charset="0"/>
                </a:endParaRPr>
              </a:p>
              <a:p>
                <a:pPr marL="0" indent="0">
                  <a:buNone/>
                </a:pPr>
                <a:r>
                  <a:rPr lang="de-DE" sz="2000" dirty="0"/>
                  <a:t>= </a:t>
                </a:r>
                <a14:m>
                  <m:oMath xmlns:m="http://schemas.openxmlformats.org/officeDocument/2006/math">
                    <m:r>
                      <a:rPr lang="de-DE" sz="2000" b="0" i="1" smtClean="0">
                        <a:solidFill>
                          <a:srgbClr val="FF0000"/>
                        </a:solidFill>
                        <a:latin typeface="Cambria Math" panose="02040503050406030204" pitchFamily="18" charset="0"/>
                      </a:rPr>
                      <m:t>10</m:t>
                    </m:r>
                    <m:r>
                      <a:rPr lang="de-DE" sz="2000" i="1">
                        <a:latin typeface="Cambria Math" panose="02040503050406030204" pitchFamily="18" charset="0"/>
                      </a:rPr>
                      <m:t>∗</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i="1">
                            <a:latin typeface="Cambria Math" panose="02040503050406030204" pitchFamily="18" charset="0"/>
                          </a:rPr>
                          <m:t>0</m:t>
                        </m:r>
                      </m:sup>
                    </m:sSup>
                    <m:r>
                      <a:rPr lang="de-DE" sz="2000" i="1">
                        <a:latin typeface="Cambria Math" panose="02040503050406030204" pitchFamily="18" charset="0"/>
                      </a:rPr>
                      <m:t>+6∗</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i="1">
                            <a:latin typeface="Cambria Math" panose="02040503050406030204" pitchFamily="18" charset="0"/>
                          </a:rPr>
                          <m:t>1</m:t>
                        </m:r>
                      </m:sup>
                    </m:sSup>
                    <m:r>
                      <a:rPr lang="de-DE" sz="2000" i="1">
                        <a:latin typeface="Cambria Math" panose="02040503050406030204" pitchFamily="18" charset="0"/>
                      </a:rPr>
                      <m:t>+</m:t>
                    </m:r>
                    <m:r>
                      <a:rPr lang="de-DE" sz="2000" b="0" i="1" smtClean="0">
                        <a:solidFill>
                          <a:srgbClr val="FF0000"/>
                        </a:solidFill>
                        <a:latin typeface="Cambria Math" panose="02040503050406030204" pitchFamily="18" charset="0"/>
                      </a:rPr>
                      <m:t>13</m:t>
                    </m:r>
                    <m:r>
                      <a:rPr lang="de-DE" sz="2000" i="1">
                        <a:latin typeface="Cambria Math" panose="02040503050406030204" pitchFamily="18" charset="0"/>
                      </a:rPr>
                      <m:t>∗</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i="1">
                            <a:latin typeface="Cambria Math" panose="02040503050406030204" pitchFamily="18" charset="0"/>
                          </a:rPr>
                          <m:t>2</m:t>
                        </m:r>
                      </m:sup>
                    </m:sSup>
                    <m:r>
                      <a:rPr lang="de-DE" sz="2000" i="1">
                        <a:latin typeface="Cambria Math" panose="02040503050406030204" pitchFamily="18" charset="0"/>
                      </a:rPr>
                      <m:t>+5∗</m:t>
                    </m:r>
                    <m:sSup>
                      <m:sSupPr>
                        <m:ctrlPr>
                          <a:rPr lang="de-DE" sz="2000" i="1">
                            <a:latin typeface="Cambria Math" panose="02040503050406030204" pitchFamily="18" charset="0"/>
                          </a:rPr>
                        </m:ctrlPr>
                      </m:sSupPr>
                      <m:e>
                        <m:r>
                          <a:rPr lang="de-DE" sz="2000" i="1">
                            <a:latin typeface="Cambria Math" panose="02040503050406030204" pitchFamily="18" charset="0"/>
                          </a:rPr>
                          <m:t>16</m:t>
                        </m:r>
                      </m:e>
                      <m:sup>
                        <m:r>
                          <a:rPr lang="de-DE" sz="2000" i="1">
                            <a:latin typeface="Cambria Math" panose="02040503050406030204" pitchFamily="18" charset="0"/>
                          </a:rPr>
                          <m:t>3</m:t>
                        </m:r>
                      </m:sup>
                    </m:sSup>
                  </m:oMath>
                </a14:m>
                <a:endParaRPr lang="de-DE" sz="2000" dirty="0">
                  <a:latin typeface="Arial" panose="020B0604020202020204" pitchFamily="34" charset="0"/>
                  <a:cs typeface="Arial" panose="020B0604020202020204" pitchFamily="34" charset="0"/>
                </a:endParaRPr>
              </a:p>
              <a:p>
                <a:pPr marL="0" indent="0">
                  <a:buNone/>
                </a:pPr>
                <a:r>
                  <a:rPr lang="de-DE" sz="2000" dirty="0"/>
                  <a:t>= </a:t>
                </a:r>
                <a14:m>
                  <m:oMath xmlns:m="http://schemas.openxmlformats.org/officeDocument/2006/math">
                    <m:r>
                      <a:rPr lang="de-DE" sz="2000" b="0" i="0" smtClean="0">
                        <a:latin typeface="Cambria Math" panose="02040503050406030204" pitchFamily="18" charset="0"/>
                      </a:rPr>
                      <m:t>10+96+3.328+20.480</m:t>
                    </m:r>
                  </m:oMath>
                </a14:m>
                <a:endParaRPr lang="de-DE" sz="2000" b="0" dirty="0"/>
              </a:p>
              <a:p>
                <a:pPr marL="0" indent="0">
                  <a:buNone/>
                </a:pPr>
                <a:r>
                  <a:rPr lang="de-DE" sz="2000" dirty="0">
                    <a:latin typeface="Arial" panose="020B0604020202020204" pitchFamily="34" charset="0"/>
                    <a:cs typeface="Arial" panose="020B0604020202020204" pitchFamily="34" charset="0"/>
                  </a:rPr>
                  <a:t>=</a:t>
                </a:r>
                <a:r>
                  <a:rPr lang="de-DE" sz="2000" dirty="0"/>
                  <a:t> </a:t>
                </a:r>
                <a14:m>
                  <m:oMath xmlns:m="http://schemas.openxmlformats.org/officeDocument/2006/math">
                    <m:r>
                      <a:rPr lang="de-DE" sz="2000" b="0" i="1" u="dbl" smtClean="0">
                        <a:latin typeface="Cambria Math" panose="02040503050406030204" pitchFamily="18" charset="0"/>
                      </a:rPr>
                      <m:t>23.914</m:t>
                    </m:r>
                  </m:oMath>
                </a14:m>
                <a:endParaRPr lang="de-DE" sz="2000" u="dbl" dirty="0"/>
              </a:p>
            </p:txBody>
          </p:sp>
        </mc:Choice>
        <mc:Fallback xmlns="">
          <p:sp>
            <p:nvSpPr>
              <p:cNvPr id="9" name="Inhaltsplatzhalter 2">
                <a:extLst>
                  <a:ext uri="{FF2B5EF4-FFF2-40B4-BE49-F238E27FC236}">
                    <a16:creationId xmlns:a16="http://schemas.microsoft.com/office/drawing/2014/main" id="{E7C09A1F-B278-4A3B-8208-28679727B18D}"/>
                  </a:ext>
                </a:extLst>
              </p:cNvPr>
              <p:cNvSpPr>
                <a:spLocks noGrp="1" noRot="1" noChangeAspect="1" noMove="1" noResize="1" noEditPoints="1" noAdjustHandles="1" noChangeArrowheads="1" noChangeShapeType="1" noTextEdit="1"/>
              </p:cNvSpPr>
              <p:nvPr>
                <p:ph idx="1"/>
              </p:nvPr>
            </p:nvSpPr>
            <p:spPr>
              <a:xfrm>
                <a:off x="4759118" y="1834372"/>
                <a:ext cx="6172200" cy="3803650"/>
              </a:xfrm>
              <a:blipFill>
                <a:blip r:embed="rId2"/>
                <a:stretch>
                  <a:fillRect l="-1087" t="-1603"/>
                </a:stretch>
              </a:blipFill>
            </p:spPr>
            <p:txBody>
              <a:bodyPr/>
              <a:lstStyle/>
              <a:p>
                <a:r>
                  <a:rPr lang="de-DE">
                    <a:noFill/>
                  </a:rPr>
                  <a:t> </a:t>
                </a:r>
              </a:p>
            </p:txBody>
          </p:sp>
        </mc:Fallback>
      </mc:AlternateContent>
      <p:sp>
        <p:nvSpPr>
          <p:cNvPr id="12" name="Textplatzhalter 8">
            <a:extLst>
              <a:ext uri="{FF2B5EF4-FFF2-40B4-BE49-F238E27FC236}">
                <a16:creationId xmlns:a16="http://schemas.microsoft.com/office/drawing/2014/main" id="{320019FA-4205-4564-8DEB-F002BC68C1FF}"/>
              </a:ext>
            </a:extLst>
          </p:cNvPr>
          <p:cNvSpPr txBox="1">
            <a:spLocks/>
          </p:cNvSpPr>
          <p:nvPr/>
        </p:nvSpPr>
        <p:spPr>
          <a:xfrm>
            <a:off x="415718" y="1834372"/>
            <a:ext cx="3932237" cy="3811588"/>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Man geht vor wie beim Binärsystem, nur dass hier die Basis 16 ist, die Stellenwerte also 160,161,… sind</a:t>
            </a:r>
          </a:p>
          <a:p>
            <a:r>
              <a:rPr lang="de-DE"/>
              <a:t>Buchstaben müssen entsprechend in den Dezimalwert umgewandelt werden</a:t>
            </a:r>
          </a:p>
          <a:p>
            <a:r>
              <a:rPr lang="de-DE"/>
              <a:t>Einzelergebnisse addieren</a:t>
            </a:r>
          </a:p>
          <a:p>
            <a:endParaRPr lang="de-DE"/>
          </a:p>
          <a:p>
            <a:r>
              <a:rPr lang="de-DE"/>
              <a:t>Dezimal </a:t>
            </a:r>
            <a:r>
              <a:rPr lang="de-DE">
                <a:sym typeface="Wingdings" panose="05000000000000000000" pitchFamily="2" charset="2"/>
              </a:rPr>
              <a:t> Hexadezimal via mod 16</a:t>
            </a:r>
            <a:endParaRPr lang="de-DE" dirty="0"/>
          </a:p>
        </p:txBody>
      </p:sp>
      <p:pic>
        <p:nvPicPr>
          <p:cNvPr id="14" name="Grafik 1">
            <a:extLst>
              <a:ext uri="{FF2B5EF4-FFF2-40B4-BE49-F238E27FC236}">
                <a16:creationId xmlns:a16="http://schemas.microsoft.com/office/drawing/2014/main" id="{760FC6BF-356D-415B-A2B4-8D268FCC251C}"/>
              </a:ext>
            </a:extLst>
          </p:cNvPr>
          <p:cNvPicPr>
            <a:picLocks noChangeAspect="1"/>
          </p:cNvPicPr>
          <p:nvPr/>
        </p:nvPicPr>
        <p:blipFill>
          <a:blip r:embed="rId3">
            <a:extLst>
              <a:ext uri="{28A0092B-C50C-407E-A947-70E740481C1C}">
                <a14:useLocalDpi xmlns:a14="http://schemas.microsoft.com/office/drawing/2010/main" val="0"/>
              </a:ext>
            </a:extLst>
          </a:blip>
          <a:srcRect t="43214"/>
          <a:stretch>
            <a:fillRect/>
          </a:stretch>
        </p:blipFill>
        <p:spPr bwMode="auto">
          <a:xfrm>
            <a:off x="4324047" y="4505595"/>
            <a:ext cx="7452235" cy="11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Grafik 14">
            <a:extLst>
              <a:ext uri="{FF2B5EF4-FFF2-40B4-BE49-F238E27FC236}">
                <a16:creationId xmlns:a16="http://schemas.microsoft.com/office/drawing/2014/main" id="{E0648FDE-0648-4DE2-B781-C4510606EAD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746" y="2053325"/>
            <a:ext cx="525054" cy="1235797"/>
          </a:xfrm>
          <a:prstGeom prst="rect">
            <a:avLst/>
          </a:prstGeom>
        </p:spPr>
      </p:pic>
    </p:spTree>
    <p:extLst>
      <p:ext uri="{BB962C8B-B14F-4D97-AF65-F5344CB8AC3E}">
        <p14:creationId xmlns:p14="http://schemas.microsoft.com/office/powerpoint/2010/main" val="360523198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Zusammenhang zwischen Binärsystem </a:t>
            </a:r>
            <a:br>
              <a:rPr lang="de-DE" sz="3600" dirty="0"/>
            </a:br>
            <a:r>
              <a:rPr lang="de-DE" sz="3600" dirty="0"/>
              <a:t>und Hexadezimalsystem</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5" name="Grafik 14">
            <a:extLst>
              <a:ext uri="{FF2B5EF4-FFF2-40B4-BE49-F238E27FC236}">
                <a16:creationId xmlns:a16="http://schemas.microsoft.com/office/drawing/2014/main" id="{E0648FDE-0648-4DE2-B781-C4510606EA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28746" y="2053325"/>
            <a:ext cx="525054" cy="1235797"/>
          </a:xfrm>
          <a:prstGeom prst="rect">
            <a:avLst/>
          </a:prstGeom>
        </p:spPr>
      </p:pic>
      <p:sp>
        <p:nvSpPr>
          <p:cNvPr id="11" name="Inhaltsplatzhalter 2">
            <a:extLst>
              <a:ext uri="{FF2B5EF4-FFF2-40B4-BE49-F238E27FC236}">
                <a16:creationId xmlns:a16="http://schemas.microsoft.com/office/drawing/2014/main" id="{2409D15C-0C0E-4811-AFB2-979305EB9682}"/>
              </a:ext>
            </a:extLst>
          </p:cNvPr>
          <p:cNvSpPr>
            <a:spLocks noGrp="1"/>
          </p:cNvSpPr>
          <p:nvPr>
            <p:ph idx="1"/>
          </p:nvPr>
        </p:nvSpPr>
        <p:spPr>
          <a:xfrm>
            <a:off x="160867" y="1475597"/>
            <a:ext cx="8432181" cy="2508250"/>
          </a:xfrm>
        </p:spPr>
        <p:txBody>
          <a:bodyPr>
            <a:noAutofit/>
          </a:bodyPr>
          <a:lstStyle/>
          <a:p>
            <a:r>
              <a:rPr lang="de-DE" sz="1600" dirty="0"/>
              <a:t>Bitmuster im Dualsystem lassen sich nur schwer lesen, daher verwendet man eine Kurzschreibweise, die auf dem Hexadezimalsystem basiert. </a:t>
            </a:r>
            <a:r>
              <a:rPr lang="de-DE" altLang="de-DE" sz="1600" dirty="0"/>
              <a:t>Es ist praktisch, weil man Informationen, die im Binärsystem 8 Stellen bräuchten, mit nur 2 Stellen darstellen kann.</a:t>
            </a:r>
          </a:p>
          <a:p>
            <a:r>
              <a:rPr lang="de-DE" altLang="de-DE" sz="1600" dirty="0"/>
              <a:t>Umrechnung ist relativ einfach, da 16 selbst eine Zweierpotenz ist.</a:t>
            </a:r>
            <a:endParaRPr lang="de-DE" altLang="de-DE" sz="1600" baseline="30000" dirty="0"/>
          </a:p>
          <a:p>
            <a:r>
              <a:rPr lang="de-DE" altLang="de-DE" sz="1600" dirty="0"/>
              <a:t>Das bedeutet vier Ziffern im Binärsystem = eine Ziffer im Hexadezimalsystem!</a:t>
            </a:r>
          </a:p>
        </p:txBody>
      </p:sp>
      <p:pic>
        <p:nvPicPr>
          <p:cNvPr id="16" name="Grafik 1">
            <a:extLst>
              <a:ext uri="{FF2B5EF4-FFF2-40B4-BE49-F238E27FC236}">
                <a16:creationId xmlns:a16="http://schemas.microsoft.com/office/drawing/2014/main" id="{94AA70AA-C2B2-40F4-84FC-97EFDBAA45B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9477" y="3428999"/>
            <a:ext cx="6838950"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4">
            <a:extLst>
              <a:ext uri="{FF2B5EF4-FFF2-40B4-BE49-F238E27FC236}">
                <a16:creationId xmlns:a16="http://schemas.microsoft.com/office/drawing/2014/main" id="{71DC8E7B-65A7-4E98-84A8-026BB397509D}"/>
              </a:ext>
            </a:extLst>
          </p:cNvPr>
          <p:cNvSpPr txBox="1">
            <a:spLocks noChangeArrowheads="1"/>
          </p:cNvSpPr>
          <p:nvPr/>
        </p:nvSpPr>
        <p:spPr bwMode="auto">
          <a:xfrm>
            <a:off x="8080348" y="2292349"/>
            <a:ext cx="2370021"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
                <a:schemeClr val="folHlink"/>
              </a:buClr>
              <a:buSzPct val="60000"/>
              <a:buFont typeface="Wingdings" panose="05000000000000000000" pitchFamily="2" charset="2"/>
              <a:buNone/>
            </a:pPr>
            <a:r>
              <a:rPr lang="de-DE" altLang="de-DE" sz="1600" dirty="0">
                <a:latin typeface="Tahoma" panose="020B0604030504040204" pitchFamily="34" charset="0"/>
              </a:rPr>
              <a:t>[00000000]</a:t>
            </a:r>
            <a:r>
              <a:rPr lang="de-DE" altLang="de-DE" sz="1600" baseline="-25000" dirty="0">
                <a:latin typeface="Tahoma" panose="020B0604030504040204" pitchFamily="34" charset="0"/>
              </a:rPr>
              <a:t>2</a:t>
            </a:r>
            <a:r>
              <a:rPr lang="de-DE" altLang="de-DE" sz="1600" dirty="0">
                <a:latin typeface="Tahoma" panose="020B0604030504040204" pitchFamily="34" charset="0"/>
              </a:rPr>
              <a:t> = [00]</a:t>
            </a:r>
            <a:r>
              <a:rPr lang="de-DE" altLang="de-DE" sz="1600" baseline="-25000" dirty="0">
                <a:latin typeface="Tahoma" panose="020B0604030504040204" pitchFamily="34" charset="0"/>
              </a:rPr>
              <a:t>16</a:t>
            </a:r>
            <a:r>
              <a:rPr lang="de-DE" altLang="de-DE" sz="1600" dirty="0">
                <a:latin typeface="Tahoma" panose="020B0604030504040204" pitchFamily="34" charset="0"/>
              </a:rPr>
              <a:t> </a:t>
            </a:r>
          </a:p>
          <a:p>
            <a:pPr eaLnBrk="1" hangingPunct="1">
              <a:spcBef>
                <a:spcPct val="50000"/>
              </a:spcBef>
              <a:buClr>
                <a:schemeClr val="folHlink"/>
              </a:buClr>
              <a:buSzPct val="60000"/>
              <a:buFont typeface="Wingdings" panose="05000000000000000000" pitchFamily="2" charset="2"/>
              <a:buNone/>
            </a:pPr>
            <a:endParaRPr lang="de-DE" altLang="de-DE" sz="1600" dirty="0">
              <a:latin typeface="Tahoma" panose="020B0604030504040204" pitchFamily="34" charset="0"/>
            </a:endParaRPr>
          </a:p>
          <a:p>
            <a:pPr eaLnBrk="1" hangingPunct="1">
              <a:spcBef>
                <a:spcPct val="50000"/>
              </a:spcBef>
              <a:buClr>
                <a:schemeClr val="folHlink"/>
              </a:buClr>
              <a:buSzPct val="60000"/>
              <a:buFont typeface="Wingdings" panose="05000000000000000000" pitchFamily="2" charset="2"/>
              <a:buNone/>
            </a:pPr>
            <a:r>
              <a:rPr lang="de-DE" altLang="de-DE" sz="1600" dirty="0">
                <a:latin typeface="Tahoma" panose="020B0604030504040204" pitchFamily="34" charset="0"/>
              </a:rPr>
              <a:t>... </a:t>
            </a:r>
            <a:br>
              <a:rPr lang="de-DE" altLang="de-DE" sz="1600" dirty="0">
                <a:latin typeface="Tahoma" panose="020B0604030504040204" pitchFamily="34" charset="0"/>
              </a:rPr>
            </a:br>
            <a:r>
              <a:rPr lang="de-DE" altLang="de-DE" sz="1600" dirty="0">
                <a:latin typeface="Tahoma" panose="020B0604030504040204" pitchFamily="34" charset="0"/>
              </a:rPr>
              <a:t>...</a:t>
            </a:r>
          </a:p>
          <a:p>
            <a:pPr eaLnBrk="1" hangingPunct="1">
              <a:spcBef>
                <a:spcPct val="50000"/>
              </a:spcBef>
              <a:buClr>
                <a:schemeClr val="folHlink"/>
              </a:buClr>
              <a:buSzPct val="60000"/>
              <a:buFont typeface="Wingdings" panose="05000000000000000000" pitchFamily="2" charset="2"/>
              <a:buNone/>
            </a:pPr>
            <a:r>
              <a:rPr lang="de-DE" altLang="de-DE" sz="1600" dirty="0">
                <a:latin typeface="Tahoma" panose="020B0604030504040204" pitchFamily="34" charset="0"/>
              </a:rPr>
              <a:t>[00101100]</a:t>
            </a:r>
            <a:r>
              <a:rPr lang="de-DE" altLang="de-DE" sz="1600" baseline="-25000" dirty="0">
                <a:latin typeface="Tahoma" panose="020B0604030504040204" pitchFamily="34" charset="0"/>
              </a:rPr>
              <a:t>2</a:t>
            </a:r>
            <a:r>
              <a:rPr lang="de-DE" altLang="de-DE" sz="1600" dirty="0">
                <a:latin typeface="Tahoma" panose="020B0604030504040204" pitchFamily="34" charset="0"/>
              </a:rPr>
              <a:t> = [2C]</a:t>
            </a:r>
            <a:r>
              <a:rPr lang="de-DE" altLang="de-DE" sz="1600" baseline="-25000" dirty="0">
                <a:latin typeface="Tahoma" panose="020B0604030504040204" pitchFamily="34" charset="0"/>
              </a:rPr>
              <a:t>16</a:t>
            </a:r>
            <a:r>
              <a:rPr lang="de-DE" altLang="de-DE" sz="1600" dirty="0">
                <a:latin typeface="Tahoma" panose="020B0604030504040204" pitchFamily="34" charset="0"/>
              </a:rPr>
              <a:t> </a:t>
            </a:r>
          </a:p>
          <a:p>
            <a:pPr eaLnBrk="1" hangingPunct="1">
              <a:spcBef>
                <a:spcPct val="50000"/>
              </a:spcBef>
              <a:buClr>
                <a:schemeClr val="folHlink"/>
              </a:buClr>
              <a:buSzPct val="60000"/>
              <a:buFont typeface="Wingdings" panose="05000000000000000000" pitchFamily="2" charset="2"/>
              <a:buNone/>
            </a:pPr>
            <a:r>
              <a:rPr lang="de-DE" altLang="de-DE" sz="1600" dirty="0">
                <a:latin typeface="Tahoma" panose="020B0604030504040204" pitchFamily="34" charset="0"/>
              </a:rPr>
              <a:t>		</a:t>
            </a:r>
          </a:p>
          <a:p>
            <a:pPr eaLnBrk="1" hangingPunct="1">
              <a:spcBef>
                <a:spcPct val="50000"/>
              </a:spcBef>
              <a:buClr>
                <a:schemeClr val="folHlink"/>
              </a:buClr>
              <a:buSzPct val="60000"/>
              <a:buFont typeface="Wingdings" panose="05000000000000000000" pitchFamily="2" charset="2"/>
              <a:buNone/>
            </a:pPr>
            <a:r>
              <a:rPr lang="de-DE" altLang="de-DE" sz="1600" dirty="0">
                <a:latin typeface="Tahoma" panose="020B0604030504040204" pitchFamily="34" charset="0"/>
              </a:rPr>
              <a:t>... </a:t>
            </a:r>
            <a:br>
              <a:rPr lang="de-DE" altLang="de-DE" sz="1600" dirty="0">
                <a:latin typeface="Tahoma" panose="020B0604030504040204" pitchFamily="34" charset="0"/>
              </a:rPr>
            </a:br>
            <a:r>
              <a:rPr lang="de-DE" altLang="de-DE" sz="1600" dirty="0">
                <a:latin typeface="Tahoma" panose="020B0604030504040204" pitchFamily="34" charset="0"/>
              </a:rPr>
              <a:t>...</a:t>
            </a:r>
          </a:p>
          <a:p>
            <a:pPr eaLnBrk="1" hangingPunct="1">
              <a:spcBef>
                <a:spcPct val="50000"/>
              </a:spcBef>
              <a:buClr>
                <a:schemeClr val="folHlink"/>
              </a:buClr>
              <a:buSzPct val="60000"/>
              <a:buFont typeface="Wingdings" panose="05000000000000000000" pitchFamily="2" charset="2"/>
              <a:buNone/>
            </a:pPr>
            <a:r>
              <a:rPr lang="de-DE" altLang="de-DE" sz="1600" dirty="0">
                <a:latin typeface="Tahoma" panose="020B0604030504040204" pitchFamily="34" charset="0"/>
              </a:rPr>
              <a:t>[11111111]</a:t>
            </a:r>
            <a:r>
              <a:rPr lang="de-DE" altLang="de-DE" sz="1600" baseline="-25000" dirty="0">
                <a:latin typeface="Tahoma" panose="020B0604030504040204" pitchFamily="34" charset="0"/>
              </a:rPr>
              <a:t>2</a:t>
            </a:r>
            <a:r>
              <a:rPr lang="de-DE" altLang="de-DE" sz="1600" dirty="0">
                <a:latin typeface="Tahoma" panose="020B0604030504040204" pitchFamily="34" charset="0"/>
              </a:rPr>
              <a:t> = [FF]</a:t>
            </a:r>
            <a:r>
              <a:rPr lang="de-DE" altLang="de-DE" sz="1600" baseline="-25000" dirty="0">
                <a:latin typeface="Tahoma" panose="020B0604030504040204" pitchFamily="34" charset="0"/>
              </a:rPr>
              <a:t>16</a:t>
            </a:r>
            <a:r>
              <a:rPr lang="de-DE" altLang="de-DE" sz="1600" dirty="0">
                <a:latin typeface="Tahoma" panose="020B0604030504040204" pitchFamily="34" charset="0"/>
              </a:rPr>
              <a:t> </a:t>
            </a:r>
          </a:p>
        </p:txBody>
      </p:sp>
      <p:sp>
        <p:nvSpPr>
          <p:cNvPr id="18" name="AutoShape 24">
            <a:extLst>
              <a:ext uri="{FF2B5EF4-FFF2-40B4-BE49-F238E27FC236}">
                <a16:creationId xmlns:a16="http://schemas.microsoft.com/office/drawing/2014/main" id="{0D5ED1DD-DD4B-4197-9CAA-98087831BB84}"/>
              </a:ext>
            </a:extLst>
          </p:cNvPr>
          <p:cNvSpPr>
            <a:spLocks/>
          </p:cNvSpPr>
          <p:nvPr/>
        </p:nvSpPr>
        <p:spPr bwMode="auto">
          <a:xfrm rot="16200000">
            <a:off x="8402409" y="5073649"/>
            <a:ext cx="152400" cy="431800"/>
          </a:xfrm>
          <a:prstGeom prst="leftBrace">
            <a:avLst>
              <a:gd name="adj1" fmla="val 23611"/>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de-DE" altLang="de-DE" sz="2400">
              <a:latin typeface="Tahoma" panose="020B0604030504040204" pitchFamily="34" charset="0"/>
            </a:endParaRPr>
          </a:p>
        </p:txBody>
      </p:sp>
      <p:sp>
        <p:nvSpPr>
          <p:cNvPr id="19" name="Text Box 25">
            <a:extLst>
              <a:ext uri="{FF2B5EF4-FFF2-40B4-BE49-F238E27FC236}">
                <a16:creationId xmlns:a16="http://schemas.microsoft.com/office/drawing/2014/main" id="{0C74F695-FFC9-4EB4-97D7-32C6A2100496}"/>
              </a:ext>
            </a:extLst>
          </p:cNvPr>
          <p:cNvSpPr txBox="1">
            <a:spLocks noChangeArrowheads="1"/>
          </p:cNvSpPr>
          <p:nvPr/>
        </p:nvSpPr>
        <p:spPr bwMode="auto">
          <a:xfrm>
            <a:off x="8262709" y="5318124"/>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de-DE" altLang="de-DE" sz="1600">
                <a:latin typeface="Tahoma" panose="020B0604030504040204" pitchFamily="34" charset="0"/>
              </a:rPr>
              <a:t>F</a:t>
            </a:r>
          </a:p>
        </p:txBody>
      </p:sp>
      <p:sp>
        <p:nvSpPr>
          <p:cNvPr id="20" name="Text Box 26">
            <a:extLst>
              <a:ext uri="{FF2B5EF4-FFF2-40B4-BE49-F238E27FC236}">
                <a16:creationId xmlns:a16="http://schemas.microsoft.com/office/drawing/2014/main" id="{6052E975-E192-4A22-8717-86C4B6758AF6}"/>
              </a:ext>
            </a:extLst>
          </p:cNvPr>
          <p:cNvSpPr txBox="1">
            <a:spLocks noChangeArrowheads="1"/>
          </p:cNvSpPr>
          <p:nvPr/>
        </p:nvSpPr>
        <p:spPr bwMode="auto">
          <a:xfrm>
            <a:off x="8694509" y="5318124"/>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de-DE" altLang="de-DE" sz="1600">
                <a:latin typeface="Tahoma" panose="020B0604030504040204" pitchFamily="34" charset="0"/>
              </a:rPr>
              <a:t>F</a:t>
            </a:r>
          </a:p>
        </p:txBody>
      </p:sp>
      <p:sp>
        <p:nvSpPr>
          <p:cNvPr id="21" name="AutoShape 27">
            <a:extLst>
              <a:ext uri="{FF2B5EF4-FFF2-40B4-BE49-F238E27FC236}">
                <a16:creationId xmlns:a16="http://schemas.microsoft.com/office/drawing/2014/main" id="{2FC9E747-CDCF-44BC-85D2-03E54C00FAE3}"/>
              </a:ext>
            </a:extLst>
          </p:cNvPr>
          <p:cNvSpPr>
            <a:spLocks/>
          </p:cNvSpPr>
          <p:nvPr/>
        </p:nvSpPr>
        <p:spPr bwMode="auto">
          <a:xfrm rot="16200000">
            <a:off x="8834209" y="5073649"/>
            <a:ext cx="152400" cy="431800"/>
          </a:xfrm>
          <a:prstGeom prst="leftBrace">
            <a:avLst>
              <a:gd name="adj1" fmla="val 23611"/>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de-DE" altLang="de-DE" sz="2400">
              <a:latin typeface="Tahoma" panose="020B0604030504040204" pitchFamily="34" charset="0"/>
            </a:endParaRPr>
          </a:p>
        </p:txBody>
      </p:sp>
    </p:spTree>
    <p:extLst>
      <p:ext uri="{BB962C8B-B14F-4D97-AF65-F5344CB8AC3E}">
        <p14:creationId xmlns:p14="http://schemas.microsoft.com/office/powerpoint/2010/main" val="111206354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Beispiel Alphabet in Binärkodierung</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22" name="Grafik 21">
            <a:extLst>
              <a:ext uri="{FF2B5EF4-FFF2-40B4-BE49-F238E27FC236}">
                <a16:creationId xmlns:a16="http://schemas.microsoft.com/office/drawing/2014/main" id="{B13E1869-2883-4144-91FE-CC1BB4A373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48335" y="1466073"/>
            <a:ext cx="1076780" cy="1443263"/>
          </a:xfrm>
          <a:prstGeom prst="rect">
            <a:avLst/>
          </a:prstGeom>
        </p:spPr>
      </p:pic>
      <mc:AlternateContent xmlns:mc="http://schemas.openxmlformats.org/markup-compatibility/2006" xmlns:a14="http://schemas.microsoft.com/office/drawing/2010/main">
        <mc:Choice Requires="a14">
          <p:sp>
            <p:nvSpPr>
              <p:cNvPr id="23" name="Textplatzhalter 7">
                <a:extLst>
                  <a:ext uri="{FF2B5EF4-FFF2-40B4-BE49-F238E27FC236}">
                    <a16:creationId xmlns:a16="http://schemas.microsoft.com/office/drawing/2014/main" id="{F9034860-24CA-434B-962A-131319292721}"/>
                  </a:ext>
                </a:extLst>
              </p:cNvPr>
              <p:cNvSpPr txBox="1">
                <a:spLocks/>
              </p:cNvSpPr>
              <p:nvPr/>
            </p:nvSpPr>
            <p:spPr>
              <a:xfrm>
                <a:off x="160867" y="1254934"/>
                <a:ext cx="4662924" cy="3811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Beispielhaft soll die Zeichenfolge "ES IST WARM" binär kodiert werden</a:t>
                </a:r>
              </a:p>
              <a:p>
                <a:r>
                  <a:rPr lang="de-DE" dirty="0"/>
                  <a:t>26 (Groß-)Buchstaben + Leerzeichen bedeutet, dass jede Stelle der Nachricht 27 Zustände abbilden muss</a:t>
                </a:r>
              </a:p>
              <a:p>
                <a:r>
                  <a:rPr lang="de-DE" dirty="0"/>
                  <a:t>Binär entspricht das </a:t>
                </a:r>
                <a14:m>
                  <m:oMath xmlns:m="http://schemas.openxmlformats.org/officeDocument/2006/math">
                    <m:sSup>
                      <m:sSupPr>
                        <m:ctrlPr>
                          <a:rPr lang="de-DE" i="1" smtClean="0">
                            <a:latin typeface="Cambria Math" panose="02040503050406030204" pitchFamily="18" charset="0"/>
                          </a:rPr>
                        </m:ctrlPr>
                      </m:sSupPr>
                      <m:e>
                        <m:r>
                          <a:rPr lang="de-DE" i="1" smtClean="0">
                            <a:latin typeface="Cambria Math" panose="02040503050406030204" pitchFamily="18" charset="0"/>
                          </a:rPr>
                          <m:t>2</m:t>
                        </m:r>
                      </m:e>
                      <m:sup>
                        <m:r>
                          <a:rPr lang="de-DE" i="1" smtClean="0">
                            <a:latin typeface="Cambria Math" panose="02040503050406030204" pitchFamily="18" charset="0"/>
                          </a:rPr>
                          <m:t>5</m:t>
                        </m:r>
                      </m:sup>
                    </m:sSup>
                    <m:r>
                      <a:rPr lang="de-DE" i="1" smtClean="0">
                        <a:latin typeface="Cambria Math" panose="02040503050406030204" pitchFamily="18" charset="0"/>
                      </a:rPr>
                      <m:t>=32</m:t>
                    </m:r>
                  </m:oMath>
                </a14:m>
                <a:r>
                  <a:rPr lang="de-DE" dirty="0"/>
                  <a:t> (nächsthöhere Stelle) Zuständen</a:t>
                </a:r>
              </a:p>
            </p:txBody>
          </p:sp>
        </mc:Choice>
        <mc:Fallback xmlns="">
          <p:sp>
            <p:nvSpPr>
              <p:cNvPr id="23" name="Textplatzhalter 7">
                <a:extLst>
                  <a:ext uri="{FF2B5EF4-FFF2-40B4-BE49-F238E27FC236}">
                    <a16:creationId xmlns:a16="http://schemas.microsoft.com/office/drawing/2014/main" id="{F9034860-24CA-434B-962A-131319292721}"/>
                  </a:ext>
                </a:extLst>
              </p:cNvPr>
              <p:cNvSpPr txBox="1">
                <a:spLocks noRot="1" noChangeAspect="1" noMove="1" noResize="1" noEditPoints="1" noAdjustHandles="1" noChangeArrowheads="1" noChangeShapeType="1" noTextEdit="1"/>
              </p:cNvSpPr>
              <p:nvPr/>
            </p:nvSpPr>
            <p:spPr>
              <a:xfrm>
                <a:off x="160867" y="1254934"/>
                <a:ext cx="4662924" cy="3811588"/>
              </a:xfrm>
              <a:prstGeom prst="rect">
                <a:avLst/>
              </a:prstGeom>
              <a:blipFill>
                <a:blip r:embed="rId3"/>
                <a:stretch>
                  <a:fillRect l="-2353" t="-2880" b="-34560"/>
                </a:stretch>
              </a:blipFill>
            </p:spPr>
            <p:txBody>
              <a:bodyPr/>
              <a:lstStyle/>
              <a:p>
                <a:r>
                  <a:rPr lang="de-DE">
                    <a:noFill/>
                  </a:rPr>
                  <a:t> </a:t>
                </a:r>
              </a:p>
            </p:txBody>
          </p:sp>
        </mc:Fallback>
      </mc:AlternateContent>
      <p:pic>
        <p:nvPicPr>
          <p:cNvPr id="24" name="Inhaltsplatzhalter 8">
            <a:extLst>
              <a:ext uri="{FF2B5EF4-FFF2-40B4-BE49-F238E27FC236}">
                <a16:creationId xmlns:a16="http://schemas.microsoft.com/office/drawing/2014/main" id="{C223F56B-C68B-4A56-8E01-116FDB59A978}"/>
              </a:ext>
            </a:extLst>
          </p:cNvPr>
          <p:cNvPicPr>
            <a:picLocks noGrp="1" noChangeAspect="1"/>
          </p:cNvPicPr>
          <p:nvPr>
            <p:ph idx="1"/>
          </p:nvPr>
        </p:nvPicPr>
        <p:blipFill rotWithShape="1">
          <a:blip r:embed="rId4"/>
          <a:srcRect t="-4651" b="50000"/>
          <a:stretch/>
        </p:blipFill>
        <p:spPr>
          <a:xfrm>
            <a:off x="4322020" y="3160728"/>
            <a:ext cx="7869980" cy="1420966"/>
          </a:xfrm>
          <a:prstGeom prst="rect">
            <a:avLst/>
          </a:prstGeom>
        </p:spPr>
      </p:pic>
      <p:pic>
        <p:nvPicPr>
          <p:cNvPr id="26" name="Inhaltsplatzhalter 8">
            <a:extLst>
              <a:ext uri="{FF2B5EF4-FFF2-40B4-BE49-F238E27FC236}">
                <a16:creationId xmlns:a16="http://schemas.microsoft.com/office/drawing/2014/main" id="{A2559E15-0175-4D66-BA03-0CFB085BA381}"/>
              </a:ext>
            </a:extLst>
          </p:cNvPr>
          <p:cNvPicPr>
            <a:picLocks noChangeAspect="1"/>
          </p:cNvPicPr>
          <p:nvPr/>
        </p:nvPicPr>
        <p:blipFill rotWithShape="1">
          <a:blip r:embed="rId4"/>
          <a:srcRect t="53385"/>
          <a:stretch/>
        </p:blipFill>
        <p:spPr>
          <a:xfrm>
            <a:off x="5418667" y="4649098"/>
            <a:ext cx="6172200" cy="950564"/>
          </a:xfrm>
          <a:prstGeom prst="rect">
            <a:avLst/>
          </a:prstGeom>
        </p:spPr>
      </p:pic>
      <p:sp>
        <p:nvSpPr>
          <p:cNvPr id="27" name="Textfeld 26">
            <a:extLst>
              <a:ext uri="{FF2B5EF4-FFF2-40B4-BE49-F238E27FC236}">
                <a16:creationId xmlns:a16="http://schemas.microsoft.com/office/drawing/2014/main" id="{5853A36D-8F40-4804-B8E2-D6DA9CC10526}"/>
              </a:ext>
            </a:extLst>
          </p:cNvPr>
          <p:cNvSpPr txBox="1"/>
          <p:nvPr/>
        </p:nvSpPr>
        <p:spPr>
          <a:xfrm>
            <a:off x="8398279" y="5675454"/>
            <a:ext cx="2278188" cy="338554"/>
          </a:xfrm>
          <a:prstGeom prst="rect">
            <a:avLst/>
          </a:prstGeom>
          <a:noFill/>
        </p:spPr>
        <p:txBody>
          <a:bodyPr wrap="none" rtlCol="0">
            <a:spAutoFit/>
          </a:bodyPr>
          <a:lstStyle/>
          <a:p>
            <a:pPr lvl="0">
              <a:defRPr/>
            </a:pPr>
            <a:r>
              <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rPr>
              <a:t>Quelle: </a:t>
            </a:r>
            <a:r>
              <a:rPr lang="de-DE" sz="800" dirty="0">
                <a:solidFill>
                  <a:prstClr val="black"/>
                </a:solidFill>
                <a:hlinkClick r:id="rId5"/>
              </a:rPr>
              <a:t>https://de.wikipedia.org/wiki/Information</a:t>
            </a:r>
            <a:endParaRPr lang="de-DE" sz="800" dirty="0">
              <a:solidFill>
                <a:prstClr val="black"/>
              </a:solidFill>
            </a:endParaRPr>
          </a:p>
          <a:p>
            <a:pPr lvl="0">
              <a:defRPr/>
            </a:pPr>
            <a:r>
              <a:rPr kumimoji="0" lang="de-DE" sz="800" b="0" i="0" u="none" strike="noStrike" kern="1200" cap="none" spc="0" normalizeH="0" baseline="0" noProof="0" dirty="0">
                <a:ln>
                  <a:noFill/>
                </a:ln>
                <a:solidFill>
                  <a:prstClr val="black"/>
                </a:solidFill>
                <a:effectLst/>
                <a:uLnTx/>
                <a:uFillTx/>
                <a:latin typeface="Calibri" panose="020F0502020204030204"/>
                <a:ea typeface="+mn-ea"/>
                <a:cs typeface="+mn-cs"/>
              </a:rPr>
              <a:t>abgerufen am 06.09.2022</a:t>
            </a:r>
          </a:p>
        </p:txBody>
      </p:sp>
    </p:spTree>
    <p:extLst>
      <p:ext uri="{BB962C8B-B14F-4D97-AF65-F5344CB8AC3E}">
        <p14:creationId xmlns:p14="http://schemas.microsoft.com/office/powerpoint/2010/main" val="2035384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Zeichendarstellung im ASCII  CODE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856" y="275210"/>
            <a:ext cx="525054" cy="1235797"/>
          </a:xfrm>
          <a:prstGeom prst="rect">
            <a:avLst/>
          </a:prstGeom>
        </p:spPr>
      </p:pic>
      <mc:AlternateContent xmlns:mc="http://schemas.openxmlformats.org/markup-compatibility/2006" xmlns:a14="http://schemas.microsoft.com/office/drawing/2010/main">
        <mc:Choice Requires="a14">
          <p:sp>
            <p:nvSpPr>
              <p:cNvPr id="12" name="Inhaltsplatzhalter 2">
                <a:extLst>
                  <a:ext uri="{FF2B5EF4-FFF2-40B4-BE49-F238E27FC236}">
                    <a16:creationId xmlns:a16="http://schemas.microsoft.com/office/drawing/2014/main" id="{396C9948-3E48-45AA-9B72-B12D4EA922FB}"/>
                  </a:ext>
                </a:extLst>
              </p:cNvPr>
              <p:cNvSpPr>
                <a:spLocks noGrp="1"/>
              </p:cNvSpPr>
              <p:nvPr>
                <p:ph idx="1"/>
              </p:nvPr>
            </p:nvSpPr>
            <p:spPr>
              <a:xfrm>
                <a:off x="557387" y="1755108"/>
                <a:ext cx="5362575" cy="4351338"/>
              </a:xfrm>
            </p:spPr>
            <p:txBody>
              <a:bodyPr>
                <a:normAutofit/>
              </a:bodyPr>
              <a:lstStyle/>
              <a:p>
                <a:r>
                  <a:rPr lang="de-DE" sz="1600" dirty="0">
                    <a:latin typeface="Arial" panose="020B0604020202020204" pitchFamily="34" charset="0"/>
                    <a:cs typeface="Arial" panose="020B0604020202020204" pitchFamily="34" charset="0"/>
                  </a:rPr>
                  <a:t>1963 - American Standard Code </a:t>
                </a:r>
                <a:r>
                  <a:rPr lang="de-DE" sz="1600" dirty="0" err="1">
                    <a:latin typeface="Arial" panose="020B0604020202020204" pitchFamily="34" charset="0"/>
                    <a:cs typeface="Arial" panose="020B0604020202020204" pitchFamily="34" charset="0"/>
                  </a:rPr>
                  <a:t>for</a:t>
                </a:r>
                <a:r>
                  <a:rPr lang="de-DE" sz="1600" dirty="0">
                    <a:latin typeface="Arial" panose="020B0604020202020204" pitchFamily="34" charset="0"/>
                    <a:cs typeface="Arial" panose="020B0604020202020204" pitchFamily="34" charset="0"/>
                  </a:rPr>
                  <a:t> Information Interchange</a:t>
                </a:r>
              </a:p>
              <a:p>
                <a:r>
                  <a:rPr lang="de-DE" sz="1600" dirty="0">
                    <a:latin typeface="Arial" panose="020B0604020202020204" pitchFamily="34" charset="0"/>
                    <a:cs typeface="Arial" panose="020B0604020202020204" pitchFamily="34" charset="0"/>
                  </a:rPr>
                  <a:t>Jede Information, die man mit der Tastatur eintippt wird als Text (Zeichenfolge) interpretiert</a:t>
                </a:r>
              </a:p>
              <a:p>
                <a:r>
                  <a:rPr lang="de-DE" sz="1600" dirty="0">
                    <a:latin typeface="Arial" panose="020B0604020202020204" pitchFamily="34" charset="0"/>
                    <a:cs typeface="Arial" panose="020B0604020202020204" pitchFamily="34" charset="0"/>
                  </a:rPr>
                  <a:t>Jedes Zeichen wird als Bitfolge codiert, belegt ein Byte</a:t>
                </a:r>
              </a:p>
              <a:p>
                <a:r>
                  <a:rPr lang="de-DE" sz="1600" dirty="0">
                    <a:latin typeface="Arial" panose="020B0604020202020204" pitchFamily="34" charset="0"/>
                    <a:cs typeface="Arial" panose="020B0604020202020204" pitchFamily="34" charset="0"/>
                  </a:rPr>
                  <a:t>Die ASCII-Codierung benutzt 7 Bits eines Byte (</a:t>
                </a:r>
                <a14:m>
                  <m:oMath xmlns:m="http://schemas.openxmlformats.org/officeDocument/2006/math">
                    <m:sSup>
                      <m:sSupPr>
                        <m:ctrlPr>
                          <a:rPr lang="de-DE" sz="1600" i="1" smtClean="0">
                            <a:latin typeface="Cambria Math" panose="02040503050406030204" pitchFamily="18" charset="0"/>
                            <a:cs typeface="Arial" panose="020B0604020202020204" pitchFamily="34" charset="0"/>
                          </a:rPr>
                        </m:ctrlPr>
                      </m:sSupPr>
                      <m:e>
                        <m:r>
                          <a:rPr lang="de-DE" sz="1600" b="0" i="1" smtClean="0">
                            <a:latin typeface="Cambria Math" panose="02040503050406030204" pitchFamily="18" charset="0"/>
                            <a:cs typeface="Arial" panose="020B0604020202020204" pitchFamily="34" charset="0"/>
                          </a:rPr>
                          <m:t>2</m:t>
                        </m:r>
                      </m:e>
                      <m:sup>
                        <m:r>
                          <a:rPr lang="de-DE" sz="1600" b="0" i="1" smtClean="0">
                            <a:latin typeface="Cambria Math" panose="02040503050406030204" pitchFamily="18" charset="0"/>
                            <a:cs typeface="Arial" panose="020B0604020202020204" pitchFamily="34" charset="0"/>
                          </a:rPr>
                          <m:t>7</m:t>
                        </m:r>
                      </m:sup>
                    </m:sSup>
                    <m:r>
                      <a:rPr lang="de-DE" sz="1600" b="0" i="1" smtClean="0">
                        <a:latin typeface="Cambria Math" panose="02040503050406030204" pitchFamily="18" charset="0"/>
                        <a:cs typeface="Arial" panose="020B0604020202020204" pitchFamily="34" charset="0"/>
                      </a:rPr>
                      <m:t>=128</m:t>
                    </m:r>
                  </m:oMath>
                </a14:m>
                <a:r>
                  <a:rPr lang="de-DE" sz="1600" dirty="0">
                    <a:latin typeface="Arial" panose="020B0604020202020204" pitchFamily="34" charset="0"/>
                    <a:cs typeface="Arial" panose="020B0604020202020204" pitchFamily="34" charset="0"/>
                  </a:rPr>
                  <a:t> Möglichkeiten) zur Darstellung eines Zeichens</a:t>
                </a:r>
              </a:p>
              <a:p>
                <a:r>
                  <a:rPr lang="de-DE" sz="1600" dirty="0">
                    <a:latin typeface="Arial" panose="020B0604020202020204" pitchFamily="34" charset="0"/>
                    <a:cs typeface="Arial" panose="020B0604020202020204" pitchFamily="34" charset="0"/>
                  </a:rPr>
                  <a:t>ASCII Zeichen können mittels ALT + Ziffernblocknummern (ALT+079 = 'O') in Textverarbeitungen eingefügt werden</a:t>
                </a:r>
              </a:p>
            </p:txBody>
          </p:sp>
        </mc:Choice>
        <mc:Fallback xmlns="">
          <p:sp>
            <p:nvSpPr>
              <p:cNvPr id="12" name="Inhaltsplatzhalter 2">
                <a:extLst>
                  <a:ext uri="{FF2B5EF4-FFF2-40B4-BE49-F238E27FC236}">
                    <a16:creationId xmlns:a16="http://schemas.microsoft.com/office/drawing/2014/main" id="{396C9948-3E48-45AA-9B72-B12D4EA922FB}"/>
                  </a:ext>
                </a:extLst>
              </p:cNvPr>
              <p:cNvSpPr>
                <a:spLocks noGrp="1" noRot="1" noChangeAspect="1" noMove="1" noResize="1" noEditPoints="1" noAdjustHandles="1" noChangeArrowheads="1" noChangeShapeType="1" noTextEdit="1"/>
              </p:cNvSpPr>
              <p:nvPr>
                <p:ph idx="1"/>
              </p:nvPr>
            </p:nvSpPr>
            <p:spPr>
              <a:xfrm>
                <a:off x="557387" y="1755108"/>
                <a:ext cx="5362575" cy="4351338"/>
              </a:xfrm>
              <a:blipFill>
                <a:blip r:embed="rId3"/>
                <a:stretch>
                  <a:fillRect l="-455" t="-980" r="-1705"/>
                </a:stretch>
              </a:blipFill>
            </p:spPr>
            <p:txBody>
              <a:bodyPr/>
              <a:lstStyle/>
              <a:p>
                <a:r>
                  <a:rPr lang="de-DE">
                    <a:noFill/>
                  </a:rPr>
                  <a:t> </a:t>
                </a:r>
              </a:p>
            </p:txBody>
          </p:sp>
        </mc:Fallback>
      </mc:AlternateContent>
      <p:pic>
        <p:nvPicPr>
          <p:cNvPr id="14" name="Picture 3" descr="M:\Knut (hik)\Lehre\Lehrmaterialien\Einführung Informatik\ascii.gif">
            <a:extLst>
              <a:ext uri="{FF2B5EF4-FFF2-40B4-BE49-F238E27FC236}">
                <a16:creationId xmlns:a16="http://schemas.microsoft.com/office/drawing/2014/main" id="{2AAFBEEB-5299-48B9-B6B1-411D76EC5B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8874" y="1691703"/>
            <a:ext cx="5792370" cy="4199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897231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Binärzeichen verstehen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856" y="275210"/>
            <a:ext cx="525054" cy="1235797"/>
          </a:xfrm>
          <a:prstGeom prst="rect">
            <a:avLst/>
          </a:prstGeom>
        </p:spPr>
      </p:pic>
      <p:pic>
        <p:nvPicPr>
          <p:cNvPr id="10" name="Grafik 9">
            <a:extLst>
              <a:ext uri="{FF2B5EF4-FFF2-40B4-BE49-F238E27FC236}">
                <a16:creationId xmlns:a16="http://schemas.microsoft.com/office/drawing/2014/main" id="{75DC86A8-2DAF-4DB4-840F-F50226B1AF96}"/>
              </a:ext>
            </a:extLst>
          </p:cNvPr>
          <p:cNvPicPr>
            <a:picLocks noChangeAspect="1"/>
          </p:cNvPicPr>
          <p:nvPr/>
        </p:nvPicPr>
        <p:blipFill>
          <a:blip r:embed="rId3"/>
          <a:stretch>
            <a:fillRect/>
          </a:stretch>
        </p:blipFill>
        <p:spPr>
          <a:xfrm>
            <a:off x="9249236" y="2071405"/>
            <a:ext cx="2608498" cy="3115002"/>
          </a:xfrm>
          <a:prstGeom prst="rect">
            <a:avLst/>
          </a:prstGeom>
        </p:spPr>
      </p:pic>
      <mc:AlternateContent xmlns:mc="http://schemas.openxmlformats.org/markup-compatibility/2006" xmlns:a14="http://schemas.microsoft.com/office/drawing/2010/main">
        <mc:Choice Requires="a14">
          <p:sp>
            <p:nvSpPr>
              <p:cNvPr id="11" name="Textplatzhalter 2">
                <a:extLst>
                  <a:ext uri="{FF2B5EF4-FFF2-40B4-BE49-F238E27FC236}">
                    <a16:creationId xmlns:a16="http://schemas.microsoft.com/office/drawing/2014/main" id="{F1C65469-0FAB-4AC2-ABAB-B4FDB1328E94}"/>
                  </a:ext>
                </a:extLst>
              </p:cNvPr>
              <p:cNvSpPr txBox="1">
                <a:spLocks/>
              </p:cNvSpPr>
              <p:nvPr/>
            </p:nvSpPr>
            <p:spPr>
              <a:xfrm>
                <a:off x="561492" y="2093398"/>
                <a:ext cx="3932237" cy="3811588"/>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Basis ist seit 1963 die Codierung eines jeden Zeichens in ein Bitmuster (</a:t>
                </a:r>
                <a:r>
                  <a:rPr lang="de-DE" b="1" dirty="0"/>
                  <a:t>ASCII</a:t>
                </a:r>
                <a:r>
                  <a:rPr lang="de-DE" dirty="0"/>
                  <a:t> = American Standard Code </a:t>
                </a:r>
                <a:r>
                  <a:rPr lang="de-DE" dirty="0" err="1"/>
                  <a:t>for</a:t>
                </a:r>
                <a:r>
                  <a:rPr lang="de-DE" dirty="0"/>
                  <a:t> Information Interchange)</a:t>
                </a:r>
              </a:p>
              <a:p>
                <a:r>
                  <a:rPr lang="de-DE" dirty="0"/>
                  <a:t>Mit Sonderzeichen erfolgt die Abbildung in einem 8-Bit-Code, möglich sind </a:t>
                </a:r>
                <a14:m>
                  <m:oMath xmlns:m="http://schemas.openxmlformats.org/officeDocument/2006/math">
                    <m:sSup>
                      <m:sSupPr>
                        <m:ctrlPr>
                          <a:rPr lang="de-DE" i="1" smtClean="0">
                            <a:latin typeface="Cambria Math" panose="02040503050406030204" pitchFamily="18" charset="0"/>
                          </a:rPr>
                        </m:ctrlPr>
                      </m:sSupPr>
                      <m:e>
                        <m:r>
                          <a:rPr lang="de-DE" i="1" smtClean="0">
                            <a:latin typeface="Cambria Math" panose="02040503050406030204" pitchFamily="18" charset="0"/>
                          </a:rPr>
                          <m:t>2</m:t>
                        </m:r>
                      </m:e>
                      <m:sup>
                        <m:r>
                          <a:rPr lang="de-DE" i="1" smtClean="0">
                            <a:latin typeface="Cambria Math" panose="02040503050406030204" pitchFamily="18" charset="0"/>
                          </a:rPr>
                          <m:t>8</m:t>
                        </m:r>
                      </m:sup>
                    </m:sSup>
                  </m:oMath>
                </a14:m>
                <a:r>
                  <a:rPr lang="de-DE" dirty="0"/>
                  <a:t> Zeichen</a:t>
                </a:r>
              </a:p>
              <a:p>
                <a:r>
                  <a:rPr lang="de-DE" dirty="0"/>
                  <a:t>Zuordnung mittels hexadezimalen Koordinatensystem (Codepage)</a:t>
                </a:r>
              </a:p>
              <a:p>
                <a:r>
                  <a:rPr lang="de-DE" i="1" dirty="0"/>
                  <a:t>ALT + 073</a:t>
                </a:r>
                <a:r>
                  <a:rPr lang="de-DE" dirty="0"/>
                  <a:t> = „I“ (73ste Dezimalstelle)</a:t>
                </a:r>
              </a:p>
            </p:txBody>
          </p:sp>
        </mc:Choice>
        <mc:Fallback xmlns="">
          <p:sp>
            <p:nvSpPr>
              <p:cNvPr id="11" name="Textplatzhalter 2">
                <a:extLst>
                  <a:ext uri="{FF2B5EF4-FFF2-40B4-BE49-F238E27FC236}">
                    <a16:creationId xmlns:a16="http://schemas.microsoft.com/office/drawing/2014/main" id="{F1C65469-0FAB-4AC2-ABAB-B4FDB1328E94}"/>
                  </a:ext>
                </a:extLst>
              </p:cNvPr>
              <p:cNvSpPr txBox="1">
                <a:spLocks noRot="1" noChangeAspect="1" noMove="1" noResize="1" noEditPoints="1" noAdjustHandles="1" noChangeArrowheads="1" noChangeShapeType="1" noTextEdit="1"/>
              </p:cNvSpPr>
              <p:nvPr/>
            </p:nvSpPr>
            <p:spPr>
              <a:xfrm>
                <a:off x="561492" y="2093398"/>
                <a:ext cx="3932237" cy="3811588"/>
              </a:xfrm>
              <a:prstGeom prst="rect">
                <a:avLst/>
              </a:prstGeom>
              <a:blipFill>
                <a:blip r:embed="rId4"/>
                <a:stretch>
                  <a:fillRect l="-1395" t="-3035" r="-3256"/>
                </a:stretch>
              </a:blipFill>
            </p:spPr>
            <p:txBody>
              <a:bodyPr/>
              <a:lstStyle/>
              <a:p>
                <a:r>
                  <a:rPr lang="de-DE">
                    <a:noFill/>
                  </a:rPr>
                  <a:t> </a:t>
                </a:r>
              </a:p>
            </p:txBody>
          </p:sp>
        </mc:Fallback>
      </mc:AlternateContent>
      <p:pic>
        <p:nvPicPr>
          <p:cNvPr id="16" name="Picture 2" descr="http://www.praktiker.at/images/dwlcp858.gif">
            <a:extLst>
              <a:ext uri="{FF2B5EF4-FFF2-40B4-BE49-F238E27FC236}">
                <a16:creationId xmlns:a16="http://schemas.microsoft.com/office/drawing/2014/main" id="{4F45CC48-46DA-4F37-BC20-D26978CC47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9479" y="1786216"/>
            <a:ext cx="4324180" cy="3685381"/>
          </a:xfrm>
          <a:prstGeom prst="rect">
            <a:avLst/>
          </a:prstGeom>
          <a:noFill/>
          <a:extLst>
            <a:ext uri="{909E8E84-426E-40DD-AFC4-6F175D3DCCD1}">
              <a14:hiddenFill xmlns:a14="http://schemas.microsoft.com/office/drawing/2010/main">
                <a:solidFill>
                  <a:srgbClr val="FFFFFF"/>
                </a:solidFill>
              </a14:hiddenFill>
            </a:ext>
          </a:extLst>
        </p:spPr>
      </p:pic>
      <p:sp>
        <p:nvSpPr>
          <p:cNvPr id="17" name="Rechteck 16">
            <a:extLst>
              <a:ext uri="{FF2B5EF4-FFF2-40B4-BE49-F238E27FC236}">
                <a16:creationId xmlns:a16="http://schemas.microsoft.com/office/drawing/2014/main" id="{28724059-D504-48C4-BBA5-CEF78C55D320}"/>
              </a:ext>
            </a:extLst>
          </p:cNvPr>
          <p:cNvSpPr/>
          <p:nvPr/>
        </p:nvSpPr>
        <p:spPr>
          <a:xfrm>
            <a:off x="4664536" y="3029231"/>
            <a:ext cx="4584700" cy="195580"/>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hteck 17">
            <a:extLst>
              <a:ext uri="{FF2B5EF4-FFF2-40B4-BE49-F238E27FC236}">
                <a16:creationId xmlns:a16="http://schemas.microsoft.com/office/drawing/2014/main" id="{82008736-BD5D-4CFD-8A9C-22E3C1C8D64E}"/>
              </a:ext>
            </a:extLst>
          </p:cNvPr>
          <p:cNvSpPr/>
          <p:nvPr/>
        </p:nvSpPr>
        <p:spPr>
          <a:xfrm rot="5400000">
            <a:off x="5564810" y="3651531"/>
            <a:ext cx="3444553" cy="195580"/>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935027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vom ASCII zum Unicode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856" y="275210"/>
            <a:ext cx="525054" cy="1235797"/>
          </a:xfrm>
          <a:prstGeom prst="rect">
            <a:avLst/>
          </a:prstGeom>
        </p:spPr>
      </p:pic>
      <mc:AlternateContent xmlns:mc="http://schemas.openxmlformats.org/markup-compatibility/2006" xmlns:a14="http://schemas.microsoft.com/office/drawing/2010/main">
        <mc:Choice Requires="a14">
          <p:sp>
            <p:nvSpPr>
              <p:cNvPr id="12" name="Inhaltsplatzhalter 2">
                <a:extLst>
                  <a:ext uri="{FF2B5EF4-FFF2-40B4-BE49-F238E27FC236}">
                    <a16:creationId xmlns:a16="http://schemas.microsoft.com/office/drawing/2014/main" id="{709719D1-8835-4461-9333-B8381B65A910}"/>
                  </a:ext>
                </a:extLst>
              </p:cNvPr>
              <p:cNvSpPr>
                <a:spLocks noGrp="1"/>
              </p:cNvSpPr>
              <p:nvPr>
                <p:ph idx="1"/>
              </p:nvPr>
            </p:nvSpPr>
            <p:spPr>
              <a:xfrm>
                <a:off x="160867" y="1511007"/>
                <a:ext cx="10515600" cy="4351338"/>
              </a:xfrm>
            </p:spPr>
            <p:txBody>
              <a:bodyPr>
                <a:noAutofit/>
              </a:bodyPr>
              <a:lstStyle/>
              <a:p>
                <a:r>
                  <a:rPr lang="de-DE" sz="2000" dirty="0"/>
                  <a:t>Das achte Bit eines Byte wurde bei ASCII  früher als Kontrollbit für die Datenübertragung genutzt: Es wurde auf 0 oder 1 gesetzt, damit die Anzahl der 1en immer gerade war (</a:t>
                </a:r>
                <a:r>
                  <a:rPr lang="de-DE" sz="2000" dirty="0" err="1"/>
                  <a:t>even</a:t>
                </a:r>
                <a:r>
                  <a:rPr lang="de-DE" sz="2000" dirty="0"/>
                  <a:t> </a:t>
                </a:r>
                <a:r>
                  <a:rPr lang="de-DE" sz="2000" dirty="0" err="1"/>
                  <a:t>parity</a:t>
                </a:r>
                <a:r>
                  <a:rPr lang="de-DE" sz="2000" dirty="0"/>
                  <a:t>). Trat bei der Datenübertragung ein kleiner Fehler auf (1 Bit gedreht), wurde dies erkannt.</a:t>
                </a:r>
              </a:p>
              <a:p>
                <a:r>
                  <a:rPr lang="de-DE" sz="2000" dirty="0"/>
                  <a:t>Wegen verbesserter Qualität der Datenübertragung wurde das Kontrollbit überflüssig. Man konnte es für die Kodierung verwenden, so dass nun </a:t>
                </a:r>
                <a14:m>
                  <m:oMath xmlns:m="http://schemas.openxmlformats.org/officeDocument/2006/math">
                    <m:sSup>
                      <m:sSupPr>
                        <m:ctrlPr>
                          <a:rPr lang="de-DE" sz="2000" i="1" dirty="0" smtClean="0">
                            <a:latin typeface="Cambria Math" panose="02040503050406030204" pitchFamily="18" charset="0"/>
                          </a:rPr>
                        </m:ctrlPr>
                      </m:sSupPr>
                      <m:e>
                        <m:r>
                          <a:rPr lang="de-DE" sz="2000" b="0" i="1" dirty="0" smtClean="0">
                            <a:latin typeface="Cambria Math" panose="02040503050406030204" pitchFamily="18" charset="0"/>
                          </a:rPr>
                          <m:t>2</m:t>
                        </m:r>
                      </m:e>
                      <m:sup>
                        <m:r>
                          <a:rPr lang="de-DE" sz="2000" b="0" i="1" dirty="0" smtClean="0">
                            <a:latin typeface="Cambria Math" panose="02040503050406030204" pitchFamily="18" charset="0"/>
                          </a:rPr>
                          <m:t>8</m:t>
                        </m:r>
                      </m:sup>
                    </m:sSup>
                  </m:oMath>
                </a14:m>
                <a:r>
                  <a:rPr lang="de-DE" sz="2000" dirty="0"/>
                  <a:t> = 256 Zeichen zur Verfügung stehen</a:t>
                </a:r>
              </a:p>
              <a:p>
                <a:r>
                  <a:rPr lang="de-DE" sz="2000" dirty="0"/>
                  <a:t>Die International </a:t>
                </a:r>
                <a:r>
                  <a:rPr lang="de-DE" sz="2000" dirty="0" err="1"/>
                  <a:t>Standardization</a:t>
                </a:r>
                <a:r>
                  <a:rPr lang="de-DE" sz="2000" dirty="0"/>
                  <a:t> </a:t>
                </a:r>
                <a:r>
                  <a:rPr lang="de-DE" sz="2000" dirty="0" err="1"/>
                  <a:t>Organization</a:t>
                </a:r>
                <a:r>
                  <a:rPr lang="de-DE" sz="2000" dirty="0"/>
                  <a:t> (ISO) hat verschiedene ASCII-Erweiterungen normiert. In Europa ist die ASCII-Erweiterung Latin-1 nützlich (sprachspezifische Zeichen: „ä“, „ö“, „ü“, „Ä“, „Ö“, „Ü“)</a:t>
                </a:r>
              </a:p>
              <a:p>
                <a:r>
                  <a:rPr lang="de-DE" sz="2000" dirty="0"/>
                  <a:t>Wegen der Problematik der ASCII-Erweiterungen aus den unterschiedlichen Kulturkreisen entstand in den letzten Jahren ein neuer Standard: </a:t>
                </a:r>
                <a:r>
                  <a:rPr lang="de-DE" sz="2000" b="1" dirty="0"/>
                  <a:t>Unicode</a:t>
                </a:r>
                <a:r>
                  <a:rPr lang="de-DE" sz="2000" dirty="0"/>
                  <a:t>, verwendet 16-Bit-Codierung (maximal </a:t>
                </a:r>
                <a14:m>
                  <m:oMath xmlns:m="http://schemas.openxmlformats.org/officeDocument/2006/math">
                    <m:sSup>
                      <m:sSupPr>
                        <m:ctrlPr>
                          <a:rPr lang="de-DE" sz="2000" i="1" dirty="0">
                            <a:latin typeface="Cambria Math" panose="02040503050406030204" pitchFamily="18" charset="0"/>
                          </a:rPr>
                        </m:ctrlPr>
                      </m:sSupPr>
                      <m:e>
                        <m:r>
                          <a:rPr lang="de-DE" sz="2000" i="1" dirty="0">
                            <a:latin typeface="Cambria Math" panose="02040503050406030204" pitchFamily="18" charset="0"/>
                          </a:rPr>
                          <m:t>2</m:t>
                        </m:r>
                      </m:e>
                      <m:sup>
                        <m:r>
                          <a:rPr lang="de-DE" sz="2000" b="0" i="1" dirty="0" smtClean="0">
                            <a:latin typeface="Cambria Math" panose="02040503050406030204" pitchFamily="18" charset="0"/>
                          </a:rPr>
                          <m:t>16</m:t>
                        </m:r>
                      </m:sup>
                    </m:sSup>
                  </m:oMath>
                </a14:m>
                <a:r>
                  <a:rPr lang="de-DE" sz="2000" dirty="0"/>
                  <a:t> = 65.536 Zeichen)</a:t>
                </a:r>
              </a:p>
              <a:p>
                <a:r>
                  <a:rPr lang="de-DE" sz="2000" dirty="0"/>
                  <a:t>Die ersten 128 Zeichen sind identisch mit ASCII, die nächsten 128 Zeichen sind identisch mit ISO-</a:t>
                </a:r>
                <a:r>
                  <a:rPr lang="de-DE" sz="2000" dirty="0" err="1"/>
                  <a:t>Latin</a:t>
                </a:r>
                <a:r>
                  <a:rPr lang="de-DE" sz="2000" dirty="0"/>
                  <a:t> 1</a:t>
                </a:r>
              </a:p>
            </p:txBody>
          </p:sp>
        </mc:Choice>
        <mc:Fallback xmlns="">
          <p:sp>
            <p:nvSpPr>
              <p:cNvPr id="12" name="Inhaltsplatzhalter 2">
                <a:extLst>
                  <a:ext uri="{FF2B5EF4-FFF2-40B4-BE49-F238E27FC236}">
                    <a16:creationId xmlns:a16="http://schemas.microsoft.com/office/drawing/2014/main" id="{709719D1-8835-4461-9333-B8381B65A910}"/>
                  </a:ext>
                </a:extLst>
              </p:cNvPr>
              <p:cNvSpPr>
                <a:spLocks noGrp="1" noRot="1" noChangeAspect="1" noMove="1" noResize="1" noEditPoints="1" noAdjustHandles="1" noChangeArrowheads="1" noChangeShapeType="1" noTextEdit="1"/>
              </p:cNvSpPr>
              <p:nvPr>
                <p:ph idx="1"/>
              </p:nvPr>
            </p:nvSpPr>
            <p:spPr>
              <a:xfrm>
                <a:off x="160867" y="1511007"/>
                <a:ext cx="10515600" cy="4351338"/>
              </a:xfrm>
              <a:blipFill>
                <a:blip r:embed="rId3"/>
                <a:stretch>
                  <a:fillRect l="-522" t="-1401" r="-1217" b="-10924"/>
                </a:stretch>
              </a:blipFill>
            </p:spPr>
            <p:txBody>
              <a:bodyPr/>
              <a:lstStyle/>
              <a:p>
                <a:r>
                  <a:rPr lang="de-DE">
                    <a:noFill/>
                  </a:rPr>
                  <a:t> </a:t>
                </a:r>
              </a:p>
            </p:txBody>
          </p:sp>
        </mc:Fallback>
      </mc:AlternateContent>
    </p:spTree>
    <p:extLst>
      <p:ext uri="{BB962C8B-B14F-4D97-AF65-F5344CB8AC3E}">
        <p14:creationId xmlns:p14="http://schemas.microsoft.com/office/powerpoint/2010/main" val="123081971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Anwendungsbeispiel:</a:t>
            </a:r>
            <a:br>
              <a:rPr lang="de-DE" sz="3600" dirty="0"/>
            </a:br>
            <a:r>
              <a:rPr lang="de-DE" sz="3600" dirty="0"/>
              <a:t>Farben in Hexadezimaldarstellung</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5856" y="275210"/>
            <a:ext cx="525054" cy="1235797"/>
          </a:xfrm>
          <a:prstGeom prst="rect">
            <a:avLst/>
          </a:prstGeom>
        </p:spPr>
      </p:pic>
      <mc:AlternateContent xmlns:mc="http://schemas.openxmlformats.org/markup-compatibility/2006" xmlns:a14="http://schemas.microsoft.com/office/drawing/2010/main">
        <mc:Choice Requires="a14">
          <p:sp>
            <p:nvSpPr>
              <p:cNvPr id="9" name="Inhaltsplatzhalter 2">
                <a:extLst>
                  <a:ext uri="{FF2B5EF4-FFF2-40B4-BE49-F238E27FC236}">
                    <a16:creationId xmlns:a16="http://schemas.microsoft.com/office/drawing/2014/main" id="{7675EC45-4BB0-4495-ABA4-ACB8F6965C5F}"/>
                  </a:ext>
                </a:extLst>
              </p:cNvPr>
              <p:cNvSpPr>
                <a:spLocks noGrp="1"/>
              </p:cNvSpPr>
              <p:nvPr>
                <p:ph idx="1"/>
              </p:nvPr>
            </p:nvSpPr>
            <p:spPr>
              <a:xfrm>
                <a:off x="387626" y="1831681"/>
                <a:ext cx="10515600" cy="2319337"/>
              </a:xfrm>
            </p:spPr>
            <p:txBody>
              <a:bodyPr>
                <a:normAutofit fontScale="85000" lnSpcReduction="20000"/>
              </a:bodyPr>
              <a:lstStyle/>
              <a:p>
                <a:r>
                  <a:rPr lang="de-DE" dirty="0"/>
                  <a:t>Farben werden im Computer in Rot, Grün, Blau </a:t>
                </a:r>
                <a:r>
                  <a:rPr lang="de-DE" dirty="0" err="1"/>
                  <a:t>schreibweise</a:t>
                </a:r>
                <a:r>
                  <a:rPr lang="de-DE" dirty="0"/>
                  <a:t> gespeichert (RGB) und aus diesen Farben gemischt</a:t>
                </a:r>
              </a:p>
              <a:p>
                <a:r>
                  <a:rPr lang="de-DE" dirty="0"/>
                  <a:t>Es ergeben sich insgesamt: </a:t>
                </a:r>
                <a14:m>
                  <m:oMath xmlns:m="http://schemas.openxmlformats.org/officeDocument/2006/math">
                    <m:sSup>
                      <m:sSupPr>
                        <m:ctrlPr>
                          <a:rPr lang="de-DE"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8∗3</m:t>
                        </m:r>
                      </m:sup>
                    </m:sSup>
                    <m:r>
                      <a:rPr lang="de-DE" b="0" i="1" smtClean="0">
                        <a:latin typeface="Cambria Math" panose="02040503050406030204" pitchFamily="18" charset="0"/>
                      </a:rPr>
                      <m:t>=</m:t>
                    </m:r>
                    <m:sSup>
                      <m:sSupPr>
                        <m:ctrlPr>
                          <a:rPr lang="de-DE" b="0" i="1" smtClean="0">
                            <a:latin typeface="Cambria Math" panose="02040503050406030204" pitchFamily="18" charset="0"/>
                          </a:rPr>
                        </m:ctrlPr>
                      </m:sSupPr>
                      <m:e>
                        <m:r>
                          <a:rPr lang="de-DE" b="0" i="1" smtClean="0">
                            <a:latin typeface="Cambria Math" panose="02040503050406030204" pitchFamily="18" charset="0"/>
                          </a:rPr>
                          <m:t>2</m:t>
                        </m:r>
                      </m:e>
                      <m:sup>
                        <m:r>
                          <a:rPr lang="de-DE" b="0" i="1" smtClean="0">
                            <a:latin typeface="Cambria Math" panose="02040503050406030204" pitchFamily="18" charset="0"/>
                          </a:rPr>
                          <m:t>24</m:t>
                        </m:r>
                      </m:sup>
                    </m:sSup>
                    <m:r>
                      <a:rPr lang="de-DE" b="0" i="1" smtClean="0">
                        <a:latin typeface="Cambria Math" panose="02040503050406030204" pitchFamily="18" charset="0"/>
                      </a:rPr>
                      <m:t>=16.777.216</m:t>
                    </m:r>
                  </m:oMath>
                </a14:m>
                <a:r>
                  <a:rPr lang="de-DE" dirty="0"/>
                  <a:t> mögliche Farbwerte</a:t>
                </a:r>
              </a:p>
              <a:p>
                <a:r>
                  <a:rPr lang="de-DE" dirty="0"/>
                  <a:t>Jede Grundfarbe belegt hierbei ein Byte, es sind also z.B. 255 Schattierungen von Rot möglich</a:t>
                </a:r>
              </a:p>
              <a:p>
                <a:r>
                  <a:rPr lang="de-DE" dirty="0"/>
                  <a:t>Damit man nur zwei Stellen für die Darstellung jeder Farbe benötigt, wird die Hexadezimaldarstellung oft genutzt:</a:t>
                </a:r>
              </a:p>
            </p:txBody>
          </p:sp>
        </mc:Choice>
        <mc:Fallback xmlns="">
          <p:sp>
            <p:nvSpPr>
              <p:cNvPr id="9" name="Inhaltsplatzhalter 2">
                <a:extLst>
                  <a:ext uri="{FF2B5EF4-FFF2-40B4-BE49-F238E27FC236}">
                    <a16:creationId xmlns:a16="http://schemas.microsoft.com/office/drawing/2014/main" id="{7675EC45-4BB0-4495-ABA4-ACB8F6965C5F}"/>
                  </a:ext>
                </a:extLst>
              </p:cNvPr>
              <p:cNvSpPr>
                <a:spLocks noGrp="1" noRot="1" noChangeAspect="1" noMove="1" noResize="1" noEditPoints="1" noAdjustHandles="1" noChangeArrowheads="1" noChangeShapeType="1" noTextEdit="1"/>
              </p:cNvSpPr>
              <p:nvPr>
                <p:ph idx="1"/>
              </p:nvPr>
            </p:nvSpPr>
            <p:spPr>
              <a:xfrm>
                <a:off x="387626" y="1831681"/>
                <a:ext cx="10515600" cy="2319337"/>
              </a:xfrm>
              <a:blipFill>
                <a:blip r:embed="rId3"/>
                <a:stretch>
                  <a:fillRect l="-812" t="-6299" b="-3937"/>
                </a:stretch>
              </a:blipFill>
            </p:spPr>
            <p:txBody>
              <a:bodyPr/>
              <a:lstStyle/>
              <a:p>
                <a:r>
                  <a:rPr lang="de-DE">
                    <a:noFill/>
                  </a:rPr>
                  <a:t> </a:t>
                </a:r>
              </a:p>
            </p:txBody>
          </p:sp>
        </mc:Fallback>
      </mc:AlternateContent>
      <p:sp>
        <p:nvSpPr>
          <p:cNvPr id="10" name="Textfeld 1">
            <a:extLst>
              <a:ext uri="{FF2B5EF4-FFF2-40B4-BE49-F238E27FC236}">
                <a16:creationId xmlns:a16="http://schemas.microsoft.com/office/drawing/2014/main" id="{65A0631F-05A1-4727-A79E-B9E116710B54}"/>
              </a:ext>
            </a:extLst>
          </p:cNvPr>
          <p:cNvSpPr txBox="1">
            <a:spLocks noChangeArrowheads="1"/>
          </p:cNvSpPr>
          <p:nvPr/>
        </p:nvSpPr>
        <p:spPr bwMode="auto">
          <a:xfrm>
            <a:off x="307521" y="4525668"/>
            <a:ext cx="295665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de-DE" altLang="de-DE" sz="6000" b="1" dirty="0">
                <a:latin typeface="Courier New" panose="02070309020205020404" pitchFamily="49" charset="0"/>
                <a:cs typeface="Courier New" panose="02070309020205020404" pitchFamily="49" charset="0"/>
              </a:rPr>
              <a:t>FFFFFF</a:t>
            </a:r>
          </a:p>
        </p:txBody>
      </p:sp>
      <p:sp>
        <p:nvSpPr>
          <p:cNvPr id="11" name="Rechteck 10">
            <a:extLst>
              <a:ext uri="{FF2B5EF4-FFF2-40B4-BE49-F238E27FC236}">
                <a16:creationId xmlns:a16="http://schemas.microsoft.com/office/drawing/2014/main" id="{D9C6E2E7-597C-474A-AE3F-CAB9A28ABC11}"/>
              </a:ext>
            </a:extLst>
          </p:cNvPr>
          <p:cNvSpPr/>
          <p:nvPr/>
        </p:nvSpPr>
        <p:spPr>
          <a:xfrm>
            <a:off x="3492046" y="4553449"/>
            <a:ext cx="962025" cy="962025"/>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
            <a:extLst>
              <a:ext uri="{FF2B5EF4-FFF2-40B4-BE49-F238E27FC236}">
                <a16:creationId xmlns:a16="http://schemas.microsoft.com/office/drawing/2014/main" id="{66F3A408-9F18-4F17-8D8E-004449D0123E}"/>
              </a:ext>
            </a:extLst>
          </p:cNvPr>
          <p:cNvSpPr txBox="1">
            <a:spLocks noChangeArrowheads="1"/>
          </p:cNvSpPr>
          <p:nvPr/>
        </p:nvSpPr>
        <p:spPr bwMode="auto">
          <a:xfrm>
            <a:off x="6986928" y="4066880"/>
            <a:ext cx="295665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de-DE" altLang="de-DE" sz="6000" b="1" dirty="0">
                <a:latin typeface="Courier New" panose="02070309020205020404" pitchFamily="49" charset="0"/>
                <a:cs typeface="Courier New" panose="02070309020205020404" pitchFamily="49" charset="0"/>
              </a:rPr>
              <a:t>000000</a:t>
            </a:r>
          </a:p>
        </p:txBody>
      </p:sp>
      <p:sp>
        <p:nvSpPr>
          <p:cNvPr id="16" name="Rechteck 15">
            <a:extLst>
              <a:ext uri="{FF2B5EF4-FFF2-40B4-BE49-F238E27FC236}">
                <a16:creationId xmlns:a16="http://schemas.microsoft.com/office/drawing/2014/main" id="{782D77C9-FE4F-4330-9499-C995AA03D845}"/>
              </a:ext>
            </a:extLst>
          </p:cNvPr>
          <p:cNvSpPr/>
          <p:nvPr/>
        </p:nvSpPr>
        <p:spPr>
          <a:xfrm>
            <a:off x="10169071" y="4066880"/>
            <a:ext cx="962025" cy="962025"/>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feld 1">
            <a:extLst>
              <a:ext uri="{FF2B5EF4-FFF2-40B4-BE49-F238E27FC236}">
                <a16:creationId xmlns:a16="http://schemas.microsoft.com/office/drawing/2014/main" id="{3CE25A8E-313E-4474-949D-1B633C1A2B0E}"/>
              </a:ext>
            </a:extLst>
          </p:cNvPr>
          <p:cNvSpPr txBox="1">
            <a:spLocks noChangeArrowheads="1"/>
          </p:cNvSpPr>
          <p:nvPr/>
        </p:nvSpPr>
        <p:spPr bwMode="auto">
          <a:xfrm>
            <a:off x="6997309" y="5247583"/>
            <a:ext cx="295665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rgbClr val="5A3471"/>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rgbClr val="5A347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5A3471"/>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de-DE" altLang="de-DE" sz="6000" b="1" dirty="0">
                <a:latin typeface="Courier New" panose="02070309020205020404" pitchFamily="49" charset="0"/>
                <a:cs typeface="Courier New" panose="02070309020205020404" pitchFamily="49" charset="0"/>
              </a:rPr>
              <a:t>FF0000</a:t>
            </a:r>
          </a:p>
        </p:txBody>
      </p:sp>
      <p:sp>
        <p:nvSpPr>
          <p:cNvPr id="18" name="Rechteck 17">
            <a:extLst>
              <a:ext uri="{FF2B5EF4-FFF2-40B4-BE49-F238E27FC236}">
                <a16:creationId xmlns:a16="http://schemas.microsoft.com/office/drawing/2014/main" id="{E4DFD156-F9E3-4702-B0C9-DB9A60BBBBAC}"/>
              </a:ext>
            </a:extLst>
          </p:cNvPr>
          <p:cNvSpPr/>
          <p:nvPr/>
        </p:nvSpPr>
        <p:spPr>
          <a:xfrm>
            <a:off x="10169070" y="5173368"/>
            <a:ext cx="962025" cy="962025"/>
          </a:xfrm>
          <a:prstGeom prst="rect">
            <a:avLst/>
          </a:prstGeom>
          <a:solidFill>
            <a:srgbClr val="FF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87965713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Übungen zu Zahlensystemen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sp>
        <p:nvSpPr>
          <p:cNvPr id="3" name="Inhaltsplatzhalter 2">
            <a:extLst>
              <a:ext uri="{FF2B5EF4-FFF2-40B4-BE49-F238E27FC236}">
                <a16:creationId xmlns:a16="http://schemas.microsoft.com/office/drawing/2014/main" id="{D8F2D378-76F9-4D61-9E0B-A637B3FF898B}"/>
              </a:ext>
            </a:extLst>
          </p:cNvPr>
          <p:cNvSpPr>
            <a:spLocks noGrp="1"/>
          </p:cNvSpPr>
          <p:nvPr>
            <p:ph idx="1"/>
          </p:nvPr>
        </p:nvSpPr>
        <p:spPr>
          <a:xfrm>
            <a:off x="916241" y="2513348"/>
            <a:ext cx="4795446" cy="1991001"/>
          </a:xfrm>
        </p:spPr>
        <p:txBody>
          <a:bodyPr/>
          <a:lstStyle/>
          <a:p>
            <a:r>
              <a:rPr lang="de-DE" dirty="0"/>
              <a:t>Bearbeiten Sie die folgenden Aufgaben</a:t>
            </a:r>
          </a:p>
          <a:p>
            <a:r>
              <a:rPr lang="de-DE" dirty="0"/>
              <a:t>Dokument liegt im Klassenordner</a:t>
            </a:r>
          </a:p>
          <a:p>
            <a:endParaRPr lang="de-DE" dirty="0"/>
          </a:p>
        </p:txBody>
      </p:sp>
      <p:pic>
        <p:nvPicPr>
          <p:cNvPr id="9" name="Grafik 8">
            <a:extLst>
              <a:ext uri="{FF2B5EF4-FFF2-40B4-BE49-F238E27FC236}">
                <a16:creationId xmlns:a16="http://schemas.microsoft.com/office/drawing/2014/main" id="{F53AE81D-46C1-4E4D-985D-A4A70134FE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58213" y="202975"/>
            <a:ext cx="1076780" cy="1443263"/>
          </a:xfrm>
          <a:prstGeom prst="rect">
            <a:avLst/>
          </a:prstGeom>
        </p:spPr>
      </p:pic>
      <p:pic>
        <p:nvPicPr>
          <p:cNvPr id="10" name="Inhaltsplatzhalter 10">
            <a:extLst>
              <a:ext uri="{FF2B5EF4-FFF2-40B4-BE49-F238E27FC236}">
                <a16:creationId xmlns:a16="http://schemas.microsoft.com/office/drawing/2014/main" id="{FF56DF14-553A-454B-8275-89F5B4DF13E4}"/>
              </a:ext>
            </a:extLst>
          </p:cNvPr>
          <p:cNvPicPr>
            <a:picLocks noChangeAspect="1"/>
          </p:cNvPicPr>
          <p:nvPr/>
        </p:nvPicPr>
        <p:blipFill>
          <a:blip r:embed="rId3"/>
          <a:stretch>
            <a:fillRect/>
          </a:stretch>
        </p:blipFill>
        <p:spPr>
          <a:xfrm>
            <a:off x="5859661" y="1966912"/>
            <a:ext cx="5454013" cy="3803650"/>
          </a:xfrm>
          <a:prstGeom prst="rect">
            <a:avLst/>
          </a:prstGeom>
        </p:spPr>
      </p:pic>
    </p:spTree>
    <p:extLst>
      <p:ext uri="{BB962C8B-B14F-4D97-AF65-F5344CB8AC3E}">
        <p14:creationId xmlns:p14="http://schemas.microsoft.com/office/powerpoint/2010/main" val="33049531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Umrechnung </a:t>
            </a:r>
            <a:r>
              <a:rPr lang="de-DE" sz="3600" dirty="0">
                <a:sym typeface="Wingdings" panose="05000000000000000000" pitchFamily="2" charset="2"/>
              </a:rPr>
              <a:t>Dez  Bin, Okt, Hex</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9" name="Grafik 8">
            <a:extLst>
              <a:ext uri="{FF2B5EF4-FFF2-40B4-BE49-F238E27FC236}">
                <a16:creationId xmlns:a16="http://schemas.microsoft.com/office/drawing/2014/main" id="{F53AE81D-46C1-4E4D-985D-A4A70134FE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3831" y="202975"/>
            <a:ext cx="1076780" cy="1443263"/>
          </a:xfrm>
          <a:prstGeom prst="rect">
            <a:avLst/>
          </a:prstGeom>
        </p:spPr>
      </p:pic>
      <p:sp>
        <p:nvSpPr>
          <p:cNvPr id="14" name="Inhaltsplatzhalter 2">
            <a:extLst>
              <a:ext uri="{FF2B5EF4-FFF2-40B4-BE49-F238E27FC236}">
                <a16:creationId xmlns:a16="http://schemas.microsoft.com/office/drawing/2014/main" id="{084A048C-8059-451E-8592-0BCF18778E94}"/>
              </a:ext>
            </a:extLst>
          </p:cNvPr>
          <p:cNvSpPr txBox="1">
            <a:spLocks/>
          </p:cNvSpPr>
          <p:nvPr/>
        </p:nvSpPr>
        <p:spPr>
          <a:xfrm>
            <a:off x="160867" y="1763938"/>
            <a:ext cx="10515600" cy="4351338"/>
          </a:xfrm>
          <a:prstGeom prst="rect">
            <a:avLst/>
          </a:prstGeom>
          <a:solidFill>
            <a:schemeClr val="accent6">
              <a:lumMod val="40000"/>
              <a:lumOff val="6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spcBef>
                <a:spcPct val="30000"/>
              </a:spcBef>
              <a:buClr>
                <a:srgbClr val="7030A0"/>
              </a:buClr>
              <a:buSzPct val="110000"/>
              <a:buFont typeface="Arial" panose="020B0604020202020204" pitchFamily="34" charset="0"/>
              <a:buNone/>
              <a:defRPr/>
            </a:pPr>
            <a:r>
              <a:rPr lang="de-DE" altLang="de-DE" sz="2000" dirty="0">
                <a:latin typeface="Syntno" pitchFamily="2" charset="0"/>
              </a:rPr>
              <a:t>Dezimal	in Binär (Basis 2)		Oktal (Basis 8) 	Hexadezimal (Basis 16)</a:t>
            </a:r>
          </a:p>
          <a:p>
            <a:pPr marL="457200" lvl="1" indent="0">
              <a:spcBef>
                <a:spcPct val="30000"/>
              </a:spcBef>
              <a:buClr>
                <a:srgbClr val="7030A0"/>
              </a:buClr>
              <a:buSzPct val="110000"/>
              <a:buFont typeface="Arial" panose="020B0604020202020204" pitchFamily="34" charset="0"/>
              <a:buNone/>
              <a:defRPr/>
            </a:pPr>
            <a:r>
              <a:rPr lang="de-DE" altLang="de-DE" sz="2000" dirty="0">
                <a:latin typeface="Syntno" pitchFamily="2" charset="0"/>
              </a:rPr>
              <a:t>	101 = 		 		= 		= 	</a:t>
            </a:r>
          </a:p>
          <a:p>
            <a:pPr marL="457200" lvl="1" indent="0">
              <a:spcBef>
                <a:spcPct val="30000"/>
              </a:spcBef>
              <a:buClr>
                <a:srgbClr val="7030A0"/>
              </a:buClr>
              <a:buSzPct val="110000"/>
              <a:buFont typeface="Arial" panose="020B0604020202020204" pitchFamily="34" charset="0"/>
              <a:buNone/>
              <a:defRPr/>
            </a:pPr>
            <a:r>
              <a:rPr lang="de-DE" altLang="de-DE" sz="2000" dirty="0">
                <a:latin typeface="Syntno" pitchFamily="2" charset="0"/>
              </a:rPr>
              <a:t>	255 = 		 		= 		= 	</a:t>
            </a:r>
          </a:p>
          <a:p>
            <a:pPr marL="457200" lvl="1" indent="0">
              <a:spcBef>
                <a:spcPct val="30000"/>
              </a:spcBef>
              <a:buClr>
                <a:srgbClr val="7030A0"/>
              </a:buClr>
              <a:buSzPct val="110000"/>
              <a:buFont typeface="Arial" panose="020B0604020202020204" pitchFamily="34" charset="0"/>
              <a:buNone/>
              <a:defRPr/>
            </a:pPr>
            <a:r>
              <a:rPr lang="de-DE" altLang="de-DE" sz="2000" dirty="0">
                <a:latin typeface="Syntno" pitchFamily="2" charset="0"/>
              </a:rPr>
              <a:t>	167 = 			 	= 		=</a:t>
            </a:r>
          </a:p>
          <a:p>
            <a:pPr marL="457200" lvl="1" indent="0">
              <a:spcBef>
                <a:spcPct val="30000"/>
              </a:spcBef>
              <a:buClr>
                <a:srgbClr val="7030A0"/>
              </a:buClr>
              <a:buSzPct val="110000"/>
              <a:buFont typeface="Arial" panose="020B0604020202020204" pitchFamily="34" charset="0"/>
              <a:buNone/>
              <a:defRPr/>
            </a:pPr>
            <a:r>
              <a:rPr lang="de-DE" altLang="de-DE" sz="2000" dirty="0">
                <a:latin typeface="Syntno" pitchFamily="2" charset="0"/>
              </a:rPr>
              <a:t>	256 = 			 	= 		=</a:t>
            </a:r>
          </a:p>
          <a:p>
            <a:pPr marL="457200" lvl="1" indent="0">
              <a:spcBef>
                <a:spcPct val="30000"/>
              </a:spcBef>
              <a:buClr>
                <a:srgbClr val="7030A0"/>
              </a:buClr>
              <a:buSzPct val="110000"/>
              <a:buFont typeface="Arial" panose="020B0604020202020204" pitchFamily="34" charset="0"/>
              <a:buNone/>
              <a:defRPr/>
            </a:pPr>
            <a:r>
              <a:rPr lang="de-DE" altLang="de-DE" sz="2000" dirty="0">
                <a:latin typeface="Syntno" pitchFamily="2" charset="0"/>
              </a:rPr>
              <a:t>	4.582 =				= 		=</a:t>
            </a:r>
          </a:p>
        </p:txBody>
      </p:sp>
    </p:spTree>
    <p:extLst>
      <p:ext uri="{BB962C8B-B14F-4D97-AF65-F5344CB8AC3E}">
        <p14:creationId xmlns:p14="http://schemas.microsoft.com/office/powerpoint/2010/main" val="228957028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Umrechnung </a:t>
            </a:r>
            <a:r>
              <a:rPr lang="de-DE" sz="3600" dirty="0">
                <a:sym typeface="Wingdings" panose="05000000000000000000" pitchFamily="2" charset="2"/>
              </a:rPr>
              <a:t>Dez  Bin, Okt, Hex</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Zahlensysteme</a:t>
            </a:r>
          </a:p>
        </p:txBody>
      </p:sp>
      <p:pic>
        <p:nvPicPr>
          <p:cNvPr id="9" name="Grafik 8">
            <a:extLst>
              <a:ext uri="{FF2B5EF4-FFF2-40B4-BE49-F238E27FC236}">
                <a16:creationId xmlns:a16="http://schemas.microsoft.com/office/drawing/2014/main" id="{F53AE81D-46C1-4E4D-985D-A4A70134FE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3831" y="202975"/>
            <a:ext cx="1076780" cy="1443263"/>
          </a:xfrm>
          <a:prstGeom prst="rect">
            <a:avLst/>
          </a:prstGeom>
        </p:spPr>
      </p:pic>
      <p:sp>
        <p:nvSpPr>
          <p:cNvPr id="7" name="Inhaltsplatzhalter 2">
            <a:extLst>
              <a:ext uri="{FF2B5EF4-FFF2-40B4-BE49-F238E27FC236}">
                <a16:creationId xmlns:a16="http://schemas.microsoft.com/office/drawing/2014/main" id="{1BB825AE-2BB7-40FD-996F-28BD8F667826}"/>
              </a:ext>
            </a:extLst>
          </p:cNvPr>
          <p:cNvSpPr>
            <a:spLocks noGrp="1"/>
          </p:cNvSpPr>
          <p:nvPr>
            <p:ph idx="1"/>
          </p:nvPr>
        </p:nvSpPr>
        <p:spPr>
          <a:xfrm>
            <a:off x="160867" y="1646238"/>
            <a:ext cx="10515600" cy="4351338"/>
          </a:xfrm>
          <a:solidFill>
            <a:schemeClr val="accent6">
              <a:lumMod val="40000"/>
              <a:lumOff val="60000"/>
            </a:schemeClr>
          </a:solidFill>
        </p:spPr>
        <p:txBody>
          <a:bodyPr>
            <a:normAutofit/>
          </a:bodyPr>
          <a:lstStyle/>
          <a:p>
            <a:pPr marL="457200" lvl="1" indent="0">
              <a:spcBef>
                <a:spcPct val="30000"/>
              </a:spcBef>
              <a:buClr>
                <a:srgbClr val="7030A0"/>
              </a:buClr>
              <a:buSzPct val="110000"/>
              <a:buNone/>
              <a:defRPr/>
            </a:pPr>
            <a:r>
              <a:rPr lang="de-DE" altLang="de-DE" sz="2000" dirty="0">
                <a:latin typeface="Syntno" pitchFamily="2" charset="0"/>
              </a:rPr>
              <a:t>Dezimal	in Binär (Basis 2)		Oktal (Basis 8) 	Hexadezimal (Basis 16)</a:t>
            </a:r>
          </a:p>
          <a:p>
            <a:pPr marL="457200" lvl="1" indent="0">
              <a:spcBef>
                <a:spcPct val="30000"/>
              </a:spcBef>
              <a:buClr>
                <a:srgbClr val="7030A0"/>
              </a:buClr>
              <a:buSzPct val="110000"/>
              <a:buNone/>
              <a:defRPr/>
            </a:pPr>
            <a:r>
              <a:rPr lang="de-DE" altLang="de-DE" sz="2000" dirty="0">
                <a:latin typeface="Syntno" pitchFamily="2" charset="0"/>
              </a:rPr>
              <a:t>	101 = </a:t>
            </a:r>
            <a:r>
              <a:rPr lang="de-DE" altLang="de-DE" sz="2000">
                <a:latin typeface="Syntno" pitchFamily="2" charset="0"/>
              </a:rPr>
              <a:t>	110 </a:t>
            </a:r>
            <a:r>
              <a:rPr lang="de-DE" altLang="de-DE" sz="2000" dirty="0">
                <a:latin typeface="Syntno" pitchFamily="2" charset="0"/>
              </a:rPr>
              <a:t>0101	 	= 145 		= 65	</a:t>
            </a:r>
          </a:p>
          <a:p>
            <a:pPr marL="457200" lvl="1" indent="0">
              <a:spcBef>
                <a:spcPct val="30000"/>
              </a:spcBef>
              <a:buClr>
                <a:srgbClr val="7030A0"/>
              </a:buClr>
              <a:buSzPct val="110000"/>
              <a:buNone/>
              <a:defRPr/>
            </a:pPr>
            <a:r>
              <a:rPr lang="de-DE" altLang="de-DE" sz="2000" dirty="0">
                <a:latin typeface="Syntno" pitchFamily="2" charset="0"/>
              </a:rPr>
              <a:t>	255 = 	1111 1111	 	= 377  		= FF	</a:t>
            </a:r>
          </a:p>
          <a:p>
            <a:pPr marL="457200" lvl="1" indent="0">
              <a:spcBef>
                <a:spcPct val="30000"/>
              </a:spcBef>
              <a:buClr>
                <a:srgbClr val="7030A0"/>
              </a:buClr>
              <a:buSzPct val="110000"/>
              <a:buNone/>
              <a:defRPr/>
            </a:pPr>
            <a:r>
              <a:rPr lang="de-DE" altLang="de-DE" sz="2000" dirty="0">
                <a:latin typeface="Syntno" pitchFamily="2" charset="0"/>
              </a:rPr>
              <a:t>	167 = 	1010 0111	 	= 247 		= A7</a:t>
            </a:r>
          </a:p>
          <a:p>
            <a:pPr marL="457200" lvl="1" indent="0">
              <a:spcBef>
                <a:spcPct val="30000"/>
              </a:spcBef>
              <a:buClr>
                <a:srgbClr val="7030A0"/>
              </a:buClr>
              <a:buSzPct val="110000"/>
              <a:buNone/>
              <a:defRPr/>
            </a:pPr>
            <a:r>
              <a:rPr lang="de-DE" altLang="de-DE" sz="2000" dirty="0">
                <a:latin typeface="Syntno" pitchFamily="2" charset="0"/>
              </a:rPr>
              <a:t>	256 = 	1 0000 0000	 	= 400		= 100</a:t>
            </a:r>
          </a:p>
          <a:p>
            <a:pPr marL="457200" lvl="1" indent="0">
              <a:spcBef>
                <a:spcPct val="30000"/>
              </a:spcBef>
              <a:buClr>
                <a:srgbClr val="7030A0"/>
              </a:buClr>
              <a:buSzPct val="110000"/>
              <a:buNone/>
              <a:defRPr/>
            </a:pPr>
            <a:r>
              <a:rPr lang="de-DE" altLang="de-DE" sz="2000" dirty="0">
                <a:latin typeface="Syntno" pitchFamily="2" charset="0"/>
              </a:rPr>
              <a:t>	4.582 =	1 0001 1110 0110 	= 10746 		= 11E6</a:t>
            </a:r>
          </a:p>
        </p:txBody>
      </p:sp>
    </p:spTree>
    <p:extLst>
      <p:ext uri="{BB962C8B-B14F-4D97-AF65-F5344CB8AC3E}">
        <p14:creationId xmlns:p14="http://schemas.microsoft.com/office/powerpoint/2010/main" val="259169490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normAutofit lnSpcReduction="10000"/>
          </a:bodyPr>
          <a:lstStyle/>
          <a:p>
            <a:pPr algn="r"/>
            <a:r>
              <a:rPr lang="de-DE" dirty="0">
                <a:solidFill>
                  <a:srgbClr val="009633"/>
                </a:solidFill>
              </a:rPr>
              <a:t>BGY Klasse 12 – Informatiksysteme</a:t>
            </a:r>
          </a:p>
          <a:p>
            <a:r>
              <a:rPr lang="de-DE" dirty="0"/>
              <a:t>Grundschaltungen der Digitaltechnik</a:t>
            </a:r>
          </a:p>
          <a:p>
            <a:r>
              <a:rPr lang="de-DE" dirty="0"/>
              <a:t>Der </a:t>
            </a:r>
            <a:r>
              <a:rPr lang="de-DE" dirty="0" err="1"/>
              <a:t>Addierer</a:t>
            </a:r>
            <a:endParaRPr lang="de-DE" dirty="0"/>
          </a:p>
          <a:p>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137276694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Addieren von Dezimal- und </a:t>
            </a:r>
            <a:br>
              <a:rPr lang="de-DE" sz="3600" dirty="0"/>
            </a:br>
            <a:r>
              <a:rPr lang="de-DE" sz="3600" dirty="0"/>
              <a:t>Dualzahlen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07019" y="1646238"/>
            <a:ext cx="525054" cy="1235797"/>
          </a:xfrm>
          <a:prstGeom prst="rect">
            <a:avLst/>
          </a:prstGeom>
        </p:spPr>
      </p:pic>
      <p:sp>
        <p:nvSpPr>
          <p:cNvPr id="12" name="Inhaltsplatzhalter 2">
            <a:extLst>
              <a:ext uri="{FF2B5EF4-FFF2-40B4-BE49-F238E27FC236}">
                <a16:creationId xmlns:a16="http://schemas.microsoft.com/office/drawing/2014/main" id="{709719D1-8835-4461-9333-B8381B65A910}"/>
              </a:ext>
            </a:extLst>
          </p:cNvPr>
          <p:cNvSpPr>
            <a:spLocks noGrp="1"/>
          </p:cNvSpPr>
          <p:nvPr>
            <p:ph idx="1"/>
          </p:nvPr>
        </p:nvSpPr>
        <p:spPr>
          <a:xfrm>
            <a:off x="160867" y="1511007"/>
            <a:ext cx="4910754" cy="4351338"/>
          </a:xfrm>
        </p:spPr>
        <p:txBody>
          <a:bodyPr>
            <a:noAutofit/>
          </a:bodyPr>
          <a:lstStyle/>
          <a:p>
            <a:r>
              <a:rPr lang="de-DE" sz="2000" dirty="0"/>
              <a:t>Ziel ist es, ein Addiersystem für Dualzahlen zu entwickeln</a:t>
            </a:r>
          </a:p>
        </p:txBody>
      </p:sp>
      <p:sp>
        <p:nvSpPr>
          <p:cNvPr id="7" name="Text Box 4">
            <a:extLst>
              <a:ext uri="{FF2B5EF4-FFF2-40B4-BE49-F238E27FC236}">
                <a16:creationId xmlns:a16="http://schemas.microsoft.com/office/drawing/2014/main" id="{5F0DC4C6-D51B-4F3E-8664-2FAE1F95D53D}"/>
              </a:ext>
            </a:extLst>
          </p:cNvPr>
          <p:cNvSpPr txBox="1">
            <a:spLocks noChangeArrowheads="1"/>
          </p:cNvSpPr>
          <p:nvPr/>
        </p:nvSpPr>
        <p:spPr bwMode="auto">
          <a:xfrm>
            <a:off x="7050888" y="2266300"/>
            <a:ext cx="685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3</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4</a:t>
            </a:r>
          </a:p>
        </p:txBody>
      </p:sp>
      <p:sp>
        <p:nvSpPr>
          <p:cNvPr id="8" name="Text Box 5">
            <a:extLst>
              <a:ext uri="{FF2B5EF4-FFF2-40B4-BE49-F238E27FC236}">
                <a16:creationId xmlns:a16="http://schemas.microsoft.com/office/drawing/2014/main" id="{416FB2CF-1AFE-4369-B3B1-47BDFDEA19B9}"/>
              </a:ext>
            </a:extLst>
          </p:cNvPr>
          <p:cNvSpPr txBox="1">
            <a:spLocks noChangeArrowheads="1"/>
          </p:cNvSpPr>
          <p:nvPr/>
        </p:nvSpPr>
        <p:spPr bwMode="auto">
          <a:xfrm>
            <a:off x="7660488" y="2266300"/>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9</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7</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6</a:t>
            </a:r>
          </a:p>
        </p:txBody>
      </p:sp>
      <p:sp>
        <p:nvSpPr>
          <p:cNvPr id="9" name="Line 6">
            <a:extLst>
              <a:ext uri="{FF2B5EF4-FFF2-40B4-BE49-F238E27FC236}">
                <a16:creationId xmlns:a16="http://schemas.microsoft.com/office/drawing/2014/main" id="{42A9FA78-7032-4FC0-B1A5-CDAC2B74CB0E}"/>
              </a:ext>
            </a:extLst>
          </p:cNvPr>
          <p:cNvSpPr>
            <a:spLocks noChangeShapeType="1"/>
          </p:cNvSpPr>
          <p:nvPr/>
        </p:nvSpPr>
        <p:spPr bwMode="auto">
          <a:xfrm>
            <a:off x="7203288" y="34093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10" name="AutoShape 19">
            <a:extLst>
              <a:ext uri="{FF2B5EF4-FFF2-40B4-BE49-F238E27FC236}">
                <a16:creationId xmlns:a16="http://schemas.microsoft.com/office/drawing/2014/main" id="{86BF641F-F65D-497B-97B7-972A26D814D4}"/>
              </a:ext>
            </a:extLst>
          </p:cNvPr>
          <p:cNvSpPr>
            <a:spLocks noChangeArrowheads="1"/>
          </p:cNvSpPr>
          <p:nvPr/>
        </p:nvSpPr>
        <p:spPr bwMode="auto">
          <a:xfrm>
            <a:off x="8651088" y="2266300"/>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A</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1" name="AutoShape 20">
            <a:extLst>
              <a:ext uri="{FF2B5EF4-FFF2-40B4-BE49-F238E27FC236}">
                <a16:creationId xmlns:a16="http://schemas.microsoft.com/office/drawing/2014/main" id="{62F06C76-4834-4D40-A616-557CC0CE2778}"/>
              </a:ext>
            </a:extLst>
          </p:cNvPr>
          <p:cNvSpPr>
            <a:spLocks noChangeArrowheads="1"/>
          </p:cNvSpPr>
          <p:nvPr/>
        </p:nvSpPr>
        <p:spPr bwMode="auto">
          <a:xfrm>
            <a:off x="8651088" y="2647300"/>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B</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4" name="Text Box 25">
            <a:extLst>
              <a:ext uri="{FF2B5EF4-FFF2-40B4-BE49-F238E27FC236}">
                <a16:creationId xmlns:a16="http://schemas.microsoft.com/office/drawing/2014/main" id="{6C2BA5D6-B4DE-41BD-9CCE-885E1EB9F786}"/>
              </a:ext>
            </a:extLst>
          </p:cNvPr>
          <p:cNvSpPr txBox="1">
            <a:spLocks noChangeArrowheads="1"/>
          </p:cNvSpPr>
          <p:nvPr/>
        </p:nvSpPr>
        <p:spPr bwMode="auto">
          <a:xfrm>
            <a:off x="6822288" y="2647300"/>
            <a:ext cx="533400" cy="457200"/>
          </a:xfrm>
          <a:prstGeom prst="rect">
            <a:avLst/>
          </a:prstGeom>
          <a:noFill/>
          <a:ln>
            <a:noFill/>
          </a:ln>
          <a:effectLst>
            <a:prstShdw prst="shdw17" dist="17961" dir="27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fr-FR"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p>
        </p:txBody>
      </p:sp>
      <p:sp>
        <p:nvSpPr>
          <p:cNvPr id="16" name="Text Box 7">
            <a:extLst>
              <a:ext uri="{FF2B5EF4-FFF2-40B4-BE49-F238E27FC236}">
                <a16:creationId xmlns:a16="http://schemas.microsoft.com/office/drawing/2014/main" id="{8083436E-09BB-4498-A91F-C5387E69C0B2}"/>
              </a:ext>
            </a:extLst>
          </p:cNvPr>
          <p:cNvSpPr txBox="1">
            <a:spLocks noChangeArrowheads="1"/>
          </p:cNvSpPr>
          <p:nvPr/>
        </p:nvSpPr>
        <p:spPr bwMode="auto">
          <a:xfrm>
            <a:off x="7127088" y="4680284"/>
            <a:ext cx="685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 </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endPar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7" name="Text Box 8">
            <a:extLst>
              <a:ext uri="{FF2B5EF4-FFF2-40B4-BE49-F238E27FC236}">
                <a16:creationId xmlns:a16="http://schemas.microsoft.com/office/drawing/2014/main" id="{5CDC2193-8674-4A90-A6FC-ECE2A7BE6D37}"/>
              </a:ext>
            </a:extLst>
          </p:cNvPr>
          <p:cNvSpPr txBox="1">
            <a:spLocks noChangeArrowheads="1"/>
          </p:cNvSpPr>
          <p:nvPr/>
        </p:nvSpPr>
        <p:spPr bwMode="auto">
          <a:xfrm>
            <a:off x="7736688" y="4680284"/>
            <a:ext cx="685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endPar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8" name="Line 9">
            <a:extLst>
              <a:ext uri="{FF2B5EF4-FFF2-40B4-BE49-F238E27FC236}">
                <a16:creationId xmlns:a16="http://schemas.microsoft.com/office/drawing/2014/main" id="{8476BF82-D09E-4FDE-957A-E7B1C46F0449}"/>
              </a:ext>
            </a:extLst>
          </p:cNvPr>
          <p:cNvSpPr>
            <a:spLocks noChangeShapeType="1"/>
          </p:cNvSpPr>
          <p:nvPr/>
        </p:nvSpPr>
        <p:spPr bwMode="auto">
          <a:xfrm>
            <a:off x="5450688" y="5823284"/>
            <a:ext cx="281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19" name="Text Box 10">
            <a:extLst>
              <a:ext uri="{FF2B5EF4-FFF2-40B4-BE49-F238E27FC236}">
                <a16:creationId xmlns:a16="http://schemas.microsoft.com/office/drawing/2014/main" id="{D41CF256-2D25-4224-B6F7-F8C3F7BBFA2A}"/>
              </a:ext>
            </a:extLst>
          </p:cNvPr>
          <p:cNvSpPr txBox="1">
            <a:spLocks noChangeArrowheads="1"/>
          </p:cNvSpPr>
          <p:nvPr/>
        </p:nvSpPr>
        <p:spPr bwMode="auto">
          <a:xfrm>
            <a:off x="5907888" y="4680284"/>
            <a:ext cx="685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 </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p>
        </p:txBody>
      </p:sp>
      <p:sp>
        <p:nvSpPr>
          <p:cNvPr id="20" name="Text Box 11">
            <a:extLst>
              <a:ext uri="{FF2B5EF4-FFF2-40B4-BE49-F238E27FC236}">
                <a16:creationId xmlns:a16="http://schemas.microsoft.com/office/drawing/2014/main" id="{E684CE01-A7E5-4CB7-97E6-6475D433BEDF}"/>
              </a:ext>
            </a:extLst>
          </p:cNvPr>
          <p:cNvSpPr txBox="1">
            <a:spLocks noChangeArrowheads="1"/>
          </p:cNvSpPr>
          <p:nvPr/>
        </p:nvSpPr>
        <p:spPr bwMode="auto">
          <a:xfrm>
            <a:off x="6517488" y="4680284"/>
            <a:ext cx="685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endPar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1" name="Text Box 12">
            <a:extLst>
              <a:ext uri="{FF2B5EF4-FFF2-40B4-BE49-F238E27FC236}">
                <a16:creationId xmlns:a16="http://schemas.microsoft.com/office/drawing/2014/main" id="{435EEBEF-3F06-458D-8C81-4AE22D001131}"/>
              </a:ext>
            </a:extLst>
          </p:cNvPr>
          <p:cNvSpPr txBox="1">
            <a:spLocks noChangeArrowheads="1"/>
          </p:cNvSpPr>
          <p:nvPr/>
        </p:nvSpPr>
        <p:spPr bwMode="auto">
          <a:xfrm>
            <a:off x="5298288" y="4680284"/>
            <a:ext cx="685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r>
          </a:p>
        </p:txBody>
      </p:sp>
      <p:sp>
        <p:nvSpPr>
          <p:cNvPr id="22" name="AutoShape 13">
            <a:extLst>
              <a:ext uri="{FF2B5EF4-FFF2-40B4-BE49-F238E27FC236}">
                <a16:creationId xmlns:a16="http://schemas.microsoft.com/office/drawing/2014/main" id="{BE4E92A4-11FA-44D8-9EE9-1946319ABB78}"/>
              </a:ext>
            </a:extLst>
          </p:cNvPr>
          <p:cNvSpPr>
            <a:spLocks noChangeArrowheads="1"/>
          </p:cNvSpPr>
          <p:nvPr/>
        </p:nvSpPr>
        <p:spPr bwMode="auto">
          <a:xfrm>
            <a:off x="8651088" y="4680284"/>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A</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3" name="AutoShape 14">
            <a:extLst>
              <a:ext uri="{FF2B5EF4-FFF2-40B4-BE49-F238E27FC236}">
                <a16:creationId xmlns:a16="http://schemas.microsoft.com/office/drawing/2014/main" id="{C40E495A-1472-42CC-AB9E-C873118B0F60}"/>
              </a:ext>
            </a:extLst>
          </p:cNvPr>
          <p:cNvSpPr>
            <a:spLocks noChangeArrowheads="1"/>
          </p:cNvSpPr>
          <p:nvPr/>
        </p:nvSpPr>
        <p:spPr bwMode="auto">
          <a:xfrm>
            <a:off x="8651088" y="5061284"/>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B</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4" name="Rechteck 23">
            <a:extLst>
              <a:ext uri="{FF2B5EF4-FFF2-40B4-BE49-F238E27FC236}">
                <a16:creationId xmlns:a16="http://schemas.microsoft.com/office/drawing/2014/main" id="{2C069F13-DE6F-4C2C-A6F5-7780AD2F2495}"/>
              </a:ext>
            </a:extLst>
          </p:cNvPr>
          <p:cNvSpPr/>
          <p:nvPr/>
        </p:nvSpPr>
        <p:spPr>
          <a:xfrm>
            <a:off x="5268200" y="1620676"/>
            <a:ext cx="4902496" cy="400110"/>
          </a:xfrm>
          <a:prstGeom prst="rect">
            <a:avLst/>
          </a:prstGeom>
        </p:spPr>
        <p:txBody>
          <a:bodyPr wrap="none">
            <a:spAutoFit/>
          </a:bodyPr>
          <a:lstStyle/>
          <a:p>
            <a:r>
              <a:rPr lang="de-DE" altLang="de-DE" dirty="0">
                <a:solidFill>
                  <a:srgbClr val="000000"/>
                </a:solidFill>
              </a:rPr>
              <a:t>Schriftliche Addition im </a:t>
            </a:r>
            <a:r>
              <a:rPr lang="de-DE" altLang="de-DE" b="1" dirty="0">
                <a:solidFill>
                  <a:srgbClr val="000000"/>
                </a:solidFill>
              </a:rPr>
              <a:t>Dezimalsystem</a:t>
            </a:r>
            <a:r>
              <a:rPr lang="de-DE" altLang="de-DE" dirty="0">
                <a:solidFill>
                  <a:srgbClr val="000000"/>
                </a:solidFill>
              </a:rPr>
              <a:t>:</a:t>
            </a:r>
          </a:p>
        </p:txBody>
      </p:sp>
      <p:sp>
        <p:nvSpPr>
          <p:cNvPr id="25" name="Rechteck 24">
            <a:extLst>
              <a:ext uri="{FF2B5EF4-FFF2-40B4-BE49-F238E27FC236}">
                <a16:creationId xmlns:a16="http://schemas.microsoft.com/office/drawing/2014/main" id="{B6E2B287-87E9-4CD4-BCDF-D295E51C63EC}"/>
              </a:ext>
            </a:extLst>
          </p:cNvPr>
          <p:cNvSpPr/>
          <p:nvPr/>
        </p:nvSpPr>
        <p:spPr>
          <a:xfrm>
            <a:off x="5432057" y="3961485"/>
            <a:ext cx="4456861" cy="400110"/>
          </a:xfrm>
          <a:prstGeom prst="rect">
            <a:avLst/>
          </a:prstGeom>
        </p:spPr>
        <p:txBody>
          <a:bodyPr wrap="none">
            <a:spAutoFit/>
          </a:bodyPr>
          <a:lstStyle/>
          <a:p>
            <a:r>
              <a:rPr lang="de-DE" altLang="de-DE">
                <a:solidFill>
                  <a:srgbClr val="000000"/>
                </a:solidFill>
              </a:rPr>
              <a:t>Schriftliche Addition im </a:t>
            </a:r>
            <a:r>
              <a:rPr lang="de-DE" altLang="de-DE" b="1">
                <a:solidFill>
                  <a:srgbClr val="000000"/>
                </a:solidFill>
              </a:rPr>
              <a:t>Dualsystem</a:t>
            </a:r>
            <a:r>
              <a:rPr lang="de-DE" altLang="de-DE">
                <a:solidFill>
                  <a:srgbClr val="000000"/>
                </a:solidFill>
              </a:rPr>
              <a:t>:</a:t>
            </a:r>
          </a:p>
        </p:txBody>
      </p:sp>
    </p:spTree>
    <p:extLst>
      <p:ext uri="{BB962C8B-B14F-4D97-AF65-F5344CB8AC3E}">
        <p14:creationId xmlns:p14="http://schemas.microsoft.com/office/powerpoint/2010/main" val="380321937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Addieren von Dezimal- und </a:t>
            </a:r>
            <a:br>
              <a:rPr lang="de-DE" sz="3600" dirty="0"/>
            </a:br>
            <a:r>
              <a:rPr lang="de-DE" sz="3600" dirty="0"/>
              <a:t>Dualzahlen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23287" y="2990069"/>
            <a:ext cx="525054" cy="1235797"/>
          </a:xfrm>
          <a:prstGeom prst="rect">
            <a:avLst/>
          </a:prstGeom>
        </p:spPr>
      </p:pic>
      <p:sp>
        <p:nvSpPr>
          <p:cNvPr id="26" name="Textplatzhalter 2">
            <a:extLst>
              <a:ext uri="{FF2B5EF4-FFF2-40B4-BE49-F238E27FC236}">
                <a16:creationId xmlns:a16="http://schemas.microsoft.com/office/drawing/2014/main" id="{F3030D15-1E25-4354-A31D-0CBF803BEFA1}"/>
              </a:ext>
            </a:extLst>
          </p:cNvPr>
          <p:cNvSpPr txBox="1">
            <a:spLocks/>
          </p:cNvSpPr>
          <p:nvPr/>
        </p:nvSpPr>
        <p:spPr>
          <a:xfrm>
            <a:off x="438807" y="1828770"/>
            <a:ext cx="4584262" cy="38115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sz="1800" dirty="0"/>
              <a:t>Verfahren zur schriftlichen Addition (</a:t>
            </a:r>
            <a:r>
              <a:rPr lang="de-DE" sz="1800" dirty="0" err="1"/>
              <a:t>unabh</a:t>
            </a:r>
            <a:r>
              <a:rPr lang="de-DE" sz="1800" dirty="0"/>
              <a:t>. von der Basis des verwendeten Zahlensystems):</a:t>
            </a:r>
          </a:p>
          <a:p>
            <a:r>
              <a:rPr lang="de-DE" sz="1800" dirty="0"/>
              <a:t>Zahlen übereinander Schreiben, so dass die entsprechenden Stellen übereinander stehen (je Zehner- bzw. Zweierpotenz)</a:t>
            </a:r>
          </a:p>
          <a:p>
            <a:r>
              <a:rPr lang="de-DE" sz="1800" dirty="0"/>
              <a:t>Ziffern von rechts nach links addieren</a:t>
            </a:r>
          </a:p>
          <a:p>
            <a:r>
              <a:rPr lang="de-DE" sz="1800" dirty="0"/>
              <a:t>Zwischenergebnis der Einerstelle notieren</a:t>
            </a:r>
          </a:p>
          <a:p>
            <a:r>
              <a:rPr lang="de-DE" sz="1800" dirty="0"/>
              <a:t>Entsteht ein Übertrag wandert dieser in die nächste Spalte und wird mit verrechnet</a:t>
            </a:r>
          </a:p>
        </p:txBody>
      </p:sp>
      <p:sp>
        <p:nvSpPr>
          <p:cNvPr id="27" name="Text Box 18">
            <a:extLst>
              <a:ext uri="{FF2B5EF4-FFF2-40B4-BE49-F238E27FC236}">
                <a16:creationId xmlns:a16="http://schemas.microsoft.com/office/drawing/2014/main" id="{9717B7C3-7886-455A-8AE6-4101003A3B64}"/>
              </a:ext>
            </a:extLst>
          </p:cNvPr>
          <p:cNvSpPr txBox="1">
            <a:spLocks noChangeArrowheads="1"/>
          </p:cNvSpPr>
          <p:nvPr/>
        </p:nvSpPr>
        <p:spPr bwMode="auto">
          <a:xfrm>
            <a:off x="2135560" y="1828770"/>
            <a:ext cx="5027240" cy="400110"/>
          </a:xfrm>
          <a:prstGeom prst="rect">
            <a:avLst/>
          </a:prstGeom>
          <a:noFill/>
          <a:ln>
            <a:noFill/>
          </a:ln>
          <a:effectLst>
            <a:prstShdw prst="shdw17" dist="17961" dir="2700000">
              <a:srgbClr val="8F96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rgbClr val="3333CC"/>
              </a:buClr>
              <a:buNone/>
              <a:defRPr/>
            </a:pPr>
            <a:endParaRPr lang="de-DE" altLang="de-DE" sz="2000">
              <a:solidFill>
                <a:srgbClr val="000000"/>
              </a:solidFill>
            </a:endParaRPr>
          </a:p>
        </p:txBody>
      </p:sp>
      <p:sp>
        <p:nvSpPr>
          <p:cNvPr id="28" name="Text Box 4">
            <a:extLst>
              <a:ext uri="{FF2B5EF4-FFF2-40B4-BE49-F238E27FC236}">
                <a16:creationId xmlns:a16="http://schemas.microsoft.com/office/drawing/2014/main" id="{1C677EA7-58B1-4907-9BA5-9B99F56D0BD0}"/>
              </a:ext>
            </a:extLst>
          </p:cNvPr>
          <p:cNvSpPr txBox="1">
            <a:spLocks noChangeArrowheads="1"/>
          </p:cNvSpPr>
          <p:nvPr/>
        </p:nvSpPr>
        <p:spPr bwMode="auto">
          <a:xfrm>
            <a:off x="7201355" y="1923269"/>
            <a:ext cx="685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3</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FF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4</a:t>
            </a:r>
          </a:p>
        </p:txBody>
      </p:sp>
      <p:sp>
        <p:nvSpPr>
          <p:cNvPr id="29" name="Text Box 5">
            <a:extLst>
              <a:ext uri="{FF2B5EF4-FFF2-40B4-BE49-F238E27FC236}">
                <a16:creationId xmlns:a16="http://schemas.microsoft.com/office/drawing/2014/main" id="{C4DB6611-CF31-4DAE-B371-CDE7C5CD83ED}"/>
              </a:ext>
            </a:extLst>
          </p:cNvPr>
          <p:cNvSpPr txBox="1">
            <a:spLocks noChangeArrowheads="1"/>
          </p:cNvSpPr>
          <p:nvPr/>
        </p:nvSpPr>
        <p:spPr bwMode="auto">
          <a:xfrm>
            <a:off x="7810955" y="1923269"/>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9</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7</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6</a:t>
            </a:r>
          </a:p>
        </p:txBody>
      </p:sp>
      <p:sp>
        <p:nvSpPr>
          <p:cNvPr id="30" name="Line 6">
            <a:extLst>
              <a:ext uri="{FF2B5EF4-FFF2-40B4-BE49-F238E27FC236}">
                <a16:creationId xmlns:a16="http://schemas.microsoft.com/office/drawing/2014/main" id="{5640F1E9-C619-4DD7-AF3C-2965F0622348}"/>
              </a:ext>
            </a:extLst>
          </p:cNvPr>
          <p:cNvSpPr>
            <a:spLocks noChangeShapeType="1"/>
          </p:cNvSpPr>
          <p:nvPr/>
        </p:nvSpPr>
        <p:spPr bwMode="auto">
          <a:xfrm>
            <a:off x="7353755" y="3066269"/>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31" name="AutoShape 19">
            <a:extLst>
              <a:ext uri="{FF2B5EF4-FFF2-40B4-BE49-F238E27FC236}">
                <a16:creationId xmlns:a16="http://schemas.microsoft.com/office/drawing/2014/main" id="{0CFBB477-4A05-46A0-8436-668F15022919}"/>
              </a:ext>
            </a:extLst>
          </p:cNvPr>
          <p:cNvSpPr>
            <a:spLocks noChangeArrowheads="1"/>
          </p:cNvSpPr>
          <p:nvPr/>
        </p:nvSpPr>
        <p:spPr bwMode="auto">
          <a:xfrm>
            <a:off x="8801555" y="1923269"/>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A</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2" name="AutoShape 20">
            <a:extLst>
              <a:ext uri="{FF2B5EF4-FFF2-40B4-BE49-F238E27FC236}">
                <a16:creationId xmlns:a16="http://schemas.microsoft.com/office/drawing/2014/main" id="{AAB60600-5882-43B5-9907-C62AEAE5388E}"/>
              </a:ext>
            </a:extLst>
          </p:cNvPr>
          <p:cNvSpPr>
            <a:spLocks noChangeArrowheads="1"/>
          </p:cNvSpPr>
          <p:nvPr/>
        </p:nvSpPr>
        <p:spPr bwMode="auto">
          <a:xfrm>
            <a:off x="8801555" y="2304269"/>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B</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3" name="AutoShape 21">
            <a:extLst>
              <a:ext uri="{FF2B5EF4-FFF2-40B4-BE49-F238E27FC236}">
                <a16:creationId xmlns:a16="http://schemas.microsoft.com/office/drawing/2014/main" id="{9E92D17D-530B-4B19-AC34-155A4A3523DF}"/>
              </a:ext>
            </a:extLst>
          </p:cNvPr>
          <p:cNvSpPr>
            <a:spLocks noChangeArrowheads="1"/>
          </p:cNvSpPr>
          <p:nvPr/>
        </p:nvSpPr>
        <p:spPr bwMode="auto">
          <a:xfrm>
            <a:off x="8801555" y="2685269"/>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FF0000"/>
                </a:solidFill>
                <a:effectLst/>
                <a:uLnTx/>
                <a:uFillTx/>
                <a:latin typeface="Tahoma" panose="020B0604030504040204" pitchFamily="34" charset="0"/>
                <a:ea typeface="+mn-ea"/>
                <a:cs typeface="Times New Roman" panose="02020603050405020304" pitchFamily="18" charset="0"/>
              </a:rPr>
              <a:t>Übertrag</a:t>
            </a:r>
            <a:endParaRPr kumimoji="1" lang="de-AT" altLang="de-DE" sz="1600" b="0" i="0" u="none" strike="noStrike" kern="1200" cap="none" spc="0" normalizeH="0" baseline="0" noProof="0">
              <a:ln>
                <a:noFill/>
              </a:ln>
              <a:solidFill>
                <a:srgbClr val="FF0000"/>
              </a:solidFill>
              <a:effectLst/>
              <a:uLnTx/>
              <a:uFillTx/>
              <a:latin typeface="Arial" panose="020B0604020202020204" pitchFamily="34" charset="0"/>
              <a:ea typeface="+mn-ea"/>
              <a:cs typeface="+mn-cs"/>
            </a:endParaRPr>
          </a:p>
        </p:txBody>
      </p:sp>
      <p:sp>
        <p:nvSpPr>
          <p:cNvPr id="34" name="AutoShape 22">
            <a:extLst>
              <a:ext uri="{FF2B5EF4-FFF2-40B4-BE49-F238E27FC236}">
                <a16:creationId xmlns:a16="http://schemas.microsoft.com/office/drawing/2014/main" id="{6DA5F193-E3AB-458F-B858-B30F25ACED1B}"/>
              </a:ext>
            </a:extLst>
          </p:cNvPr>
          <p:cNvSpPr>
            <a:spLocks noChangeArrowheads="1"/>
          </p:cNvSpPr>
          <p:nvPr/>
        </p:nvSpPr>
        <p:spPr bwMode="auto">
          <a:xfrm>
            <a:off x="8801555" y="3066269"/>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Summe</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5" name="Text Box 25">
            <a:extLst>
              <a:ext uri="{FF2B5EF4-FFF2-40B4-BE49-F238E27FC236}">
                <a16:creationId xmlns:a16="http://schemas.microsoft.com/office/drawing/2014/main" id="{6773FB89-5D10-471B-9499-4F86C23C5011}"/>
              </a:ext>
            </a:extLst>
          </p:cNvPr>
          <p:cNvSpPr txBox="1">
            <a:spLocks noChangeArrowheads="1"/>
          </p:cNvSpPr>
          <p:nvPr/>
        </p:nvSpPr>
        <p:spPr bwMode="auto">
          <a:xfrm>
            <a:off x="6972755" y="2304269"/>
            <a:ext cx="533400" cy="457200"/>
          </a:xfrm>
          <a:prstGeom prst="rect">
            <a:avLst/>
          </a:prstGeom>
          <a:noFill/>
          <a:ln>
            <a:noFill/>
          </a:ln>
          <a:effectLst>
            <a:prstShdw prst="shdw17" dist="17961" dir="27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fr-FR"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p>
        </p:txBody>
      </p:sp>
      <p:sp>
        <p:nvSpPr>
          <p:cNvPr id="36" name="Text Box 7">
            <a:extLst>
              <a:ext uri="{FF2B5EF4-FFF2-40B4-BE49-F238E27FC236}">
                <a16:creationId xmlns:a16="http://schemas.microsoft.com/office/drawing/2014/main" id="{984A54C1-1765-4BA7-B5EC-D9D78391FD1B}"/>
              </a:ext>
            </a:extLst>
          </p:cNvPr>
          <p:cNvSpPr txBox="1">
            <a:spLocks noChangeArrowheads="1"/>
          </p:cNvSpPr>
          <p:nvPr/>
        </p:nvSpPr>
        <p:spPr bwMode="auto">
          <a:xfrm>
            <a:off x="7277555" y="4337253"/>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 </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FF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p>
        </p:txBody>
      </p:sp>
      <p:sp>
        <p:nvSpPr>
          <p:cNvPr id="37" name="Text Box 8">
            <a:extLst>
              <a:ext uri="{FF2B5EF4-FFF2-40B4-BE49-F238E27FC236}">
                <a16:creationId xmlns:a16="http://schemas.microsoft.com/office/drawing/2014/main" id="{B83BFA51-733E-4FD2-AE54-0EDD9B2AD30B}"/>
              </a:ext>
            </a:extLst>
          </p:cNvPr>
          <p:cNvSpPr txBox="1">
            <a:spLocks noChangeArrowheads="1"/>
          </p:cNvSpPr>
          <p:nvPr/>
        </p:nvSpPr>
        <p:spPr bwMode="auto">
          <a:xfrm>
            <a:off x="7887155" y="4337253"/>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p>
        </p:txBody>
      </p:sp>
      <p:sp>
        <p:nvSpPr>
          <p:cNvPr id="38" name="Line 9">
            <a:extLst>
              <a:ext uri="{FF2B5EF4-FFF2-40B4-BE49-F238E27FC236}">
                <a16:creationId xmlns:a16="http://schemas.microsoft.com/office/drawing/2014/main" id="{B4BA53A0-B30A-4676-81E4-A4D091BB1098}"/>
              </a:ext>
            </a:extLst>
          </p:cNvPr>
          <p:cNvSpPr>
            <a:spLocks noChangeShapeType="1"/>
          </p:cNvSpPr>
          <p:nvPr/>
        </p:nvSpPr>
        <p:spPr bwMode="auto">
          <a:xfrm>
            <a:off x="5601155" y="5480253"/>
            <a:ext cx="281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39" name="Text Box 10">
            <a:extLst>
              <a:ext uri="{FF2B5EF4-FFF2-40B4-BE49-F238E27FC236}">
                <a16:creationId xmlns:a16="http://schemas.microsoft.com/office/drawing/2014/main" id="{9B807B28-FAB0-43E1-8E60-3E1C54475C40}"/>
              </a:ext>
            </a:extLst>
          </p:cNvPr>
          <p:cNvSpPr txBox="1">
            <a:spLocks noChangeArrowheads="1"/>
          </p:cNvSpPr>
          <p:nvPr/>
        </p:nvSpPr>
        <p:spPr bwMode="auto">
          <a:xfrm>
            <a:off x="6058355" y="4337253"/>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 </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FF0000"/>
                </a:solidFill>
                <a:effectLst/>
                <a:uLnTx/>
                <a:uFillTx/>
                <a:latin typeface="Arial" panose="020B0604020202020204" pitchFamily="34" charset="0"/>
                <a:ea typeface="+mn-ea"/>
                <a:cs typeface="+mn-cs"/>
              </a:rPr>
              <a:t>0</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p>
        </p:txBody>
      </p:sp>
      <p:sp>
        <p:nvSpPr>
          <p:cNvPr id="40" name="Text Box 11">
            <a:extLst>
              <a:ext uri="{FF2B5EF4-FFF2-40B4-BE49-F238E27FC236}">
                <a16:creationId xmlns:a16="http://schemas.microsoft.com/office/drawing/2014/main" id="{8B6D495C-9B3F-4E0B-A9BB-93DC2C1328FD}"/>
              </a:ext>
            </a:extLst>
          </p:cNvPr>
          <p:cNvSpPr txBox="1">
            <a:spLocks noChangeArrowheads="1"/>
          </p:cNvSpPr>
          <p:nvPr/>
        </p:nvSpPr>
        <p:spPr bwMode="auto">
          <a:xfrm>
            <a:off x="6667955" y="4337253"/>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FF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p>
        </p:txBody>
      </p:sp>
      <p:sp>
        <p:nvSpPr>
          <p:cNvPr id="41" name="Text Box 12">
            <a:extLst>
              <a:ext uri="{FF2B5EF4-FFF2-40B4-BE49-F238E27FC236}">
                <a16:creationId xmlns:a16="http://schemas.microsoft.com/office/drawing/2014/main" id="{F235F64A-488F-44D5-90B7-E285C6891D5B}"/>
              </a:ext>
            </a:extLst>
          </p:cNvPr>
          <p:cNvSpPr txBox="1">
            <a:spLocks noChangeArrowheads="1"/>
          </p:cNvSpPr>
          <p:nvPr/>
        </p:nvSpPr>
        <p:spPr bwMode="auto">
          <a:xfrm>
            <a:off x="5448755" y="4337253"/>
            <a:ext cx="685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
                <a:srgbClr val="3333CC"/>
              </a:buClr>
              <a:buSzPct val="60000"/>
              <a:buFont typeface="Wingdings" panose="05000000000000000000" pitchFamily="2" charset="2"/>
              <a:buNone/>
              <a:tabLst/>
              <a:defRPr/>
            </a:pP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FF0000"/>
                </a:solidFill>
                <a:effectLst/>
                <a:uLnTx/>
                <a:uFillTx/>
                <a:latin typeface="Arial" panose="020B0604020202020204" pitchFamily="34" charset="0"/>
                <a:ea typeface="+mn-ea"/>
                <a:cs typeface="+mn-cs"/>
              </a:rPr>
              <a:t>1</a:t>
            </a:r>
            <a:b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br>
            <a:r>
              <a:rPr kumimoji="0" lang="de-DE" altLang="de-DE"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a:t>
            </a:r>
          </a:p>
        </p:txBody>
      </p:sp>
      <p:sp>
        <p:nvSpPr>
          <p:cNvPr id="42" name="AutoShape 13">
            <a:extLst>
              <a:ext uri="{FF2B5EF4-FFF2-40B4-BE49-F238E27FC236}">
                <a16:creationId xmlns:a16="http://schemas.microsoft.com/office/drawing/2014/main" id="{26653FC3-B767-46C9-BE31-1A67266E90D6}"/>
              </a:ext>
            </a:extLst>
          </p:cNvPr>
          <p:cNvSpPr>
            <a:spLocks noChangeArrowheads="1"/>
          </p:cNvSpPr>
          <p:nvPr/>
        </p:nvSpPr>
        <p:spPr bwMode="auto">
          <a:xfrm>
            <a:off x="8801555" y="4337253"/>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A</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3" name="AutoShape 14">
            <a:extLst>
              <a:ext uri="{FF2B5EF4-FFF2-40B4-BE49-F238E27FC236}">
                <a16:creationId xmlns:a16="http://schemas.microsoft.com/office/drawing/2014/main" id="{BFE3F7FB-0AC0-49A3-BA52-A10A67B18DD2}"/>
              </a:ext>
            </a:extLst>
          </p:cNvPr>
          <p:cNvSpPr>
            <a:spLocks noChangeArrowheads="1"/>
          </p:cNvSpPr>
          <p:nvPr/>
        </p:nvSpPr>
        <p:spPr bwMode="auto">
          <a:xfrm>
            <a:off x="8801555" y="4718253"/>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Summand B</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4" name="AutoShape 15">
            <a:extLst>
              <a:ext uri="{FF2B5EF4-FFF2-40B4-BE49-F238E27FC236}">
                <a16:creationId xmlns:a16="http://schemas.microsoft.com/office/drawing/2014/main" id="{6329B634-E997-48BC-A291-9FB9159C31B1}"/>
              </a:ext>
            </a:extLst>
          </p:cNvPr>
          <p:cNvSpPr>
            <a:spLocks noChangeArrowheads="1"/>
          </p:cNvSpPr>
          <p:nvPr/>
        </p:nvSpPr>
        <p:spPr bwMode="auto">
          <a:xfrm>
            <a:off x="8801555" y="5099253"/>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FF0000"/>
                </a:solidFill>
                <a:effectLst/>
                <a:uLnTx/>
                <a:uFillTx/>
                <a:latin typeface="Tahoma" panose="020B0604030504040204" pitchFamily="34" charset="0"/>
                <a:ea typeface="+mn-ea"/>
                <a:cs typeface="Times New Roman" panose="02020603050405020304" pitchFamily="18" charset="0"/>
              </a:rPr>
              <a:t>Übertrag</a:t>
            </a:r>
            <a:endParaRPr kumimoji="1" lang="de-AT" altLang="de-DE" sz="1600" b="0" i="0" u="none" strike="noStrike" kern="1200" cap="none" spc="0" normalizeH="0" baseline="0" noProof="0">
              <a:ln>
                <a:noFill/>
              </a:ln>
              <a:solidFill>
                <a:srgbClr val="FF0000"/>
              </a:solidFill>
              <a:effectLst/>
              <a:uLnTx/>
              <a:uFillTx/>
              <a:latin typeface="Arial" panose="020B0604020202020204" pitchFamily="34" charset="0"/>
              <a:ea typeface="+mn-ea"/>
              <a:cs typeface="+mn-cs"/>
            </a:endParaRPr>
          </a:p>
        </p:txBody>
      </p:sp>
      <p:sp>
        <p:nvSpPr>
          <p:cNvPr id="45" name="AutoShape 16">
            <a:extLst>
              <a:ext uri="{FF2B5EF4-FFF2-40B4-BE49-F238E27FC236}">
                <a16:creationId xmlns:a16="http://schemas.microsoft.com/office/drawing/2014/main" id="{D175FA19-A9FD-428B-B0E6-839AA5C0E52B}"/>
              </a:ext>
            </a:extLst>
          </p:cNvPr>
          <p:cNvSpPr>
            <a:spLocks noChangeArrowheads="1"/>
          </p:cNvSpPr>
          <p:nvPr/>
        </p:nvSpPr>
        <p:spPr bwMode="auto">
          <a:xfrm>
            <a:off x="8801555" y="5480253"/>
            <a:ext cx="1828800" cy="304800"/>
          </a:xfrm>
          <a:prstGeom prst="wedgeRoundRectCallout">
            <a:avLst>
              <a:gd name="adj1" fmla="val -60764"/>
              <a:gd name="adj2" fmla="val 28125"/>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180975" algn="ctr" defTabSz="914400" rtl="0" eaLnBrk="0" fontAlgn="base" latinLnBrk="0" hangingPunct="0">
              <a:lnSpc>
                <a:spcPct val="100000"/>
              </a:lnSpc>
              <a:spcBef>
                <a:spcPct val="0"/>
              </a:spcBef>
              <a:spcAft>
                <a:spcPct val="0"/>
              </a:spcAft>
              <a:buClrTx/>
              <a:buSzTx/>
              <a:buFontTx/>
              <a:buNone/>
              <a:tabLst/>
              <a:defRPr/>
            </a:pPr>
            <a:r>
              <a:rPr kumimoji="1" lang="de-AT" altLang="de-DE" sz="1600" b="0" i="0" u="none" strike="noStrike" kern="1200" cap="none" spc="0" normalizeH="0" baseline="0" noProof="0">
                <a:ln>
                  <a:noFill/>
                </a:ln>
                <a:solidFill>
                  <a:srgbClr val="000000"/>
                </a:solidFill>
                <a:effectLst/>
                <a:uLnTx/>
                <a:uFillTx/>
                <a:latin typeface="Tahoma" panose="020B0604030504040204" pitchFamily="34" charset="0"/>
                <a:ea typeface="+mn-ea"/>
                <a:cs typeface="Times New Roman" panose="02020603050405020304" pitchFamily="18" charset="0"/>
              </a:rPr>
              <a:t>Summe</a:t>
            </a:r>
            <a:endParaRPr kumimoji="1" lang="de-AT" altLang="de-DE" sz="16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6" name="Rechteck 45">
            <a:extLst>
              <a:ext uri="{FF2B5EF4-FFF2-40B4-BE49-F238E27FC236}">
                <a16:creationId xmlns:a16="http://schemas.microsoft.com/office/drawing/2014/main" id="{4F11A43A-1977-4229-975E-307BF09D6F2C}"/>
              </a:ext>
            </a:extLst>
          </p:cNvPr>
          <p:cNvSpPr/>
          <p:nvPr/>
        </p:nvSpPr>
        <p:spPr>
          <a:xfrm>
            <a:off x="5418667" y="1277645"/>
            <a:ext cx="4902496" cy="400110"/>
          </a:xfrm>
          <a:prstGeom prst="rect">
            <a:avLst/>
          </a:prstGeom>
        </p:spPr>
        <p:txBody>
          <a:bodyPr wrap="none">
            <a:spAutoFit/>
          </a:bodyPr>
          <a:lstStyle/>
          <a:p>
            <a:r>
              <a:rPr lang="de-DE" altLang="de-DE" dirty="0">
                <a:solidFill>
                  <a:srgbClr val="000000"/>
                </a:solidFill>
              </a:rPr>
              <a:t>Schriftliche Addition im </a:t>
            </a:r>
            <a:r>
              <a:rPr lang="de-DE" altLang="de-DE" b="1" dirty="0">
                <a:solidFill>
                  <a:srgbClr val="000000"/>
                </a:solidFill>
              </a:rPr>
              <a:t>Dezimalsystem</a:t>
            </a:r>
            <a:r>
              <a:rPr lang="de-DE" altLang="de-DE" dirty="0">
                <a:solidFill>
                  <a:srgbClr val="000000"/>
                </a:solidFill>
              </a:rPr>
              <a:t>:</a:t>
            </a:r>
          </a:p>
        </p:txBody>
      </p:sp>
      <p:sp>
        <p:nvSpPr>
          <p:cNvPr id="47" name="Rechteck 46">
            <a:extLst>
              <a:ext uri="{FF2B5EF4-FFF2-40B4-BE49-F238E27FC236}">
                <a16:creationId xmlns:a16="http://schemas.microsoft.com/office/drawing/2014/main" id="{931D25E4-B14E-4595-B2CC-D0E836B71D8B}"/>
              </a:ext>
            </a:extLst>
          </p:cNvPr>
          <p:cNvSpPr/>
          <p:nvPr/>
        </p:nvSpPr>
        <p:spPr>
          <a:xfrm>
            <a:off x="5582524" y="3618454"/>
            <a:ext cx="4456861" cy="400110"/>
          </a:xfrm>
          <a:prstGeom prst="rect">
            <a:avLst/>
          </a:prstGeom>
        </p:spPr>
        <p:txBody>
          <a:bodyPr wrap="none">
            <a:spAutoFit/>
          </a:bodyPr>
          <a:lstStyle/>
          <a:p>
            <a:r>
              <a:rPr lang="de-DE" altLang="de-DE">
                <a:solidFill>
                  <a:srgbClr val="000000"/>
                </a:solidFill>
              </a:rPr>
              <a:t>Schriftliche Addition im </a:t>
            </a:r>
            <a:r>
              <a:rPr lang="de-DE" altLang="de-DE" b="1">
                <a:solidFill>
                  <a:srgbClr val="000000"/>
                </a:solidFill>
              </a:rPr>
              <a:t>Dualsystem</a:t>
            </a:r>
            <a:r>
              <a:rPr lang="de-DE" altLang="de-DE">
                <a:solidFill>
                  <a:srgbClr val="000000"/>
                </a:solidFill>
              </a:rPr>
              <a:t>:</a:t>
            </a:r>
          </a:p>
        </p:txBody>
      </p:sp>
    </p:spTree>
    <p:extLst>
      <p:ext uri="{BB962C8B-B14F-4D97-AF65-F5344CB8AC3E}">
        <p14:creationId xmlns:p14="http://schemas.microsoft.com/office/powerpoint/2010/main" val="321962258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Addieren Binärzahlen</a:t>
            </a:r>
          </a:p>
        </p:txBody>
      </p:sp>
      <p:sp>
        <p:nvSpPr>
          <p:cNvPr id="3" name="Inhaltsplatzhalter 2">
            <a:extLst>
              <a:ext uri="{FF2B5EF4-FFF2-40B4-BE49-F238E27FC236}">
                <a16:creationId xmlns:a16="http://schemas.microsoft.com/office/drawing/2014/main" id="{12709DF8-9E7B-417D-9017-5C0946FFE66F}"/>
              </a:ext>
            </a:extLst>
          </p:cNvPr>
          <p:cNvSpPr>
            <a:spLocks noGrp="1"/>
          </p:cNvSpPr>
          <p:nvPr>
            <p:ph idx="1"/>
          </p:nvPr>
        </p:nvSpPr>
        <p:spPr>
          <a:xfrm>
            <a:off x="160867" y="1825625"/>
            <a:ext cx="4514828" cy="4351338"/>
          </a:xfrm>
        </p:spPr>
        <p:txBody>
          <a:bodyPr>
            <a:normAutofit fontScale="85000" lnSpcReduction="10000"/>
          </a:bodyPr>
          <a:lstStyle/>
          <a:p>
            <a:r>
              <a:rPr lang="de-DE" altLang="de-DE" dirty="0"/>
              <a:t>Zwei zweistellige Dualzahlen werden addiert: 11 + 01</a:t>
            </a:r>
          </a:p>
          <a:p>
            <a:r>
              <a:rPr lang="de-DE" altLang="de-DE" dirty="0"/>
              <a:t>1 + 1 ergibt Summe 0 (</a:t>
            </a:r>
            <a:r>
              <a:rPr lang="de-DE" altLang="de-DE" b="1" dirty="0" err="1">
                <a:solidFill>
                  <a:srgbClr val="00B050"/>
                </a:solidFill>
              </a:rPr>
              <a:t>sum</a:t>
            </a:r>
            <a:r>
              <a:rPr lang="de-DE" altLang="de-DE" dirty="0"/>
              <a:t>) und Übertrag 1 (</a:t>
            </a:r>
            <a:r>
              <a:rPr lang="de-DE" altLang="de-DE" b="1" dirty="0">
                <a:solidFill>
                  <a:srgbClr val="FF0000"/>
                </a:solidFill>
              </a:rPr>
              <a:t>carry out</a:t>
            </a:r>
            <a:r>
              <a:rPr lang="de-DE" altLang="de-DE" dirty="0"/>
              <a:t>)</a:t>
            </a:r>
          </a:p>
          <a:p>
            <a:r>
              <a:rPr lang="de-DE" altLang="de-DE" dirty="0"/>
              <a:t>Der Übertrag kommt eine Stelle nach oben und wird wieder verrechnet (</a:t>
            </a:r>
            <a:r>
              <a:rPr lang="de-DE" altLang="de-DE" b="1" dirty="0"/>
              <a:t>carry in</a:t>
            </a:r>
            <a:r>
              <a:rPr lang="de-DE" altLang="de-DE" dirty="0"/>
              <a:t>).</a:t>
            </a:r>
          </a:p>
          <a:p>
            <a:r>
              <a:rPr lang="de-DE" altLang="de-DE" dirty="0"/>
              <a:t>Entsteht ein Übertrag, wird eine 1 ausgegeben (LED leuchtet) und der Ausgang Summe wird auf 0 gesetzt (LED leuchtet nicht).</a:t>
            </a:r>
          </a:p>
          <a:p>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0960" y="214505"/>
            <a:ext cx="525054" cy="1235797"/>
          </a:xfrm>
          <a:prstGeom prst="rect">
            <a:avLst/>
          </a:prstGeom>
        </p:spPr>
      </p:pic>
      <p:pic>
        <p:nvPicPr>
          <p:cNvPr id="2" name="Grafik 1">
            <a:extLst>
              <a:ext uri="{FF2B5EF4-FFF2-40B4-BE49-F238E27FC236}">
                <a16:creationId xmlns:a16="http://schemas.microsoft.com/office/drawing/2014/main" id="{F1D34DD2-A926-4061-8D3E-6FC778B04DA3}"/>
              </a:ext>
            </a:extLst>
          </p:cNvPr>
          <p:cNvPicPr>
            <a:picLocks noChangeAspect="1"/>
          </p:cNvPicPr>
          <p:nvPr/>
        </p:nvPicPr>
        <p:blipFill>
          <a:blip r:embed="rId3"/>
          <a:stretch>
            <a:fillRect/>
          </a:stretch>
        </p:blipFill>
        <p:spPr>
          <a:xfrm>
            <a:off x="5074719" y="1729264"/>
            <a:ext cx="4883175" cy="1899439"/>
          </a:xfrm>
          <a:prstGeom prst="rect">
            <a:avLst/>
          </a:prstGeom>
        </p:spPr>
      </p:pic>
      <p:graphicFrame>
        <p:nvGraphicFramePr>
          <p:cNvPr id="48" name="Tabelle 47">
            <a:extLst>
              <a:ext uri="{FF2B5EF4-FFF2-40B4-BE49-F238E27FC236}">
                <a16:creationId xmlns:a16="http://schemas.microsoft.com/office/drawing/2014/main" id="{747A0E66-ED22-4756-9F9E-35F30D0D8775}"/>
              </a:ext>
            </a:extLst>
          </p:cNvPr>
          <p:cNvGraphicFramePr>
            <a:graphicFrameLocks noGrp="1"/>
          </p:cNvGraphicFramePr>
          <p:nvPr>
            <p:extLst>
              <p:ext uri="{D42A27DB-BD31-4B8C-83A1-F6EECF244321}">
                <p14:modId xmlns:p14="http://schemas.microsoft.com/office/powerpoint/2010/main" val="4238790256"/>
              </p:ext>
            </p:extLst>
          </p:nvPr>
        </p:nvGraphicFramePr>
        <p:xfrm>
          <a:off x="5074719" y="3652111"/>
          <a:ext cx="4512940" cy="2057316"/>
        </p:xfrm>
        <a:graphic>
          <a:graphicData uri="http://schemas.openxmlformats.org/drawingml/2006/table">
            <a:tbl>
              <a:tblPr firstRow="1" bandRow="1"/>
              <a:tblGrid>
                <a:gridCol w="1128235">
                  <a:extLst>
                    <a:ext uri="{9D8B030D-6E8A-4147-A177-3AD203B41FA5}">
                      <a16:colId xmlns:a16="http://schemas.microsoft.com/office/drawing/2014/main" val="3106143855"/>
                    </a:ext>
                  </a:extLst>
                </a:gridCol>
                <a:gridCol w="1128235">
                  <a:extLst>
                    <a:ext uri="{9D8B030D-6E8A-4147-A177-3AD203B41FA5}">
                      <a16:colId xmlns:a16="http://schemas.microsoft.com/office/drawing/2014/main" val="925836351"/>
                    </a:ext>
                  </a:extLst>
                </a:gridCol>
                <a:gridCol w="1128235">
                  <a:extLst>
                    <a:ext uri="{9D8B030D-6E8A-4147-A177-3AD203B41FA5}">
                      <a16:colId xmlns:a16="http://schemas.microsoft.com/office/drawing/2014/main" val="20002"/>
                    </a:ext>
                  </a:extLst>
                </a:gridCol>
                <a:gridCol w="1128235">
                  <a:extLst>
                    <a:ext uri="{9D8B030D-6E8A-4147-A177-3AD203B41FA5}">
                      <a16:colId xmlns:a16="http://schemas.microsoft.com/office/drawing/2014/main" val="20003"/>
                    </a:ext>
                  </a:extLst>
                </a:gridCol>
              </a:tblGrid>
              <a:tr h="365745">
                <a:tc>
                  <a:txBody>
                    <a:bodyPr/>
                    <a:lstStyle>
                      <a:lvl1pPr marL="0" algn="l" defTabSz="914400" rtl="0" eaLnBrk="1" latinLnBrk="0" hangingPunct="1">
                        <a:defRPr sz="1800" b="1" kern="1200">
                          <a:solidFill>
                            <a:schemeClr val="dk1"/>
                          </a:solidFill>
                          <a:latin typeface="Tahoma"/>
                        </a:defRPr>
                      </a:lvl1pPr>
                      <a:lvl2pPr marL="457200" algn="l" defTabSz="914400" rtl="0" eaLnBrk="1" latinLnBrk="0" hangingPunct="1">
                        <a:defRPr sz="1800" b="1" kern="1200">
                          <a:solidFill>
                            <a:schemeClr val="dk1"/>
                          </a:solidFill>
                          <a:latin typeface="Tahoma"/>
                        </a:defRPr>
                      </a:lvl2pPr>
                      <a:lvl3pPr marL="914400" algn="l" defTabSz="914400" rtl="0" eaLnBrk="1" latinLnBrk="0" hangingPunct="1">
                        <a:defRPr sz="1800" b="1" kern="1200">
                          <a:solidFill>
                            <a:schemeClr val="dk1"/>
                          </a:solidFill>
                          <a:latin typeface="Tahoma"/>
                        </a:defRPr>
                      </a:lvl3pPr>
                      <a:lvl4pPr marL="1371600" algn="l" defTabSz="914400" rtl="0" eaLnBrk="1" latinLnBrk="0" hangingPunct="1">
                        <a:defRPr sz="1800" b="1" kern="1200">
                          <a:solidFill>
                            <a:schemeClr val="dk1"/>
                          </a:solidFill>
                          <a:latin typeface="Tahoma"/>
                        </a:defRPr>
                      </a:lvl4pPr>
                      <a:lvl5pPr marL="1828800" algn="l" defTabSz="914400" rtl="0" eaLnBrk="1" latinLnBrk="0" hangingPunct="1">
                        <a:defRPr sz="1800" b="1" kern="1200">
                          <a:solidFill>
                            <a:schemeClr val="dk1"/>
                          </a:solidFill>
                          <a:latin typeface="Tahoma"/>
                        </a:defRPr>
                      </a:lvl5pPr>
                      <a:lvl6pPr marL="2286000" algn="l" defTabSz="914400" rtl="0" eaLnBrk="1" latinLnBrk="0" hangingPunct="1">
                        <a:defRPr sz="1800" b="1" kern="1200">
                          <a:solidFill>
                            <a:schemeClr val="dk1"/>
                          </a:solidFill>
                          <a:latin typeface="Tahoma"/>
                        </a:defRPr>
                      </a:lvl6pPr>
                      <a:lvl7pPr marL="2743200" algn="l" defTabSz="914400" rtl="0" eaLnBrk="1" latinLnBrk="0" hangingPunct="1">
                        <a:defRPr sz="1800" b="1" kern="1200">
                          <a:solidFill>
                            <a:schemeClr val="dk1"/>
                          </a:solidFill>
                          <a:latin typeface="Tahoma"/>
                        </a:defRPr>
                      </a:lvl7pPr>
                      <a:lvl8pPr marL="3200400" algn="l" defTabSz="914400" rtl="0" eaLnBrk="1" latinLnBrk="0" hangingPunct="1">
                        <a:defRPr sz="1800" b="1" kern="1200">
                          <a:solidFill>
                            <a:schemeClr val="dk1"/>
                          </a:solidFill>
                          <a:latin typeface="Tahoma"/>
                        </a:defRPr>
                      </a:lvl8pPr>
                      <a:lvl9pPr marL="3657600" algn="l" defTabSz="914400" rtl="0" eaLnBrk="1" latinLnBrk="0" hangingPunct="1">
                        <a:defRPr sz="1800" b="1" kern="1200">
                          <a:solidFill>
                            <a:schemeClr val="dk1"/>
                          </a:solidFill>
                          <a:latin typeface="Tahoma"/>
                        </a:defRPr>
                      </a:lvl9pPr>
                    </a:lstStyle>
                    <a:p>
                      <a:pPr algn="ctr"/>
                      <a:r>
                        <a:rPr lang="de-DE" sz="1800" b="0"/>
                        <a:t>a</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b="1" kern="1200">
                          <a:solidFill>
                            <a:schemeClr val="dk1"/>
                          </a:solidFill>
                          <a:latin typeface="Tahoma"/>
                        </a:defRPr>
                      </a:lvl1pPr>
                      <a:lvl2pPr marL="457200" algn="l" defTabSz="914400" rtl="0" eaLnBrk="1" latinLnBrk="0" hangingPunct="1">
                        <a:defRPr sz="1800" b="1" kern="1200">
                          <a:solidFill>
                            <a:schemeClr val="dk1"/>
                          </a:solidFill>
                          <a:latin typeface="Tahoma"/>
                        </a:defRPr>
                      </a:lvl2pPr>
                      <a:lvl3pPr marL="914400" algn="l" defTabSz="914400" rtl="0" eaLnBrk="1" latinLnBrk="0" hangingPunct="1">
                        <a:defRPr sz="1800" b="1" kern="1200">
                          <a:solidFill>
                            <a:schemeClr val="dk1"/>
                          </a:solidFill>
                          <a:latin typeface="Tahoma"/>
                        </a:defRPr>
                      </a:lvl3pPr>
                      <a:lvl4pPr marL="1371600" algn="l" defTabSz="914400" rtl="0" eaLnBrk="1" latinLnBrk="0" hangingPunct="1">
                        <a:defRPr sz="1800" b="1" kern="1200">
                          <a:solidFill>
                            <a:schemeClr val="dk1"/>
                          </a:solidFill>
                          <a:latin typeface="Tahoma"/>
                        </a:defRPr>
                      </a:lvl4pPr>
                      <a:lvl5pPr marL="1828800" algn="l" defTabSz="914400" rtl="0" eaLnBrk="1" latinLnBrk="0" hangingPunct="1">
                        <a:defRPr sz="1800" b="1" kern="1200">
                          <a:solidFill>
                            <a:schemeClr val="dk1"/>
                          </a:solidFill>
                          <a:latin typeface="Tahoma"/>
                        </a:defRPr>
                      </a:lvl5pPr>
                      <a:lvl6pPr marL="2286000" algn="l" defTabSz="914400" rtl="0" eaLnBrk="1" latinLnBrk="0" hangingPunct="1">
                        <a:defRPr sz="1800" b="1" kern="1200">
                          <a:solidFill>
                            <a:schemeClr val="dk1"/>
                          </a:solidFill>
                          <a:latin typeface="Tahoma"/>
                        </a:defRPr>
                      </a:lvl6pPr>
                      <a:lvl7pPr marL="2743200" algn="l" defTabSz="914400" rtl="0" eaLnBrk="1" latinLnBrk="0" hangingPunct="1">
                        <a:defRPr sz="1800" b="1" kern="1200">
                          <a:solidFill>
                            <a:schemeClr val="dk1"/>
                          </a:solidFill>
                          <a:latin typeface="Tahoma"/>
                        </a:defRPr>
                      </a:lvl7pPr>
                      <a:lvl8pPr marL="3200400" algn="l" defTabSz="914400" rtl="0" eaLnBrk="1" latinLnBrk="0" hangingPunct="1">
                        <a:defRPr sz="1800" b="1" kern="1200">
                          <a:solidFill>
                            <a:schemeClr val="dk1"/>
                          </a:solidFill>
                          <a:latin typeface="Tahoma"/>
                        </a:defRPr>
                      </a:lvl8pPr>
                      <a:lvl9pPr marL="3657600" algn="l" defTabSz="914400" rtl="0" eaLnBrk="1" latinLnBrk="0" hangingPunct="1">
                        <a:defRPr sz="1800" b="1" kern="1200">
                          <a:solidFill>
                            <a:schemeClr val="dk1"/>
                          </a:solidFill>
                          <a:latin typeface="Tahoma"/>
                        </a:defRPr>
                      </a:lvl9pPr>
                    </a:lstStyle>
                    <a:p>
                      <a:pPr algn="ctr"/>
                      <a:r>
                        <a:rPr lang="de-DE" sz="1800" b="0" dirty="0">
                          <a:solidFill>
                            <a:schemeClr val="tx1"/>
                          </a:solidFill>
                        </a:rPr>
                        <a:t>--</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b="1" kern="1200">
                          <a:solidFill>
                            <a:schemeClr val="dk1"/>
                          </a:solidFill>
                          <a:latin typeface="Tahoma"/>
                        </a:defRPr>
                      </a:lvl1pPr>
                      <a:lvl2pPr marL="457200" algn="l" defTabSz="914400" rtl="0" eaLnBrk="1" latinLnBrk="0" hangingPunct="1">
                        <a:defRPr sz="1800" b="1" kern="1200">
                          <a:solidFill>
                            <a:schemeClr val="dk1"/>
                          </a:solidFill>
                          <a:latin typeface="Tahoma"/>
                        </a:defRPr>
                      </a:lvl2pPr>
                      <a:lvl3pPr marL="914400" algn="l" defTabSz="914400" rtl="0" eaLnBrk="1" latinLnBrk="0" hangingPunct="1">
                        <a:defRPr sz="1800" b="1" kern="1200">
                          <a:solidFill>
                            <a:schemeClr val="dk1"/>
                          </a:solidFill>
                          <a:latin typeface="Tahoma"/>
                        </a:defRPr>
                      </a:lvl3pPr>
                      <a:lvl4pPr marL="1371600" algn="l" defTabSz="914400" rtl="0" eaLnBrk="1" latinLnBrk="0" hangingPunct="1">
                        <a:defRPr sz="1800" b="1" kern="1200">
                          <a:solidFill>
                            <a:schemeClr val="dk1"/>
                          </a:solidFill>
                          <a:latin typeface="Tahoma"/>
                        </a:defRPr>
                      </a:lvl4pPr>
                      <a:lvl5pPr marL="1828800" algn="l" defTabSz="914400" rtl="0" eaLnBrk="1" latinLnBrk="0" hangingPunct="1">
                        <a:defRPr sz="1800" b="1" kern="1200">
                          <a:solidFill>
                            <a:schemeClr val="dk1"/>
                          </a:solidFill>
                          <a:latin typeface="Tahoma"/>
                        </a:defRPr>
                      </a:lvl5pPr>
                      <a:lvl6pPr marL="2286000" algn="l" defTabSz="914400" rtl="0" eaLnBrk="1" latinLnBrk="0" hangingPunct="1">
                        <a:defRPr sz="1800" b="1" kern="1200">
                          <a:solidFill>
                            <a:schemeClr val="dk1"/>
                          </a:solidFill>
                          <a:latin typeface="Tahoma"/>
                        </a:defRPr>
                      </a:lvl6pPr>
                      <a:lvl7pPr marL="2743200" algn="l" defTabSz="914400" rtl="0" eaLnBrk="1" latinLnBrk="0" hangingPunct="1">
                        <a:defRPr sz="1800" b="1" kern="1200">
                          <a:solidFill>
                            <a:schemeClr val="dk1"/>
                          </a:solidFill>
                          <a:latin typeface="Tahoma"/>
                        </a:defRPr>
                      </a:lvl7pPr>
                      <a:lvl8pPr marL="3200400" algn="l" defTabSz="914400" rtl="0" eaLnBrk="1" latinLnBrk="0" hangingPunct="1">
                        <a:defRPr sz="1800" b="1" kern="1200">
                          <a:solidFill>
                            <a:schemeClr val="dk1"/>
                          </a:solidFill>
                          <a:latin typeface="Tahoma"/>
                        </a:defRPr>
                      </a:lvl8pPr>
                      <a:lvl9pPr marL="3657600" algn="l" defTabSz="914400" rtl="0" eaLnBrk="1" latinLnBrk="0" hangingPunct="1">
                        <a:defRPr sz="1800" b="1" kern="1200">
                          <a:solidFill>
                            <a:schemeClr val="dk1"/>
                          </a:solidFill>
                          <a:latin typeface="Tahoma"/>
                        </a:defRPr>
                      </a:lvl9pPr>
                    </a:lstStyle>
                    <a:p>
                      <a:pPr algn="ctr"/>
                      <a:r>
                        <a:rPr lang="de-DE" sz="1800" b="0">
                          <a:solidFill>
                            <a:schemeClr val="tx1"/>
                          </a:solidFill>
                        </a:rPr>
                        <a:t>1</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b="1" kern="1200">
                          <a:solidFill>
                            <a:schemeClr val="dk1"/>
                          </a:solidFill>
                          <a:latin typeface="Tahoma"/>
                        </a:defRPr>
                      </a:lvl1pPr>
                      <a:lvl2pPr marL="457200" algn="l" defTabSz="914400" rtl="0" eaLnBrk="1" latinLnBrk="0" hangingPunct="1">
                        <a:defRPr sz="1800" b="1" kern="1200">
                          <a:solidFill>
                            <a:schemeClr val="dk1"/>
                          </a:solidFill>
                          <a:latin typeface="Tahoma"/>
                        </a:defRPr>
                      </a:lvl2pPr>
                      <a:lvl3pPr marL="914400" algn="l" defTabSz="914400" rtl="0" eaLnBrk="1" latinLnBrk="0" hangingPunct="1">
                        <a:defRPr sz="1800" b="1" kern="1200">
                          <a:solidFill>
                            <a:schemeClr val="dk1"/>
                          </a:solidFill>
                          <a:latin typeface="Tahoma"/>
                        </a:defRPr>
                      </a:lvl3pPr>
                      <a:lvl4pPr marL="1371600" algn="l" defTabSz="914400" rtl="0" eaLnBrk="1" latinLnBrk="0" hangingPunct="1">
                        <a:defRPr sz="1800" b="1" kern="1200">
                          <a:solidFill>
                            <a:schemeClr val="dk1"/>
                          </a:solidFill>
                          <a:latin typeface="Tahoma"/>
                        </a:defRPr>
                      </a:lvl4pPr>
                      <a:lvl5pPr marL="1828800" algn="l" defTabSz="914400" rtl="0" eaLnBrk="1" latinLnBrk="0" hangingPunct="1">
                        <a:defRPr sz="1800" b="1" kern="1200">
                          <a:solidFill>
                            <a:schemeClr val="dk1"/>
                          </a:solidFill>
                          <a:latin typeface="Tahoma"/>
                        </a:defRPr>
                      </a:lvl5pPr>
                      <a:lvl6pPr marL="2286000" algn="l" defTabSz="914400" rtl="0" eaLnBrk="1" latinLnBrk="0" hangingPunct="1">
                        <a:defRPr sz="1800" b="1" kern="1200">
                          <a:solidFill>
                            <a:schemeClr val="dk1"/>
                          </a:solidFill>
                          <a:latin typeface="Tahoma"/>
                        </a:defRPr>
                      </a:lvl6pPr>
                      <a:lvl7pPr marL="2743200" algn="l" defTabSz="914400" rtl="0" eaLnBrk="1" latinLnBrk="0" hangingPunct="1">
                        <a:defRPr sz="1800" b="1" kern="1200">
                          <a:solidFill>
                            <a:schemeClr val="dk1"/>
                          </a:solidFill>
                          <a:latin typeface="Tahoma"/>
                        </a:defRPr>
                      </a:lvl7pPr>
                      <a:lvl8pPr marL="3200400" algn="l" defTabSz="914400" rtl="0" eaLnBrk="1" latinLnBrk="0" hangingPunct="1">
                        <a:defRPr sz="1800" b="1" kern="1200">
                          <a:solidFill>
                            <a:schemeClr val="dk1"/>
                          </a:solidFill>
                          <a:latin typeface="Tahoma"/>
                        </a:defRPr>
                      </a:lvl8pPr>
                      <a:lvl9pPr marL="3657600" algn="l" defTabSz="914400" rtl="0" eaLnBrk="1" latinLnBrk="0" hangingPunct="1">
                        <a:defRPr sz="1800" b="1" kern="1200">
                          <a:solidFill>
                            <a:schemeClr val="dk1"/>
                          </a:solidFill>
                          <a:latin typeface="Tahoma"/>
                        </a:defRPr>
                      </a:lvl9pPr>
                    </a:lstStyle>
                    <a:p>
                      <a:pPr algn="ctr"/>
                      <a:r>
                        <a:rPr lang="de-DE" sz="1800" b="0">
                          <a:solidFill>
                            <a:schemeClr val="tx1"/>
                          </a:solidFill>
                        </a:rPr>
                        <a:t>1</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2172952287"/>
                  </a:ext>
                </a:extLst>
              </a:tr>
              <a:tr h="365745">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t>b</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solidFill>
                            <a:schemeClr val="tx1"/>
                          </a:solidFill>
                        </a:rPr>
                        <a:t>--</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0</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1</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65745">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t>carry in</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1</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1</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solidFill>
                            <a:schemeClr val="tx1"/>
                          </a:solidFill>
                        </a:rPr>
                        <a:t>--</a:t>
                      </a:r>
                      <a:endParaRPr lang="de-DE" sz="1800" b="0" dirty="0">
                        <a:solidFill>
                          <a:schemeClr val="tx1"/>
                        </a:solidFill>
                      </a:endParaRP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198906">
                <a:tc gridSpan="4">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endParaRPr lang="de-DE" sz="900" b="0" dirty="0"/>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hMerge="1">
                  <a:txBody>
                    <a:bodyPr/>
                    <a:lstStyle/>
                    <a:p>
                      <a:pPr algn="ctr"/>
                      <a:endParaRPr lang="de-DE" sz="1800" b="0" dirty="0">
                        <a:solidFill>
                          <a:schemeClr val="tx1"/>
                        </a:solidFill>
                      </a:endParaRPr>
                    </a:p>
                  </a:txBody>
                  <a:tcPr marL="91415" marR="91415" marT="45713" marB="45713"/>
                </a:tc>
                <a:tc hMerge="1">
                  <a:txBody>
                    <a:bodyPr/>
                    <a:lstStyle/>
                    <a:p>
                      <a:pPr algn="ctr"/>
                      <a:endParaRPr lang="de-DE" sz="1800" b="0" dirty="0">
                        <a:solidFill>
                          <a:schemeClr val="tx1"/>
                        </a:solidFill>
                      </a:endParaRPr>
                    </a:p>
                  </a:txBody>
                  <a:tcPr marL="91415" marR="91415" marT="45713" marB="45713"/>
                </a:tc>
                <a:tc hMerge="1">
                  <a:txBody>
                    <a:bodyPr/>
                    <a:lstStyle/>
                    <a:p>
                      <a:pPr algn="ctr"/>
                      <a:endParaRPr lang="de-DE" sz="1800" b="0" dirty="0">
                        <a:solidFill>
                          <a:schemeClr val="tx1"/>
                        </a:solidFill>
                      </a:endParaRPr>
                    </a:p>
                  </a:txBody>
                  <a:tcPr marL="91415" marR="91415" marT="45713" marB="45713"/>
                </a:tc>
                <a:extLst>
                  <a:ext uri="{0D108BD9-81ED-4DB2-BD59-A6C34878D82A}">
                    <a16:rowId xmlns:a16="http://schemas.microsoft.com/office/drawing/2014/main" val="1273256276"/>
                  </a:ext>
                </a:extLst>
              </a:tr>
              <a:tr h="365745">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t>carry out</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0</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solidFill>
                            <a:schemeClr val="tx1"/>
                          </a:solidFill>
                        </a:rPr>
                        <a:t>1</a:t>
                      </a:r>
                      <a:endParaRPr lang="de-DE" sz="1800" b="0" dirty="0">
                        <a:solidFill>
                          <a:schemeClr val="tx1"/>
                        </a:solidFill>
                      </a:endParaRP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solidFill>
                            <a:schemeClr val="tx1"/>
                          </a:solidFill>
                        </a:rPr>
                        <a:t>1</a:t>
                      </a:r>
                      <a:endParaRPr lang="de-DE" sz="1800" b="0" dirty="0">
                        <a:solidFill>
                          <a:schemeClr val="tx1"/>
                        </a:solidFill>
                      </a:endParaRP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3"/>
                  </a:ext>
                </a:extLst>
              </a:tr>
              <a:tr h="365745">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a:t>sum</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1</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0</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Tahoma"/>
                        </a:defRPr>
                      </a:lvl1pPr>
                      <a:lvl2pPr marL="457200" algn="l" defTabSz="914400" rtl="0" eaLnBrk="1" latinLnBrk="0" hangingPunct="1">
                        <a:defRPr sz="1800" kern="1200">
                          <a:solidFill>
                            <a:schemeClr val="dk1"/>
                          </a:solidFill>
                          <a:latin typeface="Tahoma"/>
                        </a:defRPr>
                      </a:lvl2pPr>
                      <a:lvl3pPr marL="914400" algn="l" defTabSz="914400" rtl="0" eaLnBrk="1" latinLnBrk="0" hangingPunct="1">
                        <a:defRPr sz="1800" kern="1200">
                          <a:solidFill>
                            <a:schemeClr val="dk1"/>
                          </a:solidFill>
                          <a:latin typeface="Tahoma"/>
                        </a:defRPr>
                      </a:lvl3pPr>
                      <a:lvl4pPr marL="1371600" algn="l" defTabSz="914400" rtl="0" eaLnBrk="1" latinLnBrk="0" hangingPunct="1">
                        <a:defRPr sz="1800" kern="1200">
                          <a:solidFill>
                            <a:schemeClr val="dk1"/>
                          </a:solidFill>
                          <a:latin typeface="Tahoma"/>
                        </a:defRPr>
                      </a:lvl4pPr>
                      <a:lvl5pPr marL="1828800" algn="l" defTabSz="914400" rtl="0" eaLnBrk="1" latinLnBrk="0" hangingPunct="1">
                        <a:defRPr sz="1800" kern="1200">
                          <a:solidFill>
                            <a:schemeClr val="dk1"/>
                          </a:solidFill>
                          <a:latin typeface="Tahoma"/>
                        </a:defRPr>
                      </a:lvl5pPr>
                      <a:lvl6pPr marL="2286000" algn="l" defTabSz="914400" rtl="0" eaLnBrk="1" latinLnBrk="0" hangingPunct="1">
                        <a:defRPr sz="1800" kern="1200">
                          <a:solidFill>
                            <a:schemeClr val="dk1"/>
                          </a:solidFill>
                          <a:latin typeface="Tahoma"/>
                        </a:defRPr>
                      </a:lvl6pPr>
                      <a:lvl7pPr marL="2743200" algn="l" defTabSz="914400" rtl="0" eaLnBrk="1" latinLnBrk="0" hangingPunct="1">
                        <a:defRPr sz="1800" kern="1200">
                          <a:solidFill>
                            <a:schemeClr val="dk1"/>
                          </a:solidFill>
                          <a:latin typeface="Tahoma"/>
                        </a:defRPr>
                      </a:lvl7pPr>
                      <a:lvl8pPr marL="3200400" algn="l" defTabSz="914400" rtl="0" eaLnBrk="1" latinLnBrk="0" hangingPunct="1">
                        <a:defRPr sz="1800" kern="1200">
                          <a:solidFill>
                            <a:schemeClr val="dk1"/>
                          </a:solidFill>
                          <a:latin typeface="Tahoma"/>
                        </a:defRPr>
                      </a:lvl8pPr>
                      <a:lvl9pPr marL="3657600" algn="l" defTabSz="914400" rtl="0" eaLnBrk="1" latinLnBrk="0" hangingPunct="1">
                        <a:defRPr sz="1800" kern="1200">
                          <a:solidFill>
                            <a:schemeClr val="dk1"/>
                          </a:solidFill>
                          <a:latin typeface="Tahoma"/>
                        </a:defRPr>
                      </a:lvl9pPr>
                    </a:lstStyle>
                    <a:p>
                      <a:pPr algn="ctr"/>
                      <a:r>
                        <a:rPr lang="de-DE" sz="1800" b="0" dirty="0">
                          <a:solidFill>
                            <a:schemeClr val="tx1"/>
                          </a:solidFill>
                        </a:rPr>
                        <a:t>0</a:t>
                      </a:r>
                    </a:p>
                  </a:txBody>
                  <a:tcPr marL="91415" marR="91415" marT="45713" marB="4571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4"/>
                  </a:ext>
                </a:extLst>
              </a:tr>
            </a:tbl>
          </a:graphicData>
        </a:graphic>
      </p:graphicFrame>
      <p:sp>
        <p:nvSpPr>
          <p:cNvPr id="49" name="Ellipse 48">
            <a:extLst>
              <a:ext uri="{FF2B5EF4-FFF2-40B4-BE49-F238E27FC236}">
                <a16:creationId xmlns:a16="http://schemas.microsoft.com/office/drawing/2014/main" id="{6DC46EE4-1F8E-47BE-8D92-7777B74DD9C7}"/>
              </a:ext>
            </a:extLst>
          </p:cNvPr>
          <p:cNvSpPr/>
          <p:nvPr/>
        </p:nvSpPr>
        <p:spPr bwMode="auto">
          <a:xfrm>
            <a:off x="9076591" y="5763004"/>
            <a:ext cx="360040" cy="360040"/>
          </a:xfrm>
          <a:prstGeom prst="ellipse">
            <a:avLst/>
          </a:prstGeom>
          <a:no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4" charset="0"/>
            </a:endParaRPr>
          </a:p>
        </p:txBody>
      </p:sp>
      <p:sp>
        <p:nvSpPr>
          <p:cNvPr id="50" name="Ellipse 49">
            <a:extLst>
              <a:ext uri="{FF2B5EF4-FFF2-40B4-BE49-F238E27FC236}">
                <a16:creationId xmlns:a16="http://schemas.microsoft.com/office/drawing/2014/main" id="{7E47D01F-F036-4626-BD1E-898B83240B86}"/>
              </a:ext>
            </a:extLst>
          </p:cNvPr>
          <p:cNvSpPr/>
          <p:nvPr/>
        </p:nvSpPr>
        <p:spPr bwMode="auto">
          <a:xfrm>
            <a:off x="8642466" y="5763004"/>
            <a:ext cx="360040" cy="360040"/>
          </a:xfrm>
          <a:prstGeom prst="ellipse">
            <a:avLst/>
          </a:prstGeom>
          <a:solidFill>
            <a:srgbClr val="FF0000"/>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4" charset="0"/>
            </a:endParaRPr>
          </a:p>
        </p:txBody>
      </p:sp>
      <p:sp>
        <p:nvSpPr>
          <p:cNvPr id="51" name="Ellipse 50">
            <a:extLst>
              <a:ext uri="{FF2B5EF4-FFF2-40B4-BE49-F238E27FC236}">
                <a16:creationId xmlns:a16="http://schemas.microsoft.com/office/drawing/2014/main" id="{F9FDE499-F5CC-481F-8D6D-716362A758FF}"/>
              </a:ext>
            </a:extLst>
          </p:cNvPr>
          <p:cNvSpPr/>
          <p:nvPr/>
        </p:nvSpPr>
        <p:spPr bwMode="auto">
          <a:xfrm>
            <a:off x="7916443" y="5763004"/>
            <a:ext cx="360040" cy="360040"/>
          </a:xfrm>
          <a:prstGeom prst="ellipse">
            <a:avLst/>
          </a:prstGeom>
          <a:no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4" charset="0"/>
            </a:endParaRPr>
          </a:p>
        </p:txBody>
      </p:sp>
      <p:sp>
        <p:nvSpPr>
          <p:cNvPr id="52" name="Ellipse 51">
            <a:extLst>
              <a:ext uri="{FF2B5EF4-FFF2-40B4-BE49-F238E27FC236}">
                <a16:creationId xmlns:a16="http://schemas.microsoft.com/office/drawing/2014/main" id="{2E4D724A-1AE9-4616-B5D3-4195BA5B8459}"/>
              </a:ext>
            </a:extLst>
          </p:cNvPr>
          <p:cNvSpPr/>
          <p:nvPr/>
        </p:nvSpPr>
        <p:spPr bwMode="auto">
          <a:xfrm>
            <a:off x="7516307" y="5763004"/>
            <a:ext cx="360040" cy="360040"/>
          </a:xfrm>
          <a:prstGeom prst="ellipse">
            <a:avLst/>
          </a:prstGeom>
          <a:solidFill>
            <a:srgbClr val="FF0000"/>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4" charset="0"/>
            </a:endParaRPr>
          </a:p>
        </p:txBody>
      </p:sp>
      <p:sp>
        <p:nvSpPr>
          <p:cNvPr id="53" name="Ellipse 52">
            <a:extLst>
              <a:ext uri="{FF2B5EF4-FFF2-40B4-BE49-F238E27FC236}">
                <a16:creationId xmlns:a16="http://schemas.microsoft.com/office/drawing/2014/main" id="{48BCF90D-4D2A-4D8B-8CDA-E4C41788D26E}"/>
              </a:ext>
            </a:extLst>
          </p:cNvPr>
          <p:cNvSpPr/>
          <p:nvPr/>
        </p:nvSpPr>
        <p:spPr bwMode="auto">
          <a:xfrm>
            <a:off x="6773208" y="5778735"/>
            <a:ext cx="360040" cy="360040"/>
          </a:xfrm>
          <a:prstGeom prst="ellipse">
            <a:avLst/>
          </a:prstGeom>
          <a:solidFill>
            <a:srgbClr val="00B050"/>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4" charset="0"/>
            </a:endParaRPr>
          </a:p>
        </p:txBody>
      </p:sp>
      <p:sp>
        <p:nvSpPr>
          <p:cNvPr id="54" name="Ellipse 53">
            <a:extLst>
              <a:ext uri="{FF2B5EF4-FFF2-40B4-BE49-F238E27FC236}">
                <a16:creationId xmlns:a16="http://schemas.microsoft.com/office/drawing/2014/main" id="{25B1D452-69AB-48DF-99EE-87D299742CE6}"/>
              </a:ext>
            </a:extLst>
          </p:cNvPr>
          <p:cNvSpPr/>
          <p:nvPr/>
        </p:nvSpPr>
        <p:spPr bwMode="auto">
          <a:xfrm>
            <a:off x="6373072" y="5778735"/>
            <a:ext cx="360040" cy="360040"/>
          </a:xfrm>
          <a:prstGeom prst="ellipse">
            <a:avLst/>
          </a:prstGeom>
          <a:no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de-DE" sz="20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2387914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2" grpId="0" animBg="1"/>
      <p:bldP spid="53" grpId="0" animBg="1"/>
      <p:bldP spid="54" grpId="0" animBg="1"/>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Die Addierschaltung</a:t>
            </a:r>
          </a:p>
        </p:txBody>
      </p:sp>
      <p:sp>
        <p:nvSpPr>
          <p:cNvPr id="3" name="Inhaltsplatzhalter 2">
            <a:extLst>
              <a:ext uri="{FF2B5EF4-FFF2-40B4-BE49-F238E27FC236}">
                <a16:creationId xmlns:a16="http://schemas.microsoft.com/office/drawing/2014/main" id="{12709DF8-9E7B-417D-9017-5C0946FFE66F}"/>
              </a:ext>
            </a:extLst>
          </p:cNvPr>
          <p:cNvSpPr>
            <a:spLocks noGrp="1"/>
          </p:cNvSpPr>
          <p:nvPr>
            <p:ph idx="1"/>
          </p:nvPr>
        </p:nvSpPr>
        <p:spPr>
          <a:xfrm>
            <a:off x="160867" y="1825625"/>
            <a:ext cx="11811174" cy="4351338"/>
          </a:xfrm>
        </p:spPr>
        <p:txBody>
          <a:bodyPr>
            <a:normAutofit/>
          </a:bodyPr>
          <a:lstStyle/>
          <a:p>
            <a:r>
              <a:rPr lang="de-DE" i="1" dirty="0"/>
              <a:t>Eine Addierschaltung (engl. </a:t>
            </a:r>
            <a:r>
              <a:rPr lang="de-DE" i="1" dirty="0" err="1"/>
              <a:t>adder</a:t>
            </a:r>
            <a:r>
              <a:rPr lang="de-DE" i="1" dirty="0"/>
              <a:t> </a:t>
            </a:r>
            <a:r>
              <a:rPr lang="de-DE" i="1" dirty="0" err="1"/>
              <a:t>circuit</a:t>
            </a:r>
            <a:r>
              <a:rPr lang="de-DE" i="1" dirty="0"/>
              <a:t>) ist eine digitale Schaltung, die binäre Zahlen addieren </a:t>
            </a:r>
            <a:r>
              <a:rPr lang="de-DE" i="1" dirty="0" err="1"/>
              <a:t>kann.Sie</a:t>
            </a:r>
            <a:r>
              <a:rPr lang="de-DE" i="1" dirty="0"/>
              <a:t> besteht aus logischen Gattern (UND, ODER, XOR) und bildet die Grundlage für Rechenwerke in CPUs, Mikrocontrollern und ALUs.</a:t>
            </a:r>
          </a:p>
          <a:p>
            <a:r>
              <a:rPr lang="de-DE" dirty="0"/>
              <a:t>Man unterscheidet zwei Typen:</a:t>
            </a:r>
          </a:p>
          <a:p>
            <a:pPr lvl="1"/>
            <a:r>
              <a:rPr lang="de-DE" u="sng" dirty="0" err="1"/>
              <a:t>Halbaddierer</a:t>
            </a:r>
            <a:r>
              <a:rPr lang="de-DE" u="sng" dirty="0"/>
              <a:t> (Half </a:t>
            </a:r>
            <a:r>
              <a:rPr lang="de-DE" u="sng" dirty="0" err="1"/>
              <a:t>Adder</a:t>
            </a:r>
            <a:r>
              <a:rPr lang="de-DE" u="sng" dirty="0"/>
              <a:t>)</a:t>
            </a:r>
          </a:p>
          <a:p>
            <a:pPr lvl="1"/>
            <a:r>
              <a:rPr lang="de-DE" u="sng" dirty="0" err="1"/>
              <a:t>Volladdierer</a:t>
            </a:r>
            <a:r>
              <a:rPr lang="de-DE" u="sng" dirty="0"/>
              <a:t> (</a:t>
            </a:r>
            <a:r>
              <a:rPr lang="de-DE" u="sng" dirty="0" err="1"/>
              <a:t>Full</a:t>
            </a:r>
            <a:r>
              <a:rPr lang="de-DE" u="sng" dirty="0"/>
              <a:t> </a:t>
            </a:r>
            <a:r>
              <a:rPr lang="de-DE" u="sng" dirty="0" err="1"/>
              <a:t>Adder</a:t>
            </a:r>
            <a:r>
              <a:rPr lang="de-DE" u="sng" dirty="0"/>
              <a:t>)</a:t>
            </a:r>
          </a:p>
          <a:p>
            <a:pPr lvl="1"/>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p:spTree>
    <p:extLst>
      <p:ext uri="{BB962C8B-B14F-4D97-AF65-F5344CB8AC3E}">
        <p14:creationId xmlns:p14="http://schemas.microsoft.com/office/powerpoint/2010/main" val="361727298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err="1"/>
              <a:t>Halbaddierer</a:t>
            </a:r>
            <a:r>
              <a:rPr lang="de-DE" sz="3600" dirty="0"/>
              <a:t> (Half </a:t>
            </a:r>
            <a:r>
              <a:rPr lang="de-DE" sz="3600" dirty="0" err="1"/>
              <a:t>Adder</a:t>
            </a:r>
            <a:r>
              <a:rPr lang="de-DE" sz="3600" dirty="0"/>
              <a:t>)</a:t>
            </a:r>
          </a:p>
        </p:txBody>
      </p:sp>
      <p:sp>
        <p:nvSpPr>
          <p:cNvPr id="3" name="Inhaltsplatzhalter 2">
            <a:extLst>
              <a:ext uri="{FF2B5EF4-FFF2-40B4-BE49-F238E27FC236}">
                <a16:creationId xmlns:a16="http://schemas.microsoft.com/office/drawing/2014/main" id="{12709DF8-9E7B-417D-9017-5C0946FFE66F}"/>
              </a:ext>
            </a:extLst>
          </p:cNvPr>
          <p:cNvSpPr>
            <a:spLocks noGrp="1"/>
          </p:cNvSpPr>
          <p:nvPr>
            <p:ph idx="1"/>
          </p:nvPr>
        </p:nvSpPr>
        <p:spPr>
          <a:xfrm>
            <a:off x="160867" y="1825625"/>
            <a:ext cx="4816486" cy="4351338"/>
          </a:xfrm>
        </p:spPr>
        <p:txBody>
          <a:bodyPr>
            <a:normAutofit/>
          </a:bodyPr>
          <a:lstStyle/>
          <a:p>
            <a:r>
              <a:rPr lang="de-DE" dirty="0"/>
              <a:t>Ein </a:t>
            </a:r>
            <a:r>
              <a:rPr lang="de-DE" dirty="0" err="1"/>
              <a:t>Halbaddierer</a:t>
            </a:r>
            <a:r>
              <a:rPr lang="de-DE" dirty="0"/>
              <a:t> kann </a:t>
            </a:r>
            <a:r>
              <a:rPr lang="de-DE" b="1" dirty="0"/>
              <a:t>zwei Bits </a:t>
            </a:r>
            <a:r>
              <a:rPr lang="de-DE" dirty="0"/>
              <a:t>addieren</a:t>
            </a:r>
          </a:p>
          <a:p>
            <a:r>
              <a:rPr lang="de-DE" dirty="0"/>
              <a:t>Eingänge </a:t>
            </a:r>
            <a:r>
              <a:rPr lang="de-DE" dirty="0">
                <a:sym typeface="Wingdings" panose="05000000000000000000" pitchFamily="2" charset="2"/>
              </a:rPr>
              <a:t> A und B</a:t>
            </a:r>
          </a:p>
          <a:p>
            <a:r>
              <a:rPr lang="de-DE" dirty="0">
                <a:sym typeface="Wingdings" panose="05000000000000000000" pitchFamily="2" charset="2"/>
              </a:rPr>
              <a:t>Ausgänge  S (Summe) | C (Carry = Übertrag)</a:t>
            </a:r>
          </a:p>
          <a:p>
            <a:endParaRPr lang="de-DE" dirty="0">
              <a:sym typeface="Wingdings" panose="05000000000000000000" pitchFamily="2" charset="2"/>
            </a:endParaRP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p:pic>
        <p:nvPicPr>
          <p:cNvPr id="2" name="Grafik 1">
            <a:extLst>
              <a:ext uri="{FF2B5EF4-FFF2-40B4-BE49-F238E27FC236}">
                <a16:creationId xmlns:a16="http://schemas.microsoft.com/office/drawing/2014/main" id="{73387D00-A05B-4E10-A17E-B2970C60040A}"/>
              </a:ext>
            </a:extLst>
          </p:cNvPr>
          <p:cNvPicPr>
            <a:picLocks noChangeAspect="1"/>
          </p:cNvPicPr>
          <p:nvPr/>
        </p:nvPicPr>
        <p:blipFill>
          <a:blip r:embed="rId3"/>
          <a:stretch>
            <a:fillRect/>
          </a:stretch>
        </p:blipFill>
        <p:spPr>
          <a:xfrm>
            <a:off x="5066967" y="1825625"/>
            <a:ext cx="3781612" cy="1523527"/>
          </a:xfrm>
          <a:prstGeom prst="rect">
            <a:avLst/>
          </a:prstGeom>
        </p:spPr>
      </p:pic>
      <p:pic>
        <p:nvPicPr>
          <p:cNvPr id="5" name="Grafik 4">
            <a:extLst>
              <a:ext uri="{FF2B5EF4-FFF2-40B4-BE49-F238E27FC236}">
                <a16:creationId xmlns:a16="http://schemas.microsoft.com/office/drawing/2014/main" id="{F82FACE4-FC3B-4F1C-8994-BAB09BE804E4}"/>
              </a:ext>
            </a:extLst>
          </p:cNvPr>
          <p:cNvPicPr>
            <a:picLocks noChangeAspect="1"/>
          </p:cNvPicPr>
          <p:nvPr/>
        </p:nvPicPr>
        <p:blipFill>
          <a:blip r:embed="rId4"/>
          <a:stretch>
            <a:fillRect/>
          </a:stretch>
        </p:blipFill>
        <p:spPr>
          <a:xfrm>
            <a:off x="5056547" y="3429000"/>
            <a:ext cx="7059010" cy="2514951"/>
          </a:xfrm>
          <a:prstGeom prst="rect">
            <a:avLst/>
          </a:prstGeom>
        </p:spPr>
      </p:pic>
    </p:spTree>
    <p:extLst>
      <p:ext uri="{BB962C8B-B14F-4D97-AF65-F5344CB8AC3E}">
        <p14:creationId xmlns:p14="http://schemas.microsoft.com/office/powerpoint/2010/main" val="50376261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Addierschaltung</a:t>
            </a:r>
            <a:br>
              <a:rPr lang="de-DE" sz="3600" dirty="0"/>
            </a:br>
            <a:r>
              <a:rPr lang="de-DE" sz="3600" dirty="0"/>
              <a:t>Rechenbeispiel</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12709DF8-9E7B-417D-9017-5C0946FFE66F}"/>
                  </a:ext>
                </a:extLst>
              </p:cNvPr>
              <p:cNvSpPr>
                <a:spLocks noGrp="1"/>
              </p:cNvSpPr>
              <p:nvPr>
                <p:ph idx="1"/>
              </p:nvPr>
            </p:nvSpPr>
            <p:spPr>
              <a:xfrm>
                <a:off x="160867" y="1825625"/>
                <a:ext cx="4514828" cy="4351338"/>
              </a:xfrm>
            </p:spPr>
            <p:txBody>
              <a:bodyPr>
                <a:normAutofit fontScale="77500" lnSpcReduction="20000"/>
              </a:bodyPr>
              <a:lstStyle/>
              <a:p>
                <a:pPr>
                  <a:spcBef>
                    <a:spcPct val="50000"/>
                  </a:spcBef>
                  <a:buClr>
                    <a:srgbClr val="3333CC"/>
                  </a:buClr>
                  <a:buNone/>
                  <a:defRPr/>
                </a:pPr>
                <a:r>
                  <a:rPr lang="de-DE" altLang="de-DE" dirty="0" err="1">
                    <a:solidFill>
                      <a:srgbClr val="000000"/>
                    </a:solidFill>
                  </a:rPr>
                  <a:t>Aufgabe:Addierschaltung</a:t>
                </a:r>
                <a:r>
                  <a:rPr lang="de-DE" altLang="de-DE" dirty="0">
                    <a:solidFill>
                      <a:srgbClr val="000000"/>
                    </a:solidFill>
                  </a:rPr>
                  <a:t> für zwei Dualzahlen a und b  (je 1 Bit)</a:t>
                </a:r>
              </a:p>
              <a:p>
                <a:pPr lvl="1">
                  <a:spcBef>
                    <a:spcPct val="50000"/>
                  </a:spcBef>
                  <a:buClr>
                    <a:srgbClr val="3333CC"/>
                  </a:buClr>
                  <a:defRPr/>
                </a:pPr>
                <a:r>
                  <a:rPr lang="de-DE" altLang="de-DE" sz="1300" dirty="0"/>
                  <a:t>Eingang A = Summand A</a:t>
                </a:r>
              </a:p>
              <a:p>
                <a:pPr lvl="1">
                  <a:spcBef>
                    <a:spcPct val="50000"/>
                  </a:spcBef>
                  <a:buClr>
                    <a:srgbClr val="3333CC"/>
                  </a:buClr>
                  <a:defRPr/>
                </a:pPr>
                <a:r>
                  <a:rPr lang="de-DE" altLang="de-DE" sz="1300" dirty="0"/>
                  <a:t>Eingang B = Summand B</a:t>
                </a:r>
                <a:endParaRPr lang="de-DE" altLang="de-DE" sz="1300" dirty="0">
                  <a:solidFill>
                    <a:srgbClr val="000000"/>
                  </a:solidFill>
                </a:endParaRPr>
              </a:p>
              <a:p>
                <a:pPr>
                  <a:spcBef>
                    <a:spcPct val="50000"/>
                  </a:spcBef>
                  <a:buClr>
                    <a:srgbClr val="3333CC"/>
                  </a:buClr>
                  <a:buNone/>
                  <a:defRPr/>
                </a:pPr>
                <a:r>
                  <a:rPr lang="de-DE" altLang="de-DE" dirty="0">
                    <a:solidFill>
                      <a:srgbClr val="000000"/>
                    </a:solidFill>
                  </a:rPr>
                  <a:t>1) Stellen Sie eine </a:t>
                </a:r>
                <a:r>
                  <a:rPr lang="de-DE" altLang="de-DE" b="1" dirty="0">
                    <a:solidFill>
                      <a:srgbClr val="000000"/>
                    </a:solidFill>
                  </a:rPr>
                  <a:t>Wahrheitstabelle</a:t>
                </a:r>
                <a:r>
                  <a:rPr lang="de-DE" altLang="de-DE" dirty="0">
                    <a:solidFill>
                      <a:srgbClr val="000000"/>
                    </a:solidFill>
                  </a:rPr>
                  <a:t> auf.</a:t>
                </a:r>
              </a:p>
              <a:p>
                <a:pPr lvl="0">
                  <a:spcBef>
                    <a:spcPct val="50000"/>
                  </a:spcBef>
                  <a:buClr>
                    <a:srgbClr val="3333CC"/>
                  </a:buClr>
                  <a:buNone/>
                  <a:defRPr/>
                </a:pPr>
                <a:r>
                  <a:rPr lang="de-DE" altLang="de-DE" dirty="0">
                    <a:solidFill>
                      <a:srgbClr val="000000"/>
                    </a:solidFill>
                  </a:rPr>
                  <a:t>2) Schreiben Sie die </a:t>
                </a:r>
                <a:r>
                  <a:rPr lang="de-DE" altLang="de-DE" b="1" dirty="0">
                    <a:solidFill>
                      <a:srgbClr val="000000"/>
                    </a:solidFill>
                  </a:rPr>
                  <a:t>Schaltfunktion</a:t>
                </a:r>
                <a:r>
                  <a:rPr lang="de-DE" altLang="de-DE" dirty="0">
                    <a:solidFill>
                      <a:srgbClr val="000000"/>
                    </a:solidFill>
                  </a:rPr>
                  <a:t> mit den Schaltgattern Nicht, Und, Oder für die </a:t>
                </a:r>
                <a:r>
                  <a:rPr lang="de-DE" altLang="de-DE" u="sng" dirty="0">
                    <a:solidFill>
                      <a:srgbClr val="000000"/>
                    </a:solidFill>
                  </a:rPr>
                  <a:t>beiden Ausgänge</a:t>
                </a:r>
                <a:r>
                  <a:rPr lang="de-DE" altLang="de-DE" dirty="0">
                    <a:solidFill>
                      <a:srgbClr val="000000"/>
                    </a:solidFill>
                  </a:rPr>
                  <a:t> </a:t>
                </a:r>
                <a14:m>
                  <m:oMath xmlns:m="http://schemas.openxmlformats.org/officeDocument/2006/math">
                    <m:r>
                      <a:rPr lang="de-DE" altLang="de-DE" i="1">
                        <a:solidFill>
                          <a:srgbClr val="000000"/>
                        </a:solidFill>
                        <a:latin typeface="Cambria Math" panose="02040503050406030204" pitchFamily="18" charset="0"/>
                      </a:rPr>
                      <m:t>𝑠</m:t>
                    </m:r>
                  </m:oMath>
                </a14:m>
                <a:r>
                  <a:rPr lang="de-DE" altLang="de-DE" dirty="0">
                    <a:solidFill>
                      <a:srgbClr val="000000"/>
                    </a:solidFill>
                  </a:rPr>
                  <a:t> und </a:t>
                </a:r>
                <a14:m>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oMath>
                </a14:m>
                <a:r>
                  <a:rPr lang="de-DE" altLang="de-DE" dirty="0">
                    <a:solidFill>
                      <a:srgbClr val="000000"/>
                    </a:solidFill>
                  </a:rPr>
                  <a:t>.</a:t>
                </a:r>
              </a:p>
              <a:p>
                <a:pPr>
                  <a:spcBef>
                    <a:spcPct val="50000"/>
                  </a:spcBef>
                  <a:buClr>
                    <a:srgbClr val="3333CC"/>
                  </a:buClr>
                  <a:buNone/>
                  <a:defRPr/>
                </a:pPr>
                <a:r>
                  <a:rPr lang="de-DE" altLang="de-DE" dirty="0">
                    <a:solidFill>
                      <a:srgbClr val="000000"/>
                    </a:solidFill>
                  </a:rPr>
                  <a:t>3) Können Sie die Schaltfunktion für </a:t>
                </a:r>
                <a:r>
                  <a:rPr lang="de-DE" altLang="de-DE" dirty="0">
                    <a:solidFill>
                      <a:srgbClr val="000000"/>
                    </a:solidFill>
                    <a:latin typeface="Cambria Math" panose="02040503050406030204" pitchFamily="18" charset="0"/>
                  </a:rPr>
                  <a:t>𝑠</a:t>
                </a:r>
                <a:r>
                  <a:rPr lang="de-DE" altLang="de-DE" dirty="0">
                    <a:solidFill>
                      <a:srgbClr val="000000"/>
                    </a:solidFill>
                  </a:rPr>
                  <a:t> vereinfachen?</a:t>
                </a:r>
              </a:p>
            </p:txBody>
          </p:sp>
        </mc:Choice>
        <mc:Fallback xmlns="">
          <p:sp>
            <p:nvSpPr>
              <p:cNvPr id="3" name="Inhaltsplatzhalter 2">
                <a:extLst>
                  <a:ext uri="{FF2B5EF4-FFF2-40B4-BE49-F238E27FC236}">
                    <a16:creationId xmlns:a16="http://schemas.microsoft.com/office/drawing/2014/main" id="{12709DF8-9E7B-417D-9017-5C0946FFE66F}"/>
                  </a:ext>
                </a:extLst>
              </p:cNvPr>
              <p:cNvSpPr>
                <a:spLocks noGrp="1" noRot="1" noChangeAspect="1" noMove="1" noResize="1" noEditPoints="1" noAdjustHandles="1" noChangeArrowheads="1" noChangeShapeType="1" noTextEdit="1"/>
              </p:cNvSpPr>
              <p:nvPr>
                <p:ph idx="1"/>
              </p:nvPr>
            </p:nvSpPr>
            <p:spPr>
              <a:xfrm>
                <a:off x="160867" y="1825625"/>
                <a:ext cx="4514828" cy="4351338"/>
              </a:xfrm>
              <a:blipFill>
                <a:blip r:embed="rId2"/>
                <a:stretch>
                  <a:fillRect l="-1754" t="-2941"/>
                </a:stretch>
              </a:blipFill>
            </p:spPr>
            <p:txBody>
              <a:bodyPr/>
              <a:lstStyle/>
              <a:p>
                <a:r>
                  <a:rPr lang="de-DE">
                    <a:noFill/>
                  </a:rPr>
                  <a:t> </a:t>
                </a:r>
              </a:p>
            </p:txBody>
          </p:sp>
        </mc:Fallback>
      </mc:AlternateContent>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0960" y="214505"/>
            <a:ext cx="525054" cy="1235797"/>
          </a:xfrm>
          <a:prstGeom prst="rect">
            <a:avLst/>
          </a:prstGeom>
        </p:spPr>
      </p:pic>
      <p:grpSp>
        <p:nvGrpSpPr>
          <p:cNvPr id="16" name="Gruppieren 15">
            <a:extLst>
              <a:ext uri="{FF2B5EF4-FFF2-40B4-BE49-F238E27FC236}">
                <a16:creationId xmlns:a16="http://schemas.microsoft.com/office/drawing/2014/main" id="{BBF06666-A2F4-4C68-BA01-DC6806797E47}"/>
              </a:ext>
            </a:extLst>
          </p:cNvPr>
          <p:cNvGrpSpPr/>
          <p:nvPr/>
        </p:nvGrpSpPr>
        <p:grpSpPr>
          <a:xfrm>
            <a:off x="4675695" y="1287462"/>
            <a:ext cx="5867400" cy="2141538"/>
            <a:chOff x="6026224" y="2057400"/>
            <a:chExt cx="5867400" cy="2141538"/>
          </a:xfrm>
        </p:grpSpPr>
        <p:sp>
          <p:nvSpPr>
            <p:cNvPr id="17" name="Text Box 6">
              <a:extLst>
                <a:ext uri="{FF2B5EF4-FFF2-40B4-BE49-F238E27FC236}">
                  <a16:creationId xmlns:a16="http://schemas.microsoft.com/office/drawing/2014/main" id="{9BAE3EBD-E0D8-499A-8558-81B00197CEE5}"/>
                </a:ext>
              </a:extLst>
            </p:cNvPr>
            <p:cNvSpPr txBox="1">
              <a:spLocks noChangeArrowheads="1"/>
            </p:cNvSpPr>
            <p:nvPr/>
          </p:nvSpPr>
          <p:spPr bwMode="auto">
            <a:xfrm>
              <a:off x="8083624" y="2057400"/>
              <a:ext cx="1752600" cy="1382713"/>
            </a:xfrm>
            <a:prstGeom prst="rect">
              <a:avLst/>
            </a:prstGeom>
            <a:solidFill>
              <a:srgbClr val="FFFFCC"/>
            </a:solidFill>
            <a:ln w="9525">
              <a:solidFill>
                <a:schemeClr val="tx1"/>
              </a:solidFill>
              <a:miter lim="800000"/>
              <a:headEnd/>
              <a:tailEnd/>
            </a:ln>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r" defTabSz="914400" rtl="0" eaLnBrk="1" fontAlgn="base" latinLnBrk="0" hangingPunct="1">
                <a:lnSpc>
                  <a:spcPct val="100000"/>
                </a:lnSpc>
                <a:spcBef>
                  <a:spcPct val="50000"/>
                </a:spcBef>
                <a:spcAft>
                  <a:spcPct val="0"/>
                </a:spcAft>
                <a:buClrTx/>
                <a:buSzTx/>
                <a:buFontTx/>
                <a:buNone/>
                <a:tabLst/>
                <a:defRPr/>
              </a:pPr>
              <a:r>
                <a:rPr kumimoji="0" lang="de-DE" altLang="de-DE" sz="2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1</a:t>
              </a:r>
              <a:br>
                <a:rPr kumimoji="0" lang="de-DE" altLang="de-DE" sz="2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br>
              <a:r>
                <a:rPr kumimoji="0" lang="de-DE" altLang="de-DE" sz="2800" b="0" i="0" u="sng" strike="noStrike" kern="1200" cap="none" spc="0" normalizeH="0" baseline="0" noProof="0">
                  <a:ln>
                    <a:noFill/>
                  </a:ln>
                  <a:solidFill>
                    <a:srgbClr val="000000"/>
                  </a:solidFill>
                  <a:effectLst/>
                  <a:uLnTx/>
                  <a:uFillTx/>
                  <a:latin typeface="Tahoma" panose="020B0604030504040204" pitchFamily="34" charset="0"/>
                  <a:ea typeface="+mn-ea"/>
                  <a:cs typeface="+mn-cs"/>
                </a:rPr>
                <a:t>+ </a:t>
              </a:r>
              <a:r>
                <a:rPr kumimoji="0" lang="de-DE" altLang="de-DE" sz="2000" b="0" i="0" u="sng" strike="noStrike" kern="1200" cap="none" spc="0" normalizeH="0" baseline="0" noProof="0">
                  <a:ln>
                    <a:noFill/>
                  </a:ln>
                  <a:solidFill>
                    <a:srgbClr val="FF0000"/>
                  </a:solidFill>
                  <a:effectLst/>
                  <a:uLnTx/>
                  <a:uFillTx/>
                  <a:latin typeface="Tahoma" panose="020B0604030504040204" pitchFamily="34" charset="0"/>
                  <a:ea typeface="+mn-ea"/>
                  <a:cs typeface="+mn-cs"/>
                </a:rPr>
                <a:t>1</a:t>
              </a:r>
              <a:r>
                <a:rPr kumimoji="0" lang="de-DE" altLang="de-DE" sz="2800" b="0" i="0" u="sng" strike="noStrike" kern="1200" cap="none" spc="0" normalizeH="0" baseline="0" noProof="0">
                  <a:ln>
                    <a:noFill/>
                  </a:ln>
                  <a:solidFill>
                    <a:srgbClr val="000000"/>
                  </a:solidFill>
                  <a:effectLst/>
                  <a:uLnTx/>
                  <a:uFillTx/>
                  <a:latin typeface="Tahoma" panose="020B0604030504040204" pitchFamily="34" charset="0"/>
                  <a:ea typeface="+mn-ea"/>
                  <a:cs typeface="+mn-cs"/>
                </a:rPr>
                <a:t> 1</a:t>
              </a:r>
              <a:br>
                <a:rPr kumimoji="0" lang="de-DE" altLang="de-DE" sz="2800" b="0" i="0" u="sng" strike="noStrike" kern="1200" cap="none" spc="0" normalizeH="0" baseline="0" noProof="0">
                  <a:ln>
                    <a:noFill/>
                  </a:ln>
                  <a:solidFill>
                    <a:srgbClr val="000000"/>
                  </a:solidFill>
                  <a:effectLst/>
                  <a:uLnTx/>
                  <a:uFillTx/>
                  <a:latin typeface="Tahoma" panose="020B0604030504040204" pitchFamily="34" charset="0"/>
                  <a:ea typeface="+mn-ea"/>
                  <a:cs typeface="+mn-cs"/>
                </a:rPr>
              </a:br>
              <a:r>
                <a:rPr kumimoji="0" lang="de-DE" altLang="de-DE" sz="2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1 0 </a:t>
              </a:r>
            </a:p>
          </p:txBody>
        </p:sp>
        <p:sp>
          <p:nvSpPr>
            <p:cNvPr id="18" name="Text Box 7">
              <a:extLst>
                <a:ext uri="{FF2B5EF4-FFF2-40B4-BE49-F238E27FC236}">
                  <a16:creationId xmlns:a16="http://schemas.microsoft.com/office/drawing/2014/main" id="{96BD0149-33D0-43C1-82E6-2852AAC4F46C}"/>
                </a:ext>
              </a:extLst>
            </p:cNvPr>
            <p:cNvSpPr txBox="1">
              <a:spLocks noChangeArrowheads="1"/>
            </p:cNvSpPr>
            <p:nvPr/>
          </p:nvSpPr>
          <p:spPr bwMode="auto">
            <a:xfrm>
              <a:off x="9912424" y="2057400"/>
              <a:ext cx="1981200" cy="1311275"/>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a</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b</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summe</a:t>
              </a:r>
            </a:p>
          </p:txBody>
        </p:sp>
        <p:sp>
          <p:nvSpPr>
            <p:cNvPr id="19" name="AutoShape 37">
              <a:extLst>
                <a:ext uri="{FF2B5EF4-FFF2-40B4-BE49-F238E27FC236}">
                  <a16:creationId xmlns:a16="http://schemas.microsoft.com/office/drawing/2014/main" id="{DEC0019C-B1E4-4C19-A119-360910D2E812}"/>
                </a:ext>
              </a:extLst>
            </p:cNvPr>
            <p:cNvSpPr>
              <a:spLocks noChangeArrowheads="1"/>
            </p:cNvSpPr>
            <p:nvPr/>
          </p:nvSpPr>
          <p:spPr bwMode="auto">
            <a:xfrm>
              <a:off x="6026224" y="3276600"/>
              <a:ext cx="1905000" cy="922338"/>
            </a:xfrm>
            <a:prstGeom prst="wedgeRoundRectCallout">
              <a:avLst>
                <a:gd name="adj1" fmla="val 46750"/>
                <a:gd name="adj2" fmla="val 17125"/>
                <a:gd name="adj3" fmla="val 16667"/>
              </a:avLst>
            </a:prstGeom>
            <a:solidFill>
              <a:srgbClr val="FFFFCC"/>
            </a:solidFill>
            <a:ln w="9525">
              <a:solidFill>
                <a:schemeClr val="tx1"/>
              </a:solidFill>
              <a:miter lim="800000"/>
              <a:headEnd/>
              <a:tailEnd/>
            </a:ln>
          </p:spPr>
          <p:txBody>
            <a:bodyPr lIns="18000" tIns="10800" rIns="18000" bIns="1080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altLang="de-DE"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Achtung: </a:t>
              </a:r>
              <a:br>
                <a:rPr kumimoji="0" lang="de-DE" altLang="de-DE"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br>
              <a:r>
                <a:rPr kumimoji="0" lang="de-DE" altLang="de-DE"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1+1 ergibt 0</a:t>
              </a:r>
              <a:br>
                <a:rPr kumimoji="0" lang="de-DE" altLang="de-DE"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br>
              <a:r>
                <a:rPr kumimoji="0" lang="de-DE" altLang="de-DE"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mit </a:t>
              </a:r>
              <a:r>
                <a:rPr kumimoji="0" lang="de-DE" altLang="de-DE" sz="1800" b="0" i="0" u="none" strike="noStrike" kern="1200" cap="none" spc="0" normalizeH="0" baseline="0" noProof="0">
                  <a:ln>
                    <a:noFill/>
                  </a:ln>
                  <a:solidFill>
                    <a:srgbClr val="FF0000"/>
                  </a:solidFill>
                  <a:effectLst/>
                  <a:uLnTx/>
                  <a:uFillTx/>
                  <a:latin typeface="Tahoma" panose="020B0604030504040204" pitchFamily="34" charset="0"/>
                  <a:ea typeface="+mn-ea"/>
                  <a:cs typeface="+mn-cs"/>
                </a:rPr>
                <a:t>Übertrag 1</a:t>
              </a:r>
              <a:r>
                <a:rPr kumimoji="0" lang="de-DE" altLang="de-DE"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a:t>
              </a:r>
            </a:p>
          </p:txBody>
        </p:sp>
        <p:sp>
          <p:nvSpPr>
            <p:cNvPr id="20" name="Rectangle 38">
              <a:extLst>
                <a:ext uri="{FF2B5EF4-FFF2-40B4-BE49-F238E27FC236}">
                  <a16:creationId xmlns:a16="http://schemas.microsoft.com/office/drawing/2014/main" id="{97CB2AA7-1BD7-48BD-99CA-E6CFD5E2E65C}"/>
                </a:ext>
              </a:extLst>
            </p:cNvPr>
            <p:cNvSpPr>
              <a:spLocks noChangeArrowheads="1"/>
            </p:cNvSpPr>
            <p:nvPr/>
          </p:nvSpPr>
          <p:spPr bwMode="auto">
            <a:xfrm>
              <a:off x="8921824" y="2133600"/>
              <a:ext cx="228600" cy="12350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fr-FR" alt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21" name="Line 39">
              <a:extLst>
                <a:ext uri="{FF2B5EF4-FFF2-40B4-BE49-F238E27FC236}">
                  <a16:creationId xmlns:a16="http://schemas.microsoft.com/office/drawing/2014/main" id="{BE3DE17A-8932-4605-97F4-4A22C5331A3A}"/>
                </a:ext>
              </a:extLst>
            </p:cNvPr>
            <p:cNvSpPr>
              <a:spLocks noChangeShapeType="1"/>
            </p:cNvSpPr>
            <p:nvPr/>
          </p:nvSpPr>
          <p:spPr bwMode="auto">
            <a:xfrm flipH="1">
              <a:off x="7931224" y="3440113"/>
              <a:ext cx="990600" cy="369887"/>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grpSp>
      <p:sp>
        <p:nvSpPr>
          <p:cNvPr id="22" name="Rechteck 21">
            <a:extLst>
              <a:ext uri="{FF2B5EF4-FFF2-40B4-BE49-F238E27FC236}">
                <a16:creationId xmlns:a16="http://schemas.microsoft.com/office/drawing/2014/main" id="{459A2865-73CD-4E52-BE92-D40D6FE5C8E8}"/>
              </a:ext>
            </a:extLst>
          </p:cNvPr>
          <p:cNvSpPr/>
          <p:nvPr/>
        </p:nvSpPr>
        <p:spPr>
          <a:xfrm>
            <a:off x="6637040" y="892466"/>
            <a:ext cx="1946559" cy="400110"/>
          </a:xfrm>
          <a:prstGeom prst="rect">
            <a:avLst/>
          </a:prstGeom>
        </p:spPr>
        <p:txBody>
          <a:bodyPr wrap="none">
            <a:spAutoFit/>
          </a:bodyPr>
          <a:lstStyle/>
          <a:p>
            <a:pPr lvl="0">
              <a:spcBef>
                <a:spcPct val="50000"/>
              </a:spcBef>
              <a:buClr>
                <a:srgbClr val="3333CC"/>
              </a:buClr>
              <a:buNone/>
              <a:defRPr/>
            </a:pPr>
            <a:r>
              <a:rPr lang="de-DE" altLang="de-DE">
                <a:solidFill>
                  <a:srgbClr val="000000"/>
                </a:solidFill>
              </a:rPr>
              <a:t>Rechenbeispiel:</a:t>
            </a:r>
          </a:p>
        </p:txBody>
      </p:sp>
      <mc:AlternateContent xmlns:mc="http://schemas.openxmlformats.org/markup-compatibility/2006" xmlns:a14="http://schemas.microsoft.com/office/drawing/2010/main">
        <mc:Choice Requires="a14">
          <p:graphicFrame>
            <p:nvGraphicFramePr>
              <p:cNvPr id="23" name="Group 96">
                <a:extLst>
                  <a:ext uri="{FF2B5EF4-FFF2-40B4-BE49-F238E27FC236}">
                    <a16:creationId xmlns:a16="http://schemas.microsoft.com/office/drawing/2014/main" id="{920D7D67-35BC-4621-8484-71F2DB9E11B8}"/>
                  </a:ext>
                </a:extLst>
              </p:cNvPr>
              <p:cNvGraphicFramePr>
                <a:graphicFrameLocks noGrp="1"/>
              </p:cNvGraphicFramePr>
              <p:nvPr>
                <p:extLst>
                  <p:ext uri="{D42A27DB-BD31-4B8C-83A1-F6EECF244321}">
                    <p14:modId xmlns:p14="http://schemas.microsoft.com/office/powerpoint/2010/main" val="4163086229"/>
                  </p:ext>
                </p:extLst>
              </p:nvPr>
            </p:nvGraphicFramePr>
            <p:xfrm>
              <a:off x="4675695" y="3706320"/>
              <a:ext cx="2362200" cy="170745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𝑎</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𝑏</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𝑠</m:t>
                                </m:r>
                              </m:oMath>
                            </m:oMathPara>
                          </a14:m>
                          <a:endParaRPr kumimoji="0" lang="de-DE" sz="2000" b="1" i="0" u="none" strike="noStrike" cap="none" normalizeH="0" baseline="-2500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𝑐</m:t>
                                    </m:r>
                                  </m:e>
                                  <m:sub>
                                    <m: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𝑜𝑢𝑡</m:t>
                                    </m:r>
                                  </m:sub>
                                </m:sSub>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1"/>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2"/>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3"/>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4"/>
                      </a:ext>
                    </a:extLst>
                  </a:tr>
                </a:tbl>
              </a:graphicData>
            </a:graphic>
          </p:graphicFrame>
        </mc:Choice>
        <mc:Fallback xmlns="">
          <p:graphicFrame>
            <p:nvGraphicFramePr>
              <p:cNvPr id="23" name="Group 96">
                <a:extLst>
                  <a:ext uri="{FF2B5EF4-FFF2-40B4-BE49-F238E27FC236}">
                    <a16:creationId xmlns:a16="http://schemas.microsoft.com/office/drawing/2014/main" id="{920D7D67-35BC-4621-8484-71F2DB9E11B8}"/>
                  </a:ext>
                </a:extLst>
              </p:cNvPr>
              <p:cNvGraphicFramePr>
                <a:graphicFrameLocks noGrp="1"/>
              </p:cNvGraphicFramePr>
              <p:nvPr>
                <p:extLst>
                  <p:ext uri="{D42A27DB-BD31-4B8C-83A1-F6EECF244321}">
                    <p14:modId xmlns:p14="http://schemas.microsoft.com/office/powerpoint/2010/main" val="4163086229"/>
                  </p:ext>
                </p:extLst>
              </p:nvPr>
            </p:nvGraphicFramePr>
            <p:xfrm>
              <a:off x="4675695" y="3706320"/>
              <a:ext cx="2362200" cy="170745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335852">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2000" t="-1818" r="-290000"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15909" t="-1818" r="-229545"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90000" t="-1818" r="-102000"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290000" t="-1818" r="-2000" b="-450909"/>
                          </a:stretch>
                        </a:blip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1"/>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2"/>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3"/>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24" name="Rechteck 23">
                <a:extLst>
                  <a:ext uri="{FF2B5EF4-FFF2-40B4-BE49-F238E27FC236}">
                    <a16:creationId xmlns:a16="http://schemas.microsoft.com/office/drawing/2014/main" id="{84CAD06B-D536-4D44-972D-81512C158625}"/>
                  </a:ext>
                </a:extLst>
              </p:cNvPr>
              <p:cNvSpPr/>
              <p:nvPr/>
            </p:nvSpPr>
            <p:spPr>
              <a:xfrm>
                <a:off x="8321606" y="3071626"/>
                <a:ext cx="2646784" cy="714747"/>
              </a:xfrm>
              <a:prstGeom prst="rect">
                <a:avLst/>
              </a:prstGeom>
              <a:ln>
                <a:solidFill>
                  <a:schemeClr val="accent1">
                    <a:lumMod val="75000"/>
                  </a:schemeClr>
                </a:solidFill>
              </a:ln>
            </p:spPr>
            <p:txBody>
              <a:bodyPr wrap="square">
                <a:spAutoFit/>
              </a:bodyPr>
              <a:lstStyle/>
              <a:p>
                <a:pPr eaLnBrk="1" hangingPunct="1">
                  <a:spcBef>
                    <a:spcPct val="50000"/>
                  </a:spcBef>
                  <a:buClr>
                    <a:srgbClr val="3333CC"/>
                  </a:buClr>
                  <a:buNone/>
                  <a:defRPr/>
                </a:pPr>
                <a14:m>
                  <m:oMathPara xmlns:m="http://schemas.openxmlformats.org/officeDocument/2006/math">
                    <m:oMathParaPr>
                      <m:jc m:val="centerGroup"/>
                    </m:oMathParaPr>
                    <m:oMath xmlns:m="http://schemas.openxmlformats.org/officeDocument/2006/math">
                      <m:r>
                        <a:rPr lang="de-DE" altLang="de-DE" i="1">
                          <a:solidFill>
                            <a:srgbClr val="000000"/>
                          </a:solidFill>
                          <a:latin typeface="Cambria Math" panose="02040503050406030204" pitchFamily="18" charset="0"/>
                        </a:rPr>
                        <m:t>𝑠</m:t>
                      </m:r>
                      <m:r>
                        <a:rPr lang="de-DE" altLang="de-DE" i="1">
                          <a:solidFill>
                            <a:srgbClr val="000000"/>
                          </a:solidFill>
                          <a:latin typeface="Cambria Math" panose="02040503050406030204" pitchFamily="18" charset="0"/>
                        </a:rPr>
                        <m:t>=</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𝑎</m:t>
                          </m:r>
                        </m:e>
                      </m:acc>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𝑏</m:t>
                      </m:r>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m:t>
                      </m:r>
                      <m:r>
                        <a:rPr lang="de-DE" altLang="de-DE" i="1">
                          <a:solidFill>
                            <a:srgbClr val="000000"/>
                          </a:solidFill>
                          <a:latin typeface="Cambria Math" panose="02040503050406030204" pitchFamily="18" charset="0"/>
                          <a:ea typeface="Cambria Math" panose="02040503050406030204" pitchFamily="18" charset="0"/>
                        </a:rPr>
                        <m:t>∧</m:t>
                      </m:r>
                      <m:acc>
                        <m:accPr>
                          <m:chr m:val="̅"/>
                          <m:ctrlPr>
                            <a:rPr lang="de-DE" altLang="de-DE" i="1">
                              <a:solidFill>
                                <a:srgbClr val="000000"/>
                              </a:solidFill>
                              <a:latin typeface="Cambria Math" panose="02040503050406030204" pitchFamily="18" charset="0"/>
                              <a:ea typeface="Cambria Math" panose="02040503050406030204" pitchFamily="18" charset="0"/>
                            </a:rPr>
                          </m:ctrlPr>
                        </m:accPr>
                        <m:e>
                          <m:r>
                            <a:rPr lang="de-DE" altLang="de-DE" i="1">
                              <a:solidFill>
                                <a:srgbClr val="000000"/>
                              </a:solidFill>
                              <a:latin typeface="Cambria Math" panose="02040503050406030204" pitchFamily="18" charset="0"/>
                              <a:ea typeface="Cambria Math" panose="02040503050406030204" pitchFamily="18" charset="0"/>
                            </a:rPr>
                            <m:t>𝑏</m:t>
                          </m:r>
                        </m:e>
                      </m:acc>
                    </m:oMath>
                  </m:oMathPara>
                </a14:m>
                <a:endParaRPr lang="de-DE" altLang="de-DE" i="1">
                  <a:solidFill>
                    <a:srgbClr val="000000"/>
                  </a:solidFill>
                  <a:latin typeface="Cambria Math" panose="02040503050406030204" pitchFamily="18" charset="0"/>
                </a:endParaRPr>
              </a:p>
              <a:p>
                <a:pPr eaLnBrk="1" hangingPunct="1">
                  <a:spcBef>
                    <a:spcPct val="50000"/>
                  </a:spcBef>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r>
                        <a:rPr lang="de-DE" altLang="de-DE" i="1">
                          <a:solidFill>
                            <a:srgbClr val="000000"/>
                          </a:solidFill>
                          <a:latin typeface="Cambria Math" panose="02040503050406030204" pitchFamily="18" charset="0"/>
                        </a:rPr>
                        <m:t>=</m:t>
                      </m:r>
                      <m:r>
                        <a:rPr lang="de-DE" altLang="de-DE" i="1">
                          <a:solidFill>
                            <a:srgbClr val="000000"/>
                          </a:solidFill>
                          <a:latin typeface="Cambria Math" panose="02040503050406030204" pitchFamily="18" charset="0"/>
                        </a:rPr>
                        <m:t>𝑎</m:t>
                      </m:r>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𝑏</m:t>
                      </m:r>
                    </m:oMath>
                  </m:oMathPara>
                </a14:m>
                <a:endParaRPr lang="de-DE" altLang="de-DE">
                  <a:solidFill>
                    <a:srgbClr val="000000"/>
                  </a:solidFill>
                </a:endParaRPr>
              </a:p>
            </p:txBody>
          </p:sp>
        </mc:Choice>
        <mc:Fallback xmlns="">
          <p:sp>
            <p:nvSpPr>
              <p:cNvPr id="24" name="Rechteck 23">
                <a:extLst>
                  <a:ext uri="{FF2B5EF4-FFF2-40B4-BE49-F238E27FC236}">
                    <a16:creationId xmlns:a16="http://schemas.microsoft.com/office/drawing/2014/main" id="{84CAD06B-D536-4D44-972D-81512C158625}"/>
                  </a:ext>
                </a:extLst>
              </p:cNvPr>
              <p:cNvSpPr>
                <a:spLocks noRot="1" noChangeAspect="1" noMove="1" noResize="1" noEditPoints="1" noAdjustHandles="1" noChangeArrowheads="1" noChangeShapeType="1" noTextEdit="1"/>
              </p:cNvSpPr>
              <p:nvPr/>
            </p:nvSpPr>
            <p:spPr>
              <a:xfrm>
                <a:off x="8321606" y="3071626"/>
                <a:ext cx="2646784" cy="714747"/>
              </a:xfrm>
              <a:prstGeom prst="rect">
                <a:avLst/>
              </a:prstGeom>
              <a:blipFill>
                <a:blip r:embed="rId5"/>
                <a:stretch>
                  <a:fillRect/>
                </a:stretch>
              </a:blipFill>
              <a:ln>
                <a:solidFill>
                  <a:schemeClr val="accent1">
                    <a:lumMod val="75000"/>
                  </a:schemeClr>
                </a:solidFill>
              </a:ln>
            </p:spPr>
            <p:txBody>
              <a:bodyPr/>
              <a:lstStyle/>
              <a:p>
                <a:r>
                  <a:rPr lang="de-DE">
                    <a:noFill/>
                  </a:rPr>
                  <a:t> </a:t>
                </a:r>
              </a:p>
            </p:txBody>
          </p:sp>
        </mc:Fallback>
      </mc:AlternateContent>
      <p:sp>
        <p:nvSpPr>
          <p:cNvPr id="25" name="Textfeld 1">
            <a:extLst>
              <a:ext uri="{FF2B5EF4-FFF2-40B4-BE49-F238E27FC236}">
                <a16:creationId xmlns:a16="http://schemas.microsoft.com/office/drawing/2014/main" id="{EE3FF141-E057-410E-A018-B60C7E232A8A}"/>
              </a:ext>
            </a:extLst>
          </p:cNvPr>
          <p:cNvSpPr txBox="1">
            <a:spLocks noChangeArrowheads="1"/>
          </p:cNvSpPr>
          <p:nvPr/>
        </p:nvSpPr>
        <p:spPr bwMode="auto">
          <a:xfrm>
            <a:off x="8061774" y="3975324"/>
            <a:ext cx="3456384" cy="188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50000"/>
              </a:lnSpc>
              <a:spcBef>
                <a:spcPct val="0"/>
              </a:spcBef>
              <a:buSzTx/>
              <a:buFont typeface="Arial" panose="020B0604020202020204" pitchFamily="34" charset="0"/>
              <a:buChar char="•"/>
            </a:pPr>
            <a:r>
              <a:rPr lang="de-DE" altLang="de-DE" sz="1600" dirty="0"/>
              <a:t>Ausgang S ist der  Summenausgang (Stelle 2</a:t>
            </a:r>
            <a:r>
              <a:rPr lang="de-DE" altLang="de-DE" sz="1600" baseline="30000" dirty="0"/>
              <a:t>0</a:t>
            </a:r>
            <a:r>
              <a:rPr lang="de-DE" altLang="de-DE" sz="1600" dirty="0"/>
              <a:t>) </a:t>
            </a:r>
          </a:p>
          <a:p>
            <a:pPr>
              <a:lnSpc>
                <a:spcPct val="150000"/>
              </a:lnSpc>
              <a:spcBef>
                <a:spcPct val="0"/>
              </a:spcBef>
              <a:buSzTx/>
              <a:buFont typeface="Arial" panose="020B0604020202020204" pitchFamily="34" charset="0"/>
              <a:buChar char="•"/>
            </a:pPr>
            <a:r>
              <a:rPr lang="de-DE" altLang="de-DE" sz="1600" dirty="0"/>
              <a:t>Ausgang Ü ist der Übertrag Stelle 2</a:t>
            </a:r>
            <a:r>
              <a:rPr lang="de-DE" altLang="de-DE" sz="1600" baseline="30000" dirty="0"/>
              <a:t>1</a:t>
            </a:r>
            <a:r>
              <a:rPr lang="de-DE" altLang="de-DE" sz="1600" dirty="0"/>
              <a:t>) für die nächsthöhere Stelle im dualen Zahlensystem</a:t>
            </a:r>
          </a:p>
        </p:txBody>
      </p:sp>
    </p:spTree>
    <p:extLst>
      <p:ext uri="{BB962C8B-B14F-4D97-AF65-F5344CB8AC3E}">
        <p14:creationId xmlns:p14="http://schemas.microsoft.com/office/powerpoint/2010/main" val="150794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altLang="de-DE" sz="3600" dirty="0"/>
              <a:t>Addierschaltung: </a:t>
            </a:r>
            <a:r>
              <a:rPr lang="de-DE" altLang="de-DE" sz="3600" dirty="0" err="1"/>
              <a:t>Halbaddierer</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4510" y="365557"/>
            <a:ext cx="525054" cy="1235797"/>
          </a:xfrm>
          <a:prstGeom prst="rect">
            <a:avLst/>
          </a:prstGeom>
        </p:spPr>
      </p:pic>
      <mc:AlternateContent xmlns:mc="http://schemas.openxmlformats.org/markup-compatibility/2006" xmlns:a14="http://schemas.microsoft.com/office/drawing/2010/main">
        <mc:Choice Requires="a14">
          <p:sp>
            <p:nvSpPr>
              <p:cNvPr id="17" name="Text Box 17">
                <a:extLst>
                  <a:ext uri="{FF2B5EF4-FFF2-40B4-BE49-F238E27FC236}">
                    <a16:creationId xmlns:a16="http://schemas.microsoft.com/office/drawing/2014/main" id="{9A0A727C-67D1-4207-B74D-AAD17C17394B}"/>
                  </a:ext>
                </a:extLst>
              </p:cNvPr>
              <p:cNvSpPr txBox="1">
                <a:spLocks noChangeArrowheads="1"/>
              </p:cNvSpPr>
              <p:nvPr/>
            </p:nvSpPr>
            <p:spPr bwMode="auto">
              <a:xfrm>
                <a:off x="0" y="1646238"/>
                <a:ext cx="6121375" cy="2341475"/>
              </a:xfrm>
              <a:prstGeom prst="rect">
                <a:avLst/>
              </a:prstGeom>
              <a:solidFill>
                <a:schemeClr val="accent5">
                  <a:lumMod val="40000"/>
                  <a:lumOff val="60000"/>
                </a:schemeClr>
              </a:solidFill>
              <a:ln>
                <a:noFill/>
              </a:ln>
              <a:effectLst>
                <a:prstShdw prst="shdw17" dist="17961" dir="2700000">
                  <a:srgbClr val="97998C"/>
                </a:prstShdw>
              </a:effectLs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50000"/>
                  </a:lnSpc>
                  <a:spcBef>
                    <a:spcPct val="0"/>
                  </a:spcBef>
                  <a:buSzTx/>
                  <a:buNone/>
                </a:pPr>
                <a:r>
                  <a:rPr lang="de-DE" altLang="de-DE" sz="2000" dirty="0"/>
                  <a:t>Halbaddierer ist:</a:t>
                </a:r>
              </a:p>
              <a:p>
                <a:pPr marL="342900" indent="-342900">
                  <a:lnSpc>
                    <a:spcPct val="150000"/>
                  </a:lnSpc>
                  <a:spcBef>
                    <a:spcPct val="0"/>
                  </a:spcBef>
                  <a:buSzTx/>
                  <a:buFont typeface="Arial" panose="020B0604020202020204" pitchFamily="34" charset="0"/>
                  <a:buChar char="•"/>
                </a:pPr>
                <a:r>
                  <a:rPr lang="de-DE" altLang="de-DE" sz="2000" dirty="0"/>
                  <a:t>Rechenschaltung aus ____ und ____</a:t>
                </a:r>
              </a:p>
              <a:p>
                <a:pPr marL="342900" indent="-342900">
                  <a:lnSpc>
                    <a:spcPct val="150000"/>
                  </a:lnSpc>
                  <a:spcBef>
                    <a:spcPct val="0"/>
                  </a:spcBef>
                  <a:buSzTx/>
                  <a:buFont typeface="Arial" panose="020B0604020202020204" pitchFamily="34" charset="0"/>
                  <a:buChar char="•"/>
                </a:pPr>
                <a:r>
                  <a:rPr lang="de-DE" altLang="de-DE" sz="2000" dirty="0"/>
                  <a:t>Zum Addieren ____ einstelliger Dualziffern</a:t>
                </a:r>
              </a:p>
              <a:p>
                <a:pPr marL="342900" indent="-342900">
                  <a:lnSpc>
                    <a:spcPct val="150000"/>
                  </a:lnSpc>
                  <a:spcBef>
                    <a:spcPct val="0"/>
                  </a:spcBef>
                  <a:buSzTx/>
                  <a:buFont typeface="Arial" panose="020B0604020202020204" pitchFamily="34" charset="0"/>
                  <a:buChar char="•"/>
                </a:pPr>
                <a:r>
                  <a:rPr lang="de-DE" altLang="de-DE" sz="2000" dirty="0"/>
                  <a:t>____ ist die Addier-Verknüpfung</a:t>
                </a:r>
              </a:p>
              <a:p>
                <a:pPr marL="342900" indent="-342900">
                  <a:lnSpc>
                    <a:spcPct val="150000"/>
                  </a:lnSpc>
                  <a:spcBef>
                    <a:spcPct val="0"/>
                  </a:spcBef>
                  <a:buSzTx/>
                  <a:buFont typeface="Arial" panose="020B0604020202020204" pitchFamily="34" charset="0"/>
                  <a:buChar char="•"/>
                </a:pPr>
                <a:r>
                  <a:rPr lang="de-DE" altLang="de-DE" sz="2000" dirty="0"/>
                  <a:t>____ gibt den Übertrag (</a:t>
                </a: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dirty="0"/>
                  <a:t>) weiter</a:t>
                </a:r>
              </a:p>
            </p:txBody>
          </p:sp>
        </mc:Choice>
        <mc:Fallback xmlns="">
          <p:sp>
            <p:nvSpPr>
              <p:cNvPr id="17" name="Text Box 17">
                <a:extLst>
                  <a:ext uri="{FF2B5EF4-FFF2-40B4-BE49-F238E27FC236}">
                    <a16:creationId xmlns:a16="http://schemas.microsoft.com/office/drawing/2014/main" id="{9A0A727C-67D1-4207-B74D-AAD17C17394B}"/>
                  </a:ext>
                </a:extLst>
              </p:cNvPr>
              <p:cNvSpPr txBox="1">
                <a:spLocks noRot="1" noChangeAspect="1" noMove="1" noResize="1" noEditPoints="1" noAdjustHandles="1" noChangeArrowheads="1" noChangeShapeType="1" noTextEdit="1"/>
              </p:cNvSpPr>
              <p:nvPr/>
            </p:nvSpPr>
            <p:spPr bwMode="auto">
              <a:xfrm>
                <a:off x="0" y="1646238"/>
                <a:ext cx="6121375" cy="2341475"/>
              </a:xfrm>
              <a:prstGeom prst="rect">
                <a:avLst/>
              </a:prstGeom>
              <a:blipFill>
                <a:blip r:embed="rId3"/>
                <a:stretch>
                  <a:fillRect l="-693" b="-2821"/>
                </a:stretch>
              </a:blipFill>
              <a:ln>
                <a:noFill/>
              </a:ln>
              <a:effectLst>
                <a:prstShdw prst="shdw17" dist="17961" dir="2700000">
                  <a:srgbClr val="97998C"/>
                </a:prstShdw>
              </a:effectLst>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graphicFrame>
            <p:nvGraphicFramePr>
              <p:cNvPr id="18" name="Group 96">
                <a:extLst>
                  <a:ext uri="{FF2B5EF4-FFF2-40B4-BE49-F238E27FC236}">
                    <a16:creationId xmlns:a16="http://schemas.microsoft.com/office/drawing/2014/main" id="{F684A943-FE75-4476-95BB-1F654C807BF1}"/>
                  </a:ext>
                </a:extLst>
              </p:cNvPr>
              <p:cNvGraphicFramePr>
                <a:graphicFrameLocks noGrp="1"/>
              </p:cNvGraphicFramePr>
              <p:nvPr>
                <p:extLst>
                  <p:ext uri="{D42A27DB-BD31-4B8C-83A1-F6EECF244321}">
                    <p14:modId xmlns:p14="http://schemas.microsoft.com/office/powerpoint/2010/main" val="3913529971"/>
                  </p:ext>
                </p:extLst>
              </p:nvPr>
            </p:nvGraphicFramePr>
            <p:xfrm>
              <a:off x="9362256" y="2276395"/>
              <a:ext cx="2362200" cy="170745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𝑎</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𝑏</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𝑠</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𝑐</m:t>
                                    </m:r>
                                  </m:e>
                                  <m:sub>
                                    <m: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𝑜𝑢𝑡</m:t>
                                    </m:r>
                                  </m:sub>
                                </m:sSub>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bl>
              </a:graphicData>
            </a:graphic>
          </p:graphicFrame>
        </mc:Choice>
        <mc:Fallback xmlns="">
          <p:graphicFrame>
            <p:nvGraphicFramePr>
              <p:cNvPr id="18" name="Group 96">
                <a:extLst>
                  <a:ext uri="{FF2B5EF4-FFF2-40B4-BE49-F238E27FC236}">
                    <a16:creationId xmlns:a16="http://schemas.microsoft.com/office/drawing/2014/main" id="{F684A943-FE75-4476-95BB-1F654C807BF1}"/>
                  </a:ext>
                </a:extLst>
              </p:cNvPr>
              <p:cNvGraphicFramePr>
                <a:graphicFrameLocks noGrp="1"/>
              </p:cNvGraphicFramePr>
              <p:nvPr>
                <p:extLst>
                  <p:ext uri="{D42A27DB-BD31-4B8C-83A1-F6EECF244321}">
                    <p14:modId xmlns:p14="http://schemas.microsoft.com/office/powerpoint/2010/main" val="3913529971"/>
                  </p:ext>
                </p:extLst>
              </p:nvPr>
            </p:nvGraphicFramePr>
            <p:xfrm>
              <a:off x="9362256" y="2276395"/>
              <a:ext cx="2362200" cy="170745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335852">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000" t="-1818" r="-291000"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14773" t="-1818" r="-230682"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87129" t="-1818" r="-100990"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290000" t="-1818" r="-2000" b="-450909"/>
                          </a:stretch>
                        </a:blip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bl>
              </a:graphicData>
            </a:graphic>
          </p:graphicFrame>
        </mc:Fallback>
      </mc:AlternateContent>
      <p:sp>
        <p:nvSpPr>
          <p:cNvPr id="19" name="Textfeld 9">
            <a:extLst>
              <a:ext uri="{FF2B5EF4-FFF2-40B4-BE49-F238E27FC236}">
                <a16:creationId xmlns:a16="http://schemas.microsoft.com/office/drawing/2014/main" id="{C61DD578-8D09-4FA4-B895-C7270854AB9E}"/>
              </a:ext>
            </a:extLst>
          </p:cNvPr>
          <p:cNvSpPr txBox="1">
            <a:spLocks noChangeArrowheads="1"/>
          </p:cNvSpPr>
          <p:nvPr/>
        </p:nvSpPr>
        <p:spPr bwMode="auto">
          <a:xfrm>
            <a:off x="968141" y="4286708"/>
            <a:ext cx="16414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u="sng"/>
              <a:t>Grundgatter:</a:t>
            </a:r>
          </a:p>
        </p:txBody>
      </p:sp>
      <p:sp>
        <p:nvSpPr>
          <p:cNvPr id="20" name="Rechteck 19">
            <a:extLst>
              <a:ext uri="{FF2B5EF4-FFF2-40B4-BE49-F238E27FC236}">
                <a16:creationId xmlns:a16="http://schemas.microsoft.com/office/drawing/2014/main" id="{973F8ACD-EA4F-4E8B-BEC0-079901458628}"/>
              </a:ext>
            </a:extLst>
          </p:cNvPr>
          <p:cNvSpPr/>
          <p:nvPr/>
        </p:nvSpPr>
        <p:spPr bwMode="auto">
          <a:xfrm>
            <a:off x="3229949" y="4498497"/>
            <a:ext cx="576064"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sp>
        <p:nvSpPr>
          <p:cNvPr id="21" name="Rechteck 20">
            <a:extLst>
              <a:ext uri="{FF2B5EF4-FFF2-40B4-BE49-F238E27FC236}">
                <a16:creationId xmlns:a16="http://schemas.microsoft.com/office/drawing/2014/main" id="{180BD7CB-D3AB-48EC-BE8F-0BB7CC0D5595}"/>
              </a:ext>
            </a:extLst>
          </p:cNvPr>
          <p:cNvSpPr/>
          <p:nvPr/>
        </p:nvSpPr>
        <p:spPr bwMode="auto">
          <a:xfrm>
            <a:off x="3229949" y="5724976"/>
            <a:ext cx="576064"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sp>
        <p:nvSpPr>
          <p:cNvPr id="22" name="Rechteck 21">
            <a:extLst>
              <a:ext uri="{FF2B5EF4-FFF2-40B4-BE49-F238E27FC236}">
                <a16:creationId xmlns:a16="http://schemas.microsoft.com/office/drawing/2014/main" id="{1A7852E7-5BEE-44CE-9BB3-9FB525A2C2C6}"/>
              </a:ext>
            </a:extLst>
          </p:cNvPr>
          <p:cNvSpPr/>
          <p:nvPr/>
        </p:nvSpPr>
        <p:spPr bwMode="auto">
          <a:xfrm>
            <a:off x="2045593" y="4892373"/>
            <a:ext cx="325173"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solidFill>
                <a:schemeClr val="tx1"/>
              </a:solidFill>
              <a:latin typeface="Tahoma" pitchFamily="34" charset="0"/>
            </a:endParaRPr>
          </a:p>
        </p:txBody>
      </p:sp>
      <p:sp>
        <p:nvSpPr>
          <p:cNvPr id="23" name="Rechteck 22">
            <a:extLst>
              <a:ext uri="{FF2B5EF4-FFF2-40B4-BE49-F238E27FC236}">
                <a16:creationId xmlns:a16="http://schemas.microsoft.com/office/drawing/2014/main" id="{C41A74A9-A7E1-404E-895D-750B42B7D17F}"/>
              </a:ext>
            </a:extLst>
          </p:cNvPr>
          <p:cNvSpPr/>
          <p:nvPr/>
        </p:nvSpPr>
        <p:spPr bwMode="auto">
          <a:xfrm>
            <a:off x="2609552" y="5228398"/>
            <a:ext cx="325173"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solidFill>
                <a:schemeClr val="tx1"/>
              </a:solidFill>
              <a:latin typeface="Tahoma" pitchFamily="34" charset="0"/>
            </a:endParaRPr>
          </a:p>
        </p:txBody>
      </p:sp>
      <p:sp>
        <p:nvSpPr>
          <p:cNvPr id="24" name="Rechteck 23">
            <a:extLst>
              <a:ext uri="{FF2B5EF4-FFF2-40B4-BE49-F238E27FC236}">
                <a16:creationId xmlns:a16="http://schemas.microsoft.com/office/drawing/2014/main" id="{5DD27467-334D-4459-9AEA-3A4E6758F61A}"/>
              </a:ext>
            </a:extLst>
          </p:cNvPr>
          <p:cNvSpPr/>
          <p:nvPr/>
        </p:nvSpPr>
        <p:spPr bwMode="auto">
          <a:xfrm>
            <a:off x="4681737" y="4863444"/>
            <a:ext cx="325173"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solidFill>
                <a:schemeClr val="tx1"/>
              </a:solidFill>
              <a:latin typeface="Tahoma" pitchFamily="34" charset="0"/>
            </a:endParaRPr>
          </a:p>
        </p:txBody>
      </p:sp>
      <p:sp>
        <p:nvSpPr>
          <p:cNvPr id="25" name="Rechteck 24">
            <a:extLst>
              <a:ext uri="{FF2B5EF4-FFF2-40B4-BE49-F238E27FC236}">
                <a16:creationId xmlns:a16="http://schemas.microsoft.com/office/drawing/2014/main" id="{27A79E64-E68B-4901-A6C8-139940C994F1}"/>
              </a:ext>
            </a:extLst>
          </p:cNvPr>
          <p:cNvSpPr/>
          <p:nvPr/>
        </p:nvSpPr>
        <p:spPr bwMode="auto">
          <a:xfrm>
            <a:off x="4681737" y="5456051"/>
            <a:ext cx="57606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ltLang="de-DE">
              <a:solidFill>
                <a:srgbClr val="000000"/>
              </a:solidFill>
              <a:latin typeface="Tahoma" panose="020B0604030504040204" pitchFamily="34" charset="0"/>
            </a:endParaRPr>
          </a:p>
        </p:txBody>
      </p: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6CE9A1EF-673E-49E9-9CC4-ECEF2DD1FC2C}"/>
                  </a:ext>
                </a:extLst>
              </p:cNvPr>
              <p:cNvSpPr/>
              <p:nvPr/>
            </p:nvSpPr>
            <p:spPr>
              <a:xfrm>
                <a:off x="6261475" y="1647463"/>
                <a:ext cx="4104457" cy="1015663"/>
              </a:xfrm>
              <a:prstGeom prst="rect">
                <a:avLst/>
              </a:prstGeom>
            </p:spPr>
            <p:txBody>
              <a:bodyPr wrap="square">
                <a:spAutoFit/>
              </a:bodyPr>
              <a:lstStyle/>
              <a:p>
                <a:pPr eaLnBrk="1" hangingPunct="1">
                  <a:lnSpc>
                    <a:spcPct val="150000"/>
                  </a:lnSpc>
                  <a:spcBef>
                    <a:spcPct val="50000"/>
                  </a:spcBef>
                  <a:buClr>
                    <a:srgbClr val="3333CC"/>
                  </a:buClr>
                  <a:buNone/>
                  <a:defRPr/>
                </a:pPr>
                <a14:m>
                  <m:oMath xmlns:m="http://schemas.openxmlformats.org/officeDocument/2006/math">
                    <m:r>
                      <a:rPr lang="de-DE" altLang="de-DE" i="1" smtClean="0">
                        <a:solidFill>
                          <a:srgbClr val="000000"/>
                        </a:solidFill>
                        <a:latin typeface="Cambria Math" panose="02040503050406030204" pitchFamily="18" charset="0"/>
                      </a:rPr>
                      <m:t>𝑠</m:t>
                    </m:r>
                    <m:r>
                      <a:rPr lang="de-DE" altLang="de-DE" i="1" smtClean="0">
                        <a:solidFill>
                          <a:srgbClr val="000000"/>
                        </a:solidFill>
                        <a:latin typeface="Cambria Math" panose="02040503050406030204" pitchFamily="18" charset="0"/>
                      </a:rPr>
                      <m:t>=</m:t>
                    </m:r>
                  </m:oMath>
                </a14:m>
                <a:r>
                  <a:rPr lang="de-DE" altLang="de-DE" i="1" dirty="0">
                    <a:solidFill>
                      <a:srgbClr val="000000"/>
                    </a:solidFill>
                    <a:latin typeface="Cambria Math" panose="02040503050406030204" pitchFamily="18" charset="0"/>
                  </a:rPr>
                  <a:t>_________________________</a:t>
                </a:r>
              </a:p>
              <a:p>
                <a:pPr eaLnBrk="1" hangingPunct="1">
                  <a:lnSpc>
                    <a:spcPct val="150000"/>
                  </a:lnSpc>
                  <a:spcBef>
                    <a:spcPct val="50000"/>
                  </a:spcBef>
                  <a:buClr>
                    <a:srgbClr val="3333CC"/>
                  </a:buClr>
                  <a:buNone/>
                  <a:defRPr/>
                </a:pPr>
                <a14:m>
                  <m:oMathPara xmlns:m="http://schemas.openxmlformats.org/officeDocument/2006/math">
                    <m:oMathParaPr>
                      <m:jc m:val="left"/>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r>
                        <a:rPr lang="de-DE" altLang="de-DE" i="1">
                          <a:solidFill>
                            <a:srgbClr val="000000"/>
                          </a:solidFill>
                          <a:latin typeface="Cambria Math" panose="02040503050406030204" pitchFamily="18" charset="0"/>
                        </a:rPr>
                        <m:t>=</m:t>
                      </m:r>
                      <m:r>
                        <m:rPr>
                          <m:nor/>
                        </m:rPr>
                        <a:rPr lang="de-DE" altLang="de-DE" i="1">
                          <a:solidFill>
                            <a:srgbClr val="000000"/>
                          </a:solidFill>
                          <a:latin typeface="Cambria Math" panose="02040503050406030204" pitchFamily="18" charset="0"/>
                        </a:rPr>
                        <m:t>_________________________</m:t>
                      </m:r>
                    </m:oMath>
                  </m:oMathPara>
                </a14:m>
                <a:endParaRPr lang="de-DE" altLang="de-DE" dirty="0">
                  <a:solidFill>
                    <a:srgbClr val="000000"/>
                  </a:solidFill>
                  <a:ea typeface="Cambria Math" panose="02040503050406030204" pitchFamily="18" charset="0"/>
                </a:endParaRPr>
              </a:p>
            </p:txBody>
          </p:sp>
        </mc:Choice>
        <mc:Fallback xmlns="">
          <p:sp>
            <p:nvSpPr>
              <p:cNvPr id="26" name="Rechteck 25">
                <a:extLst>
                  <a:ext uri="{FF2B5EF4-FFF2-40B4-BE49-F238E27FC236}">
                    <a16:creationId xmlns:a16="http://schemas.microsoft.com/office/drawing/2014/main" id="{6CE9A1EF-673E-49E9-9CC4-ECEF2DD1FC2C}"/>
                  </a:ext>
                </a:extLst>
              </p:cNvPr>
              <p:cNvSpPr>
                <a:spLocks noRot="1" noChangeAspect="1" noMove="1" noResize="1" noEditPoints="1" noAdjustHandles="1" noChangeArrowheads="1" noChangeShapeType="1" noTextEdit="1"/>
              </p:cNvSpPr>
              <p:nvPr/>
            </p:nvSpPr>
            <p:spPr>
              <a:xfrm>
                <a:off x="6261475" y="1647463"/>
                <a:ext cx="4104457" cy="1015663"/>
              </a:xfrm>
              <a:prstGeom prst="rect">
                <a:avLst/>
              </a:prstGeom>
              <a:blipFill>
                <a:blip r:embed="rId5"/>
                <a:stretch>
                  <a:fillRect/>
                </a:stretch>
              </a:blipFill>
            </p:spPr>
            <p:txBody>
              <a:bodyPr/>
              <a:lstStyle/>
              <a:p>
                <a:r>
                  <a:rPr lang="de-DE">
                    <a:noFill/>
                  </a:rPr>
                  <a:t> </a:t>
                </a:r>
              </a:p>
            </p:txBody>
          </p:sp>
        </mc:Fallback>
      </mc:AlternateContent>
      <p:grpSp>
        <p:nvGrpSpPr>
          <p:cNvPr id="27" name="Group 53">
            <a:extLst>
              <a:ext uri="{FF2B5EF4-FFF2-40B4-BE49-F238E27FC236}">
                <a16:creationId xmlns:a16="http://schemas.microsoft.com/office/drawing/2014/main" id="{DE61AFEB-99FD-4631-A422-163595D52D7B}"/>
              </a:ext>
            </a:extLst>
          </p:cNvPr>
          <p:cNvGrpSpPr>
            <a:grpSpLocks/>
          </p:cNvGrpSpPr>
          <p:nvPr/>
        </p:nvGrpSpPr>
        <p:grpSpPr bwMode="auto">
          <a:xfrm>
            <a:off x="10043669" y="4054909"/>
            <a:ext cx="1524000" cy="2076450"/>
            <a:chOff x="1224" y="1200"/>
            <a:chExt cx="960" cy="1308"/>
          </a:xfrm>
        </p:grpSpPr>
        <p:grpSp>
          <p:nvGrpSpPr>
            <p:cNvPr id="28" name="Group 31">
              <a:extLst>
                <a:ext uri="{FF2B5EF4-FFF2-40B4-BE49-F238E27FC236}">
                  <a16:creationId xmlns:a16="http://schemas.microsoft.com/office/drawing/2014/main" id="{5CD74B4C-D479-4D53-85BD-B045483984C1}"/>
                </a:ext>
              </a:extLst>
            </p:cNvPr>
            <p:cNvGrpSpPr>
              <a:grpSpLocks/>
            </p:cNvGrpSpPr>
            <p:nvPr/>
          </p:nvGrpSpPr>
          <p:grpSpPr bwMode="auto">
            <a:xfrm>
              <a:off x="1656" y="1200"/>
              <a:ext cx="528" cy="1308"/>
              <a:chOff x="3456" y="2544"/>
              <a:chExt cx="528" cy="1308"/>
            </a:xfrm>
          </p:grpSpPr>
          <p:grpSp>
            <p:nvGrpSpPr>
              <p:cNvPr id="31" name="Group 32">
                <a:extLst>
                  <a:ext uri="{FF2B5EF4-FFF2-40B4-BE49-F238E27FC236}">
                    <a16:creationId xmlns:a16="http://schemas.microsoft.com/office/drawing/2014/main" id="{D1FE1025-B093-4720-95DF-F9A7961F2BFC}"/>
                  </a:ext>
                </a:extLst>
              </p:cNvPr>
              <p:cNvGrpSpPr>
                <a:grpSpLocks/>
              </p:cNvGrpSpPr>
              <p:nvPr/>
            </p:nvGrpSpPr>
            <p:grpSpPr bwMode="auto">
              <a:xfrm>
                <a:off x="3696" y="2544"/>
                <a:ext cx="288" cy="480"/>
                <a:chOff x="2688" y="1968"/>
                <a:chExt cx="288" cy="480"/>
              </a:xfrm>
            </p:grpSpPr>
            <mc:AlternateContent xmlns:mc="http://schemas.openxmlformats.org/markup-compatibility/2006" xmlns:a14="http://schemas.microsoft.com/office/drawing/2010/main">
              <mc:Choice Requires="a14">
                <p:sp>
                  <p:nvSpPr>
                    <p:cNvPr id="38" name="Text Box 33">
                      <a:extLst>
                        <a:ext uri="{FF2B5EF4-FFF2-40B4-BE49-F238E27FC236}">
                          <a16:creationId xmlns:a16="http://schemas.microsoft.com/office/drawing/2014/main" id="{CA6B86CA-BF98-487F-AF9D-F191B4853873}"/>
                        </a:ext>
                      </a:extLst>
                    </p:cNvPr>
                    <p:cNvSpPr txBox="1">
                      <a:spLocks noChangeArrowheads="1"/>
                    </p:cNvSpPr>
                    <p:nvPr/>
                  </p:nvSpPr>
                  <p:spPr bwMode="auto">
                    <a:xfrm>
                      <a:off x="2688" y="1968"/>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𝑏</m:t>
                            </m:r>
                          </m:oMath>
                        </m:oMathPara>
                      </a14:m>
                      <a:endParaRPr lang="de-DE" altLang="de-DE" sz="2000">
                        <a:solidFill>
                          <a:srgbClr val="000000"/>
                        </a:solidFill>
                      </a:endParaRPr>
                    </a:p>
                  </p:txBody>
                </p:sp>
              </mc:Choice>
              <mc:Fallback xmlns="">
                <p:sp>
                  <p:nvSpPr>
                    <p:cNvPr id="24" name="Text Box 33"/>
                    <p:cNvSpPr txBox="1">
                      <a:spLocks noRot="1" noChangeAspect="1" noMove="1" noResize="1" noEditPoints="1" noAdjustHandles="1" noChangeArrowheads="1" noChangeShapeType="1" noTextEdit="1"/>
                    </p:cNvSpPr>
                    <p:nvPr/>
                  </p:nvSpPr>
                  <p:spPr bwMode="auto">
                    <a:xfrm>
                      <a:off x="2688" y="1968"/>
                      <a:ext cx="288" cy="252"/>
                    </a:xfrm>
                    <a:prstGeom prst="rect">
                      <a:avLst/>
                    </a:prstGeom>
                    <a:blipFill>
                      <a:blip r:embed="rId6"/>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39" name="Line 34">
                  <a:extLst>
                    <a:ext uri="{FF2B5EF4-FFF2-40B4-BE49-F238E27FC236}">
                      <a16:creationId xmlns:a16="http://schemas.microsoft.com/office/drawing/2014/main" id="{8FA0B8EE-4DC7-4B3D-B280-8E4BCB5F99EF}"/>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p:grpSp>
            <p:nvGrpSpPr>
              <p:cNvPr id="32" name="Group 35">
                <a:extLst>
                  <a:ext uri="{FF2B5EF4-FFF2-40B4-BE49-F238E27FC236}">
                    <a16:creationId xmlns:a16="http://schemas.microsoft.com/office/drawing/2014/main" id="{739AA445-30CA-4E5C-9989-416CC9A58C1A}"/>
                  </a:ext>
                </a:extLst>
              </p:cNvPr>
              <p:cNvGrpSpPr>
                <a:grpSpLocks/>
              </p:cNvGrpSpPr>
              <p:nvPr/>
            </p:nvGrpSpPr>
            <p:grpSpPr bwMode="auto">
              <a:xfrm>
                <a:off x="3456" y="2544"/>
                <a:ext cx="288" cy="480"/>
                <a:chOff x="2688" y="1968"/>
                <a:chExt cx="288" cy="480"/>
              </a:xfrm>
            </p:grpSpPr>
            <mc:AlternateContent xmlns:mc="http://schemas.openxmlformats.org/markup-compatibility/2006" xmlns:a14="http://schemas.microsoft.com/office/drawing/2010/main">
              <mc:Choice Requires="a14">
                <p:sp>
                  <p:nvSpPr>
                    <p:cNvPr id="36" name="Text Box 36">
                      <a:extLst>
                        <a:ext uri="{FF2B5EF4-FFF2-40B4-BE49-F238E27FC236}">
                          <a16:creationId xmlns:a16="http://schemas.microsoft.com/office/drawing/2014/main" id="{7904A022-D13D-4A87-AE00-8D31F89A2584}"/>
                        </a:ext>
                      </a:extLst>
                    </p:cNvPr>
                    <p:cNvSpPr txBox="1">
                      <a:spLocks noChangeArrowheads="1"/>
                    </p:cNvSpPr>
                    <p:nvPr/>
                  </p:nvSpPr>
                  <p:spPr bwMode="auto">
                    <a:xfrm>
                      <a:off x="2688" y="1968"/>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𝑎</m:t>
                            </m:r>
                          </m:oMath>
                        </m:oMathPara>
                      </a14:m>
                      <a:endParaRPr lang="de-DE" altLang="de-DE" sz="2000">
                        <a:solidFill>
                          <a:srgbClr val="000000"/>
                        </a:solidFill>
                      </a:endParaRPr>
                    </a:p>
                  </p:txBody>
                </p:sp>
              </mc:Choice>
              <mc:Fallback xmlns="">
                <p:sp>
                  <p:nvSpPr>
                    <p:cNvPr id="22" name="Text Box 36"/>
                    <p:cNvSpPr txBox="1">
                      <a:spLocks noRot="1" noChangeAspect="1" noMove="1" noResize="1" noEditPoints="1" noAdjustHandles="1" noChangeArrowheads="1" noChangeShapeType="1" noTextEdit="1"/>
                    </p:cNvSpPr>
                    <p:nvPr/>
                  </p:nvSpPr>
                  <p:spPr bwMode="auto">
                    <a:xfrm>
                      <a:off x="2688" y="1968"/>
                      <a:ext cx="288" cy="252"/>
                    </a:xfrm>
                    <a:prstGeom prst="rect">
                      <a:avLst/>
                    </a:prstGeom>
                    <a:blipFill>
                      <a:blip r:embed="rId7"/>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37" name="Line 37">
                  <a:extLst>
                    <a:ext uri="{FF2B5EF4-FFF2-40B4-BE49-F238E27FC236}">
                      <a16:creationId xmlns:a16="http://schemas.microsoft.com/office/drawing/2014/main" id="{D090667E-1413-4CE3-A610-7D65BD89D3C6}"/>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33" name="Text Box 38">
                    <a:extLst>
                      <a:ext uri="{FF2B5EF4-FFF2-40B4-BE49-F238E27FC236}">
                        <a16:creationId xmlns:a16="http://schemas.microsoft.com/office/drawing/2014/main" id="{60158520-4FFA-4FE1-831B-C300826743F8}"/>
                      </a:ext>
                    </a:extLst>
                  </p:cNvPr>
                  <p:cNvSpPr txBox="1">
                    <a:spLocks noChangeArrowheads="1"/>
                  </p:cNvSpPr>
                  <p:nvPr/>
                </p:nvSpPr>
                <p:spPr bwMode="auto">
                  <a:xfrm>
                    <a:off x="3600" y="3600"/>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𝑠</m:t>
                          </m:r>
                        </m:oMath>
                      </m:oMathPara>
                    </a14:m>
                    <a:endParaRPr lang="de-DE" altLang="de-DE" sz="2000">
                      <a:solidFill>
                        <a:srgbClr val="000000"/>
                      </a:solidFill>
                    </a:endParaRPr>
                  </a:p>
                </p:txBody>
              </p:sp>
            </mc:Choice>
            <mc:Fallback xmlns="">
              <p:sp>
                <p:nvSpPr>
                  <p:cNvPr id="19" name="Text Box 38"/>
                  <p:cNvSpPr txBox="1">
                    <a:spLocks noRot="1" noChangeAspect="1" noMove="1" noResize="1" noEditPoints="1" noAdjustHandles="1" noChangeArrowheads="1" noChangeShapeType="1" noTextEdit="1"/>
                  </p:cNvSpPr>
                  <p:nvPr/>
                </p:nvSpPr>
                <p:spPr bwMode="auto">
                  <a:xfrm>
                    <a:off x="3600" y="3600"/>
                    <a:ext cx="288" cy="252"/>
                  </a:xfrm>
                  <a:prstGeom prst="rect">
                    <a:avLst/>
                  </a:prstGeom>
                  <a:blipFill>
                    <a:blip r:embed="rId8"/>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34" name="Line 39">
                <a:extLst>
                  <a:ext uri="{FF2B5EF4-FFF2-40B4-BE49-F238E27FC236}">
                    <a16:creationId xmlns:a16="http://schemas.microsoft.com/office/drawing/2014/main" id="{469B0894-AD8D-4237-B919-327A7EC59061}"/>
                  </a:ext>
                </a:extLst>
              </p:cNvPr>
              <p:cNvSpPr>
                <a:spLocks noChangeShapeType="1"/>
              </p:cNvSpPr>
              <p:nvPr/>
            </p:nvSpPr>
            <p:spPr bwMode="auto">
              <a:xfrm>
                <a:off x="3744" y="3369"/>
                <a:ext cx="0" cy="2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35" name="Text Box 40">
                <a:extLst>
                  <a:ext uri="{FF2B5EF4-FFF2-40B4-BE49-F238E27FC236}">
                    <a16:creationId xmlns:a16="http://schemas.microsoft.com/office/drawing/2014/main" id="{5538056F-8DC8-4EBB-928C-FD355014A994}"/>
                  </a:ext>
                </a:extLst>
              </p:cNvPr>
              <p:cNvSpPr txBox="1">
                <a:spLocks noChangeArrowheads="1"/>
              </p:cNvSpPr>
              <p:nvPr/>
            </p:nvSpPr>
            <p:spPr bwMode="auto">
              <a:xfrm>
                <a:off x="3504" y="3024"/>
                <a:ext cx="480" cy="345"/>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defRPr/>
                </a:pPr>
                <a:r>
                  <a:rPr lang="de-DE" altLang="de-DE" sz="2000">
                    <a:solidFill>
                      <a:srgbClr val="000000"/>
                    </a:solidFill>
                  </a:rPr>
                  <a:t>HA</a:t>
                </a:r>
              </a:p>
            </p:txBody>
          </p:sp>
        </p:grpSp>
        <p:sp>
          <p:nvSpPr>
            <p:cNvPr id="29" name="Line 43">
              <a:extLst>
                <a:ext uri="{FF2B5EF4-FFF2-40B4-BE49-F238E27FC236}">
                  <a16:creationId xmlns:a16="http://schemas.microsoft.com/office/drawing/2014/main" id="{398CC93D-AB6A-46D8-BC5A-D5204D45CCB1}"/>
                </a:ext>
              </a:extLst>
            </p:cNvPr>
            <p:cNvSpPr>
              <a:spLocks noChangeShapeType="1"/>
            </p:cNvSpPr>
            <p:nvPr/>
          </p:nvSpPr>
          <p:spPr bwMode="auto">
            <a:xfrm flipH="1">
              <a:off x="1224" y="1872"/>
              <a:ext cx="480"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mc:AlternateContent xmlns:mc="http://schemas.openxmlformats.org/markup-compatibility/2006" xmlns:a14="http://schemas.microsoft.com/office/drawing/2010/main">
          <mc:Choice Requires="a14">
            <p:sp>
              <p:nvSpPr>
                <p:cNvPr id="30" name="Text Box 44">
                  <a:extLst>
                    <a:ext uri="{FF2B5EF4-FFF2-40B4-BE49-F238E27FC236}">
                      <a16:creationId xmlns:a16="http://schemas.microsoft.com/office/drawing/2014/main" id="{62A31384-524D-4B00-BBAE-D3EA3657FD29}"/>
                    </a:ext>
                  </a:extLst>
                </p:cNvPr>
                <p:cNvSpPr txBox="1">
                  <a:spLocks noChangeArrowheads="1"/>
                </p:cNvSpPr>
                <p:nvPr/>
              </p:nvSpPr>
              <p:spPr bwMode="auto">
                <a:xfrm>
                  <a:off x="1283" y="1862"/>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a:solidFill>
                        <a:srgbClr val="000000"/>
                      </a:solidFill>
                    </a:rPr>
                    <a:t>     </a:t>
                  </a:r>
                </a:p>
              </p:txBody>
            </p:sp>
          </mc:Choice>
          <mc:Fallback xmlns="">
            <p:sp>
              <p:nvSpPr>
                <p:cNvPr id="16" name="Text Box 44"/>
                <p:cNvSpPr txBox="1">
                  <a:spLocks noRot="1" noChangeAspect="1" noMove="1" noResize="1" noEditPoints="1" noAdjustHandles="1" noChangeArrowheads="1" noChangeShapeType="1" noTextEdit="1"/>
                </p:cNvSpPr>
                <p:nvPr/>
              </p:nvSpPr>
              <p:spPr bwMode="auto">
                <a:xfrm>
                  <a:off x="1283" y="1862"/>
                  <a:ext cx="288" cy="252"/>
                </a:xfrm>
                <a:prstGeom prst="rect">
                  <a:avLst/>
                </a:prstGeom>
                <a:blipFill>
                  <a:blip r:embed="rId9"/>
                  <a:stretch>
                    <a:fillRect l="-12000" r="-8000" b="-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grpSp>
      <p:sp>
        <p:nvSpPr>
          <p:cNvPr id="40" name="Textfeld 5">
            <a:extLst>
              <a:ext uri="{FF2B5EF4-FFF2-40B4-BE49-F238E27FC236}">
                <a16:creationId xmlns:a16="http://schemas.microsoft.com/office/drawing/2014/main" id="{39074F1D-36DB-45E9-8A4B-08DA803FA4C1}"/>
              </a:ext>
            </a:extLst>
          </p:cNvPr>
          <p:cNvSpPr txBox="1">
            <a:spLocks noChangeArrowheads="1"/>
          </p:cNvSpPr>
          <p:nvPr/>
        </p:nvSpPr>
        <p:spPr bwMode="auto">
          <a:xfrm>
            <a:off x="9220927" y="4232652"/>
            <a:ext cx="13697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a:t>HA-Modul:</a:t>
            </a:r>
          </a:p>
        </p:txBody>
      </p:sp>
    </p:spTree>
    <p:extLst>
      <p:ext uri="{BB962C8B-B14F-4D97-AF65-F5344CB8AC3E}">
        <p14:creationId xmlns:p14="http://schemas.microsoft.com/office/powerpoint/2010/main" val="250529716"/>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altLang="de-DE" sz="3600" dirty="0"/>
              <a:t>Addierschaltung: </a:t>
            </a:r>
            <a:r>
              <a:rPr lang="de-DE" altLang="de-DE" sz="3600" dirty="0" err="1"/>
              <a:t>Halbaddierer</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4510" y="286771"/>
            <a:ext cx="525054" cy="1235797"/>
          </a:xfrm>
          <a:prstGeom prst="rect">
            <a:avLst/>
          </a:prstGeom>
        </p:spPr>
      </p:pic>
      <mc:AlternateContent xmlns:mc="http://schemas.openxmlformats.org/markup-compatibility/2006" xmlns:a14="http://schemas.microsoft.com/office/drawing/2010/main">
        <mc:Choice Requires="a14">
          <p:sp>
            <p:nvSpPr>
              <p:cNvPr id="41" name="Text Box 17">
                <a:extLst>
                  <a:ext uri="{FF2B5EF4-FFF2-40B4-BE49-F238E27FC236}">
                    <a16:creationId xmlns:a16="http://schemas.microsoft.com/office/drawing/2014/main" id="{53DE1E11-1035-4AA1-B228-80E5BA4EE1D0}"/>
                  </a:ext>
                </a:extLst>
              </p:cNvPr>
              <p:cNvSpPr txBox="1">
                <a:spLocks noChangeArrowheads="1"/>
              </p:cNvSpPr>
              <p:nvPr/>
            </p:nvSpPr>
            <p:spPr bwMode="auto">
              <a:xfrm>
                <a:off x="160867" y="1410143"/>
                <a:ext cx="6121375" cy="2341475"/>
              </a:xfrm>
              <a:prstGeom prst="rect">
                <a:avLst/>
              </a:prstGeom>
              <a:solidFill>
                <a:schemeClr val="accent5">
                  <a:lumMod val="40000"/>
                  <a:lumOff val="60000"/>
                </a:schemeClr>
              </a:solidFill>
              <a:ln>
                <a:noFill/>
              </a:ln>
              <a:effectLst>
                <a:prstShdw prst="shdw17" dist="17961" dir="2700000">
                  <a:srgbClr val="97998C"/>
                </a:prstShdw>
              </a:effectLs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50000"/>
                  </a:lnSpc>
                  <a:spcBef>
                    <a:spcPct val="0"/>
                  </a:spcBef>
                  <a:buSzTx/>
                  <a:buNone/>
                </a:pPr>
                <a:r>
                  <a:rPr lang="de-DE" altLang="de-DE" sz="2000" dirty="0"/>
                  <a:t>Halbaddierer ist:</a:t>
                </a:r>
              </a:p>
              <a:p>
                <a:pPr marL="342900" indent="-342900">
                  <a:lnSpc>
                    <a:spcPct val="150000"/>
                  </a:lnSpc>
                  <a:spcBef>
                    <a:spcPct val="0"/>
                  </a:spcBef>
                  <a:buSzTx/>
                  <a:buFont typeface="Arial" panose="020B0604020202020204" pitchFamily="34" charset="0"/>
                  <a:buChar char="•"/>
                </a:pPr>
                <a:r>
                  <a:rPr lang="de-DE" altLang="de-DE" sz="2000" dirty="0"/>
                  <a:t>Rechenschaltung aus _XOR_ und _UND_</a:t>
                </a:r>
              </a:p>
              <a:p>
                <a:pPr marL="342900" indent="-342900">
                  <a:lnSpc>
                    <a:spcPct val="150000"/>
                  </a:lnSpc>
                  <a:spcBef>
                    <a:spcPct val="0"/>
                  </a:spcBef>
                  <a:buSzTx/>
                  <a:buFont typeface="Arial" panose="020B0604020202020204" pitchFamily="34" charset="0"/>
                  <a:buChar char="•"/>
                </a:pPr>
                <a:r>
                  <a:rPr lang="de-DE" altLang="de-DE" sz="2000" dirty="0"/>
                  <a:t>Zum Addieren _zwei_ einstelliger Dualziffern</a:t>
                </a:r>
              </a:p>
              <a:p>
                <a:pPr marL="342900" indent="-342900">
                  <a:lnSpc>
                    <a:spcPct val="150000"/>
                  </a:lnSpc>
                  <a:spcBef>
                    <a:spcPct val="0"/>
                  </a:spcBef>
                  <a:buSzTx/>
                  <a:buFont typeface="Arial" panose="020B0604020202020204" pitchFamily="34" charset="0"/>
                  <a:buChar char="•"/>
                </a:pPr>
                <a:r>
                  <a:rPr lang="de-DE" altLang="de-DE" sz="2000" dirty="0"/>
                  <a:t>_XOR_ ist die Addier-Verknüpfung</a:t>
                </a:r>
              </a:p>
              <a:p>
                <a:pPr marL="342900" indent="-342900">
                  <a:lnSpc>
                    <a:spcPct val="150000"/>
                  </a:lnSpc>
                  <a:spcBef>
                    <a:spcPct val="0"/>
                  </a:spcBef>
                  <a:buSzTx/>
                  <a:buFont typeface="Arial" panose="020B0604020202020204" pitchFamily="34" charset="0"/>
                  <a:buChar char="•"/>
                </a:pPr>
                <a:r>
                  <a:rPr lang="de-DE" altLang="de-DE" sz="2000" dirty="0"/>
                  <a:t>_UND_ gibt den Übertrag (</a:t>
                </a: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dirty="0"/>
                  <a:t>) weiter</a:t>
                </a:r>
              </a:p>
            </p:txBody>
          </p:sp>
        </mc:Choice>
        <mc:Fallback xmlns="">
          <p:sp>
            <p:nvSpPr>
              <p:cNvPr id="41" name="Text Box 17">
                <a:extLst>
                  <a:ext uri="{FF2B5EF4-FFF2-40B4-BE49-F238E27FC236}">
                    <a16:creationId xmlns:a16="http://schemas.microsoft.com/office/drawing/2014/main" id="{53DE1E11-1035-4AA1-B228-80E5BA4EE1D0}"/>
                  </a:ext>
                </a:extLst>
              </p:cNvPr>
              <p:cNvSpPr txBox="1">
                <a:spLocks noRot="1" noChangeAspect="1" noMove="1" noResize="1" noEditPoints="1" noAdjustHandles="1" noChangeArrowheads="1" noChangeShapeType="1" noTextEdit="1"/>
              </p:cNvSpPr>
              <p:nvPr/>
            </p:nvSpPr>
            <p:spPr bwMode="auto">
              <a:xfrm>
                <a:off x="160867" y="1410143"/>
                <a:ext cx="6121375" cy="2341475"/>
              </a:xfrm>
              <a:prstGeom prst="rect">
                <a:avLst/>
              </a:prstGeom>
              <a:blipFill>
                <a:blip r:embed="rId3"/>
                <a:stretch>
                  <a:fillRect l="-692" b="-2821"/>
                </a:stretch>
              </a:blipFill>
              <a:ln>
                <a:noFill/>
              </a:ln>
              <a:effectLst>
                <a:prstShdw prst="shdw17" dist="17961" dir="2700000">
                  <a:srgbClr val="97998C"/>
                </a:prstShdw>
              </a:effectLst>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graphicFrame>
            <p:nvGraphicFramePr>
              <p:cNvPr id="42" name="Group 96">
                <a:extLst>
                  <a:ext uri="{FF2B5EF4-FFF2-40B4-BE49-F238E27FC236}">
                    <a16:creationId xmlns:a16="http://schemas.microsoft.com/office/drawing/2014/main" id="{55154D7E-5E40-45F0-A2CB-71B21D1474A6}"/>
                  </a:ext>
                </a:extLst>
              </p:cNvPr>
              <p:cNvGraphicFramePr>
                <a:graphicFrameLocks noGrp="1"/>
              </p:cNvGraphicFramePr>
              <p:nvPr>
                <p:extLst>
                  <p:ext uri="{D42A27DB-BD31-4B8C-83A1-F6EECF244321}">
                    <p14:modId xmlns:p14="http://schemas.microsoft.com/office/powerpoint/2010/main" val="2278541377"/>
                  </p:ext>
                </p:extLst>
              </p:nvPr>
            </p:nvGraphicFramePr>
            <p:xfrm>
              <a:off x="9278100" y="2107436"/>
              <a:ext cx="2362200" cy="170745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𝑎</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𝑏</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𝑠</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𝑐</m:t>
                                    </m:r>
                                  </m:e>
                                  <m:sub>
                                    <m:r>
                                      <a:rPr kumimoji="0" lang="de-DE" altLang="de-DE"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𝑜𝑢𝑡</m:t>
                                    </m:r>
                                  </m:sub>
                                </m:sSub>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bl>
              </a:graphicData>
            </a:graphic>
          </p:graphicFrame>
        </mc:Choice>
        <mc:Fallback xmlns="">
          <p:graphicFrame>
            <p:nvGraphicFramePr>
              <p:cNvPr id="42" name="Group 96">
                <a:extLst>
                  <a:ext uri="{FF2B5EF4-FFF2-40B4-BE49-F238E27FC236}">
                    <a16:creationId xmlns:a16="http://schemas.microsoft.com/office/drawing/2014/main" id="{55154D7E-5E40-45F0-A2CB-71B21D1474A6}"/>
                  </a:ext>
                </a:extLst>
              </p:cNvPr>
              <p:cNvGraphicFramePr>
                <a:graphicFrameLocks noGrp="1"/>
              </p:cNvGraphicFramePr>
              <p:nvPr>
                <p:extLst>
                  <p:ext uri="{D42A27DB-BD31-4B8C-83A1-F6EECF244321}">
                    <p14:modId xmlns:p14="http://schemas.microsoft.com/office/powerpoint/2010/main" val="2278541377"/>
                  </p:ext>
                </p:extLst>
              </p:nvPr>
            </p:nvGraphicFramePr>
            <p:xfrm>
              <a:off x="9278100" y="2107436"/>
              <a:ext cx="2362200" cy="1707452"/>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335852">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000" t="-1818" r="-291000"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14773" t="-1818" r="-230682"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187129" t="-1818" r="-100990" b="-45090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290000" t="-1818" r="-2000" b="-450909"/>
                          </a:stretch>
                        </a:blip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bl>
              </a:graphicData>
            </a:graphic>
          </p:graphicFrame>
        </mc:Fallback>
      </mc:AlternateContent>
      <p:sp>
        <p:nvSpPr>
          <p:cNvPr id="43" name="Textfeld 9">
            <a:extLst>
              <a:ext uri="{FF2B5EF4-FFF2-40B4-BE49-F238E27FC236}">
                <a16:creationId xmlns:a16="http://schemas.microsoft.com/office/drawing/2014/main" id="{B2C4A74D-82B6-4422-9E2E-07F9E7E9E13D}"/>
              </a:ext>
            </a:extLst>
          </p:cNvPr>
          <p:cNvSpPr txBox="1">
            <a:spLocks noChangeArrowheads="1"/>
          </p:cNvSpPr>
          <p:nvPr/>
        </p:nvSpPr>
        <p:spPr bwMode="auto">
          <a:xfrm>
            <a:off x="1129008" y="4050613"/>
            <a:ext cx="16414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u="sng"/>
              <a:t>Grundgatter:</a:t>
            </a:r>
          </a:p>
        </p:txBody>
      </p:sp>
      <p:sp>
        <p:nvSpPr>
          <p:cNvPr id="44" name="Rechteck 43">
            <a:extLst>
              <a:ext uri="{FF2B5EF4-FFF2-40B4-BE49-F238E27FC236}">
                <a16:creationId xmlns:a16="http://schemas.microsoft.com/office/drawing/2014/main" id="{7F399A5A-ADA8-4208-93B0-B5BAD0CD5E8A}"/>
              </a:ext>
            </a:extLst>
          </p:cNvPr>
          <p:cNvSpPr/>
          <p:nvPr/>
        </p:nvSpPr>
        <p:spPr bwMode="auto">
          <a:xfrm>
            <a:off x="3390816" y="4262402"/>
            <a:ext cx="576064" cy="400110"/>
          </a:xfrm>
          <a:prstGeom prst="rect">
            <a:avLst/>
          </a:prstGeom>
          <a:ln w="28575">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45" name="Rechteck 44">
            <a:extLst>
              <a:ext uri="{FF2B5EF4-FFF2-40B4-BE49-F238E27FC236}">
                <a16:creationId xmlns:a16="http://schemas.microsoft.com/office/drawing/2014/main" id="{2ADB9850-5DBC-4E82-8C06-FAFC8D558437}"/>
              </a:ext>
            </a:extLst>
          </p:cNvPr>
          <p:cNvSpPr/>
          <p:nvPr/>
        </p:nvSpPr>
        <p:spPr bwMode="auto">
          <a:xfrm>
            <a:off x="3390816" y="5488881"/>
            <a:ext cx="576064" cy="400110"/>
          </a:xfrm>
          <a:prstGeom prst="rect">
            <a:avLst/>
          </a:prstGeom>
          <a:ln w="28575">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46" name="Rechteck 45">
                <a:extLst>
                  <a:ext uri="{FF2B5EF4-FFF2-40B4-BE49-F238E27FC236}">
                    <a16:creationId xmlns:a16="http://schemas.microsoft.com/office/drawing/2014/main" id="{7DBC3870-C1E9-4A8A-AF33-0BE89D6070DF}"/>
                  </a:ext>
                </a:extLst>
              </p:cNvPr>
              <p:cNvSpPr/>
              <p:nvPr/>
            </p:nvSpPr>
            <p:spPr bwMode="auto">
              <a:xfrm>
                <a:off x="2206460" y="4656278"/>
                <a:ext cx="325173" cy="400110"/>
              </a:xfrm>
              <a:prstGeom prst="rect">
                <a:avLst/>
              </a:prstGeom>
              <a:ln w="28575">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r>
                        <a:rPr lang="de-DE" i="1">
                          <a:solidFill>
                            <a:schemeClr val="tx1"/>
                          </a:solidFill>
                          <a:latin typeface="Cambria Math" panose="02040503050406030204" pitchFamily="18" charset="0"/>
                        </a:rPr>
                        <m:t>𝑎</m:t>
                      </m:r>
                    </m:oMath>
                  </m:oMathPara>
                </a14:m>
                <a:endParaRPr lang="de-DE">
                  <a:solidFill>
                    <a:schemeClr val="tx1"/>
                  </a:solidFill>
                  <a:latin typeface="Tahoma" pitchFamily="34" charset="0"/>
                </a:endParaRPr>
              </a:p>
            </p:txBody>
          </p:sp>
        </mc:Choice>
        <mc:Fallback xmlns="">
          <p:sp>
            <p:nvSpPr>
              <p:cNvPr id="46" name="Rechteck 45">
                <a:extLst>
                  <a:ext uri="{FF2B5EF4-FFF2-40B4-BE49-F238E27FC236}">
                    <a16:creationId xmlns:a16="http://schemas.microsoft.com/office/drawing/2014/main" id="{7DBC3870-C1E9-4A8A-AF33-0BE89D6070DF}"/>
                  </a:ext>
                </a:extLst>
              </p:cNvPr>
              <p:cNvSpPr>
                <a:spLocks noRot="1" noChangeAspect="1" noMove="1" noResize="1" noEditPoints="1" noAdjustHandles="1" noChangeArrowheads="1" noChangeShapeType="1" noTextEdit="1"/>
              </p:cNvSpPr>
              <p:nvPr/>
            </p:nvSpPr>
            <p:spPr bwMode="auto">
              <a:xfrm>
                <a:off x="2206460" y="4656278"/>
                <a:ext cx="325173" cy="400110"/>
              </a:xfrm>
              <a:prstGeom prst="rect">
                <a:avLst/>
              </a:prstGeom>
              <a:blipFill>
                <a:blip r:embed="rId5"/>
                <a:stretch>
                  <a:fillRect/>
                </a:stretch>
              </a:blipFill>
              <a:ln w="28575">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7" name="Rechteck 46">
                <a:extLst>
                  <a:ext uri="{FF2B5EF4-FFF2-40B4-BE49-F238E27FC236}">
                    <a16:creationId xmlns:a16="http://schemas.microsoft.com/office/drawing/2014/main" id="{CBFD0D38-0F0F-40BB-B39B-01AD2826939D}"/>
                  </a:ext>
                </a:extLst>
              </p:cNvPr>
              <p:cNvSpPr/>
              <p:nvPr/>
            </p:nvSpPr>
            <p:spPr bwMode="auto">
              <a:xfrm>
                <a:off x="2770419" y="4992303"/>
                <a:ext cx="325173" cy="400110"/>
              </a:xfrm>
              <a:prstGeom prst="rect">
                <a:avLst/>
              </a:prstGeom>
              <a:ln w="28575">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r>
                        <a:rPr lang="de-DE" i="1">
                          <a:solidFill>
                            <a:schemeClr val="tx1"/>
                          </a:solidFill>
                          <a:latin typeface="Cambria Math" panose="02040503050406030204" pitchFamily="18" charset="0"/>
                        </a:rPr>
                        <m:t>𝑏</m:t>
                      </m:r>
                    </m:oMath>
                  </m:oMathPara>
                </a14:m>
                <a:endParaRPr lang="de-DE">
                  <a:solidFill>
                    <a:schemeClr val="tx1"/>
                  </a:solidFill>
                  <a:latin typeface="Tahoma" pitchFamily="34" charset="0"/>
                </a:endParaRPr>
              </a:p>
            </p:txBody>
          </p:sp>
        </mc:Choice>
        <mc:Fallback xmlns="">
          <p:sp>
            <p:nvSpPr>
              <p:cNvPr id="47" name="Rechteck 46">
                <a:extLst>
                  <a:ext uri="{FF2B5EF4-FFF2-40B4-BE49-F238E27FC236}">
                    <a16:creationId xmlns:a16="http://schemas.microsoft.com/office/drawing/2014/main" id="{CBFD0D38-0F0F-40BB-B39B-01AD2826939D}"/>
                  </a:ext>
                </a:extLst>
              </p:cNvPr>
              <p:cNvSpPr>
                <a:spLocks noRot="1" noChangeAspect="1" noMove="1" noResize="1" noEditPoints="1" noAdjustHandles="1" noChangeArrowheads="1" noChangeShapeType="1" noTextEdit="1"/>
              </p:cNvSpPr>
              <p:nvPr/>
            </p:nvSpPr>
            <p:spPr bwMode="auto">
              <a:xfrm>
                <a:off x="2770419" y="4992303"/>
                <a:ext cx="325173" cy="400110"/>
              </a:xfrm>
              <a:prstGeom prst="rect">
                <a:avLst/>
              </a:prstGeom>
              <a:blipFill>
                <a:blip r:embed="rId6"/>
                <a:stretch>
                  <a:fillRect l="-1695"/>
                </a:stretch>
              </a:blipFill>
              <a:ln w="28575">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8" name="Rechteck 47">
                <a:extLst>
                  <a:ext uri="{FF2B5EF4-FFF2-40B4-BE49-F238E27FC236}">
                    <a16:creationId xmlns:a16="http://schemas.microsoft.com/office/drawing/2014/main" id="{582D7C43-535F-468A-A5EB-B70A3A12B7D6}"/>
                  </a:ext>
                </a:extLst>
              </p:cNvPr>
              <p:cNvSpPr/>
              <p:nvPr/>
            </p:nvSpPr>
            <p:spPr bwMode="auto">
              <a:xfrm>
                <a:off x="4842604" y="4627349"/>
                <a:ext cx="325173" cy="400110"/>
              </a:xfrm>
              <a:prstGeom prst="rect">
                <a:avLst/>
              </a:prstGeom>
              <a:ln w="28575">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r>
                        <a:rPr lang="de-DE" i="1">
                          <a:solidFill>
                            <a:schemeClr val="tx1"/>
                          </a:solidFill>
                          <a:latin typeface="Cambria Math" panose="02040503050406030204" pitchFamily="18" charset="0"/>
                        </a:rPr>
                        <m:t>𝑠</m:t>
                      </m:r>
                    </m:oMath>
                  </m:oMathPara>
                </a14:m>
                <a:endParaRPr lang="de-DE">
                  <a:solidFill>
                    <a:schemeClr val="tx1"/>
                  </a:solidFill>
                  <a:latin typeface="Tahoma" pitchFamily="34" charset="0"/>
                </a:endParaRPr>
              </a:p>
            </p:txBody>
          </p:sp>
        </mc:Choice>
        <mc:Fallback xmlns="">
          <p:sp>
            <p:nvSpPr>
              <p:cNvPr id="48" name="Rechteck 47">
                <a:extLst>
                  <a:ext uri="{FF2B5EF4-FFF2-40B4-BE49-F238E27FC236}">
                    <a16:creationId xmlns:a16="http://schemas.microsoft.com/office/drawing/2014/main" id="{582D7C43-535F-468A-A5EB-B70A3A12B7D6}"/>
                  </a:ext>
                </a:extLst>
              </p:cNvPr>
              <p:cNvSpPr>
                <a:spLocks noRot="1" noChangeAspect="1" noMove="1" noResize="1" noEditPoints="1" noAdjustHandles="1" noChangeArrowheads="1" noChangeShapeType="1" noTextEdit="1"/>
              </p:cNvSpPr>
              <p:nvPr/>
            </p:nvSpPr>
            <p:spPr bwMode="auto">
              <a:xfrm>
                <a:off x="4842604" y="4627349"/>
                <a:ext cx="325173" cy="400110"/>
              </a:xfrm>
              <a:prstGeom prst="rect">
                <a:avLst/>
              </a:prstGeom>
              <a:blipFill>
                <a:blip r:embed="rId7"/>
                <a:stretch>
                  <a:fillRect/>
                </a:stretch>
              </a:blipFill>
              <a:ln w="28575">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9" name="Rechteck 48">
                <a:extLst>
                  <a:ext uri="{FF2B5EF4-FFF2-40B4-BE49-F238E27FC236}">
                    <a16:creationId xmlns:a16="http://schemas.microsoft.com/office/drawing/2014/main" id="{E8CAC998-74E6-46EB-9D55-8A83368C495F}"/>
                  </a:ext>
                </a:extLst>
              </p:cNvPr>
              <p:cNvSpPr/>
              <p:nvPr/>
            </p:nvSpPr>
            <p:spPr bwMode="auto">
              <a:xfrm>
                <a:off x="4842604" y="5219956"/>
                <a:ext cx="576065" cy="400110"/>
              </a:xfrm>
              <a:prstGeom prst="rect">
                <a:avLst/>
              </a:prstGeom>
              <a:ln w="28575">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oMath>
                  </m:oMathPara>
                </a14:m>
                <a:endParaRPr lang="de-DE" altLang="de-DE">
                  <a:solidFill>
                    <a:srgbClr val="000000"/>
                  </a:solidFill>
                  <a:latin typeface="Tahoma" panose="020B0604030504040204" pitchFamily="34" charset="0"/>
                </a:endParaRPr>
              </a:p>
            </p:txBody>
          </p:sp>
        </mc:Choice>
        <mc:Fallback xmlns="">
          <p:sp>
            <p:nvSpPr>
              <p:cNvPr id="49" name="Rechteck 48">
                <a:extLst>
                  <a:ext uri="{FF2B5EF4-FFF2-40B4-BE49-F238E27FC236}">
                    <a16:creationId xmlns:a16="http://schemas.microsoft.com/office/drawing/2014/main" id="{E8CAC998-74E6-46EB-9D55-8A83368C495F}"/>
                  </a:ext>
                </a:extLst>
              </p:cNvPr>
              <p:cNvSpPr>
                <a:spLocks noRot="1" noChangeAspect="1" noMove="1" noResize="1" noEditPoints="1" noAdjustHandles="1" noChangeArrowheads="1" noChangeShapeType="1" noTextEdit="1"/>
              </p:cNvSpPr>
              <p:nvPr/>
            </p:nvSpPr>
            <p:spPr bwMode="auto">
              <a:xfrm>
                <a:off x="4842604" y="5219956"/>
                <a:ext cx="576065" cy="400110"/>
              </a:xfrm>
              <a:prstGeom prst="rect">
                <a:avLst/>
              </a:prstGeom>
              <a:blipFill>
                <a:blip r:embed="rId8"/>
                <a:stretch>
                  <a:fillRect/>
                </a:stretch>
              </a:blipFill>
              <a:ln w="28575">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50" name="Rechteck 49">
                <a:extLst>
                  <a:ext uri="{FF2B5EF4-FFF2-40B4-BE49-F238E27FC236}">
                    <a16:creationId xmlns:a16="http://schemas.microsoft.com/office/drawing/2014/main" id="{A29456FC-172E-4C62-80F2-903E788C19F4}"/>
                  </a:ext>
                </a:extLst>
              </p:cNvPr>
              <p:cNvSpPr/>
              <p:nvPr/>
            </p:nvSpPr>
            <p:spPr>
              <a:xfrm>
                <a:off x="6096000" y="1488664"/>
                <a:ext cx="4185043" cy="1025987"/>
              </a:xfrm>
              <a:prstGeom prst="rect">
                <a:avLst/>
              </a:prstGeom>
            </p:spPr>
            <p:txBody>
              <a:bodyPr wrap="square">
                <a:spAutoFit/>
              </a:bodyPr>
              <a:lstStyle/>
              <a:p>
                <a:pPr eaLnBrk="1" hangingPunct="1">
                  <a:lnSpc>
                    <a:spcPct val="150000"/>
                  </a:lnSpc>
                  <a:spcBef>
                    <a:spcPct val="50000"/>
                  </a:spcBef>
                  <a:buClr>
                    <a:srgbClr val="3333CC"/>
                  </a:buClr>
                  <a:buNone/>
                  <a:defRPr/>
                </a:pPr>
                <a14:m>
                  <m:oMathPara xmlns:m="http://schemas.openxmlformats.org/officeDocument/2006/math">
                    <m:oMathParaPr>
                      <m:jc m:val="centerGroup"/>
                    </m:oMathParaPr>
                    <m:oMath xmlns:m="http://schemas.openxmlformats.org/officeDocument/2006/math">
                      <m:r>
                        <a:rPr lang="de-DE" altLang="de-DE" i="1">
                          <a:solidFill>
                            <a:srgbClr val="000000"/>
                          </a:solidFill>
                          <a:latin typeface="Cambria Math" panose="02040503050406030204" pitchFamily="18" charset="0"/>
                        </a:rPr>
                        <m:t>𝑠</m:t>
                      </m:r>
                      <m:r>
                        <a:rPr lang="de-DE" altLang="de-DE" i="1">
                          <a:solidFill>
                            <a:srgbClr val="000000"/>
                          </a:solidFill>
                          <a:latin typeface="Cambria Math" panose="02040503050406030204" pitchFamily="18" charset="0"/>
                        </a:rPr>
                        <m:t>=</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𝑎</m:t>
                          </m:r>
                        </m:e>
                      </m:acc>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𝑏</m:t>
                      </m:r>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m:t>
                      </m:r>
                      <m:r>
                        <a:rPr lang="de-DE" altLang="de-DE" i="1">
                          <a:solidFill>
                            <a:srgbClr val="000000"/>
                          </a:solidFill>
                          <a:latin typeface="Cambria Math" panose="02040503050406030204" pitchFamily="18" charset="0"/>
                          <a:ea typeface="Cambria Math" panose="02040503050406030204" pitchFamily="18" charset="0"/>
                        </a:rPr>
                        <m:t>∧</m:t>
                      </m:r>
                      <m:acc>
                        <m:accPr>
                          <m:chr m:val="̅"/>
                          <m:ctrlPr>
                            <a:rPr lang="de-DE" altLang="de-DE" i="1">
                              <a:solidFill>
                                <a:srgbClr val="000000"/>
                              </a:solidFill>
                              <a:latin typeface="Cambria Math" panose="02040503050406030204" pitchFamily="18" charset="0"/>
                              <a:ea typeface="Cambria Math" panose="02040503050406030204" pitchFamily="18" charset="0"/>
                            </a:rPr>
                          </m:ctrlPr>
                        </m:accPr>
                        <m:e>
                          <m:r>
                            <a:rPr lang="de-DE" altLang="de-DE" i="1">
                              <a:solidFill>
                                <a:srgbClr val="000000"/>
                              </a:solidFill>
                              <a:latin typeface="Cambria Math" panose="02040503050406030204" pitchFamily="18" charset="0"/>
                              <a:ea typeface="Cambria Math" panose="02040503050406030204" pitchFamily="18" charset="0"/>
                            </a:rPr>
                            <m:t>𝑏</m:t>
                          </m:r>
                        </m:e>
                      </m:acc>
                      <m:r>
                        <a:rPr lang="de-DE" altLang="de-DE" i="1">
                          <a:solidFill>
                            <a:srgbClr val="000000"/>
                          </a:solidFill>
                          <a:latin typeface="Cambria Math" panose="02040503050406030204" pitchFamily="18" charset="0"/>
                        </a:rPr>
                        <m:t>→</m:t>
                      </m:r>
                      <m:r>
                        <a:rPr lang="de-DE" altLang="de-DE" i="1">
                          <a:solidFill>
                            <a:srgbClr val="000000"/>
                          </a:solidFill>
                          <a:latin typeface="Cambria Math" panose="02040503050406030204" pitchFamily="18" charset="0"/>
                        </a:rPr>
                        <m:t>𝑋𝑂𝑅</m:t>
                      </m:r>
                      <m:r>
                        <a:rPr lang="de-DE" altLang="de-DE" i="1">
                          <a:solidFill>
                            <a:srgbClr val="000000"/>
                          </a:solidFill>
                          <a:latin typeface="Cambria Math" panose="02040503050406030204" pitchFamily="18" charset="0"/>
                        </a:rPr>
                        <m:t>→</m:t>
                      </m:r>
                      <m:r>
                        <a:rPr lang="de-DE" altLang="de-DE" i="1">
                          <a:solidFill>
                            <a:srgbClr val="000000"/>
                          </a:solidFill>
                          <a:latin typeface="Cambria Math" panose="02040503050406030204" pitchFamily="18" charset="0"/>
                        </a:rPr>
                        <m:t>𝑠</m:t>
                      </m:r>
                      <m:r>
                        <a:rPr lang="de-DE" altLang="de-DE" i="1">
                          <a:solidFill>
                            <a:srgbClr val="000000"/>
                          </a:solidFill>
                          <a:latin typeface="Cambria Math" panose="02040503050406030204" pitchFamily="18" charset="0"/>
                        </a:rPr>
                        <m:t>=</m:t>
                      </m:r>
                      <m:r>
                        <a:rPr lang="de-DE" altLang="de-DE" i="1">
                          <a:solidFill>
                            <a:srgbClr val="000000"/>
                          </a:solidFill>
                          <a:latin typeface="Cambria Math" panose="02040503050406030204" pitchFamily="18" charset="0"/>
                        </a:rPr>
                        <m:t>𝑎</m:t>
                      </m:r>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𝑏</m:t>
                      </m:r>
                    </m:oMath>
                  </m:oMathPara>
                </a14:m>
                <a:endParaRPr lang="de-DE" altLang="de-DE" i="1" dirty="0">
                  <a:solidFill>
                    <a:srgbClr val="000000"/>
                  </a:solidFill>
                  <a:latin typeface="Cambria Math" panose="02040503050406030204" pitchFamily="18" charset="0"/>
                </a:endParaRPr>
              </a:p>
              <a:p>
                <a:pPr lvl="0" eaLnBrk="1" hangingPunct="1">
                  <a:lnSpc>
                    <a:spcPct val="150000"/>
                  </a:lnSpc>
                  <a:spcBef>
                    <a:spcPct val="50000"/>
                  </a:spcBef>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r>
                        <a:rPr lang="de-DE" altLang="de-DE" i="1">
                          <a:solidFill>
                            <a:srgbClr val="000000"/>
                          </a:solidFill>
                          <a:latin typeface="Cambria Math" panose="02040503050406030204" pitchFamily="18" charset="0"/>
                        </a:rPr>
                        <m:t>=</m:t>
                      </m:r>
                      <m:r>
                        <a:rPr lang="de-DE" altLang="de-DE" i="1">
                          <a:solidFill>
                            <a:srgbClr val="000000"/>
                          </a:solidFill>
                          <a:latin typeface="Cambria Math" panose="02040503050406030204" pitchFamily="18" charset="0"/>
                        </a:rPr>
                        <m:t>𝑎</m:t>
                      </m:r>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𝑏</m:t>
                      </m:r>
                    </m:oMath>
                  </m:oMathPara>
                </a14:m>
                <a:endParaRPr lang="de-DE" altLang="de-DE" dirty="0">
                  <a:solidFill>
                    <a:srgbClr val="000000"/>
                  </a:solidFill>
                  <a:ea typeface="Cambria Math" panose="02040503050406030204" pitchFamily="18" charset="0"/>
                </a:endParaRPr>
              </a:p>
            </p:txBody>
          </p:sp>
        </mc:Choice>
        <mc:Fallback xmlns="">
          <p:sp>
            <p:nvSpPr>
              <p:cNvPr id="50" name="Rechteck 49">
                <a:extLst>
                  <a:ext uri="{FF2B5EF4-FFF2-40B4-BE49-F238E27FC236}">
                    <a16:creationId xmlns:a16="http://schemas.microsoft.com/office/drawing/2014/main" id="{A29456FC-172E-4C62-80F2-903E788C19F4}"/>
                  </a:ext>
                </a:extLst>
              </p:cNvPr>
              <p:cNvSpPr>
                <a:spLocks noRot="1" noChangeAspect="1" noMove="1" noResize="1" noEditPoints="1" noAdjustHandles="1" noChangeArrowheads="1" noChangeShapeType="1" noTextEdit="1"/>
              </p:cNvSpPr>
              <p:nvPr/>
            </p:nvSpPr>
            <p:spPr>
              <a:xfrm>
                <a:off x="6096000" y="1488664"/>
                <a:ext cx="4185043" cy="1025987"/>
              </a:xfrm>
              <a:prstGeom prst="rect">
                <a:avLst/>
              </a:prstGeom>
              <a:blipFill>
                <a:blip r:embed="rId9"/>
                <a:stretch>
                  <a:fillRect/>
                </a:stretch>
              </a:blipFill>
            </p:spPr>
            <p:txBody>
              <a:bodyPr/>
              <a:lstStyle/>
              <a:p>
                <a:r>
                  <a:rPr lang="de-DE">
                    <a:noFill/>
                  </a:rPr>
                  <a:t> </a:t>
                </a:r>
              </a:p>
            </p:txBody>
          </p:sp>
        </mc:Fallback>
      </mc:AlternateContent>
      <p:cxnSp>
        <p:nvCxnSpPr>
          <p:cNvPr id="51" name="Verbinder: gewinkelt 50">
            <a:extLst>
              <a:ext uri="{FF2B5EF4-FFF2-40B4-BE49-F238E27FC236}">
                <a16:creationId xmlns:a16="http://schemas.microsoft.com/office/drawing/2014/main" id="{9278B79B-B3F2-44F2-9F64-3D88CD5EE44A}"/>
              </a:ext>
            </a:extLst>
          </p:cNvPr>
          <p:cNvCxnSpPr>
            <a:cxnSpLocks/>
          </p:cNvCxnSpPr>
          <p:nvPr/>
        </p:nvCxnSpPr>
        <p:spPr bwMode="auto">
          <a:xfrm>
            <a:off x="3095592" y="5211706"/>
            <a:ext cx="295224" cy="496578"/>
          </a:xfrm>
          <a:prstGeom prst="bentConnector3">
            <a:avLst/>
          </a:prstGeom>
          <a:ln w="28575" cap="flat" cmpd="sng" algn="ctr">
            <a:solidFill>
              <a:schemeClr val="accent5">
                <a:lumMod val="75000"/>
              </a:schemeClr>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2"/>
          </a:lnRef>
          <a:fillRef idx="0">
            <a:schemeClr val="accent2"/>
          </a:fillRef>
          <a:effectRef idx="0">
            <a:schemeClr val="accent2"/>
          </a:effectRef>
          <a:fontRef idx="minor">
            <a:schemeClr val="tx1"/>
          </a:fontRef>
        </p:style>
      </p:cxnSp>
      <p:cxnSp>
        <p:nvCxnSpPr>
          <p:cNvPr id="52" name="Verbinder: gewinkelt 51">
            <a:extLst>
              <a:ext uri="{FF2B5EF4-FFF2-40B4-BE49-F238E27FC236}">
                <a16:creationId xmlns:a16="http://schemas.microsoft.com/office/drawing/2014/main" id="{5B66A96C-D59C-49F9-82EF-F433082173BC}"/>
              </a:ext>
            </a:extLst>
          </p:cNvPr>
          <p:cNvCxnSpPr>
            <a:cxnSpLocks/>
          </p:cNvCxnSpPr>
          <p:nvPr/>
        </p:nvCxnSpPr>
        <p:spPr bwMode="auto">
          <a:xfrm flipV="1">
            <a:off x="2531633" y="4400832"/>
            <a:ext cx="859183" cy="393876"/>
          </a:xfrm>
          <a:prstGeom prst="bentConnector3">
            <a:avLst>
              <a:gd name="adj1" fmla="val 16742"/>
            </a:avLst>
          </a:prstGeom>
          <a:ln w="28575" cap="flat" cmpd="sng" algn="ctr">
            <a:solidFill>
              <a:schemeClr val="accent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53" name="Verbinder: gewinkelt 52">
            <a:extLst>
              <a:ext uri="{FF2B5EF4-FFF2-40B4-BE49-F238E27FC236}">
                <a16:creationId xmlns:a16="http://schemas.microsoft.com/office/drawing/2014/main" id="{2F318100-8E39-42DD-A58D-5EFAD5C5E1C2}"/>
              </a:ext>
            </a:extLst>
          </p:cNvPr>
          <p:cNvCxnSpPr>
            <a:cxnSpLocks/>
          </p:cNvCxnSpPr>
          <p:nvPr/>
        </p:nvCxnSpPr>
        <p:spPr bwMode="auto">
          <a:xfrm>
            <a:off x="2531633" y="4914709"/>
            <a:ext cx="859183" cy="832603"/>
          </a:xfrm>
          <a:prstGeom prst="bentConnector3">
            <a:avLst>
              <a:gd name="adj1" fmla="val 15633"/>
            </a:avLst>
          </a:prstGeom>
          <a:ln w="28575" cap="flat" cmpd="sng" algn="ctr">
            <a:solidFill>
              <a:schemeClr val="accent5">
                <a:lumMod val="75000"/>
              </a:schemeClr>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2"/>
          </a:lnRef>
          <a:fillRef idx="0">
            <a:schemeClr val="accent2"/>
          </a:fillRef>
          <a:effectRef idx="0">
            <a:schemeClr val="accent2"/>
          </a:effectRef>
          <a:fontRef idx="minor">
            <a:schemeClr val="tx1"/>
          </a:fontRef>
        </p:style>
      </p:cxnSp>
      <p:cxnSp>
        <p:nvCxnSpPr>
          <p:cNvPr id="54" name="Verbinder: gewinkelt 53">
            <a:extLst>
              <a:ext uri="{FF2B5EF4-FFF2-40B4-BE49-F238E27FC236}">
                <a16:creationId xmlns:a16="http://schemas.microsoft.com/office/drawing/2014/main" id="{7CD4234B-DF16-47CD-A71A-7F941CF385D3}"/>
              </a:ext>
            </a:extLst>
          </p:cNvPr>
          <p:cNvCxnSpPr>
            <a:cxnSpLocks/>
            <a:stCxn id="44" idx="3"/>
            <a:endCxn id="48" idx="1"/>
          </p:cNvCxnSpPr>
          <p:nvPr/>
        </p:nvCxnSpPr>
        <p:spPr bwMode="auto">
          <a:xfrm>
            <a:off x="3966880" y="4462457"/>
            <a:ext cx="875724" cy="364947"/>
          </a:xfrm>
          <a:prstGeom prst="bentConnector3">
            <a:avLst/>
          </a:prstGeom>
          <a:ln w="2857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dk1"/>
          </a:lnRef>
          <a:fillRef idx="0">
            <a:schemeClr val="dk1"/>
          </a:fillRef>
          <a:effectRef idx="0">
            <a:schemeClr val="dk1"/>
          </a:effectRef>
          <a:fontRef idx="minor">
            <a:schemeClr val="tx1"/>
          </a:fontRef>
        </p:style>
      </p:cxnSp>
      <p:cxnSp>
        <p:nvCxnSpPr>
          <p:cNvPr id="55" name="Verbinder: gewinkelt 54">
            <a:extLst>
              <a:ext uri="{FF2B5EF4-FFF2-40B4-BE49-F238E27FC236}">
                <a16:creationId xmlns:a16="http://schemas.microsoft.com/office/drawing/2014/main" id="{24DEAEEC-1D63-44C4-8F20-2DE902BBC7B3}"/>
              </a:ext>
            </a:extLst>
          </p:cNvPr>
          <p:cNvCxnSpPr>
            <a:cxnSpLocks/>
            <a:stCxn id="45" idx="3"/>
            <a:endCxn id="49" idx="1"/>
          </p:cNvCxnSpPr>
          <p:nvPr/>
        </p:nvCxnSpPr>
        <p:spPr bwMode="auto">
          <a:xfrm flipV="1">
            <a:off x="3966880" y="5420011"/>
            <a:ext cx="875724" cy="268925"/>
          </a:xfrm>
          <a:prstGeom prst="bentConnector3">
            <a:avLst/>
          </a:prstGeom>
          <a:ln w="2857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dk1"/>
          </a:lnRef>
          <a:fillRef idx="0">
            <a:schemeClr val="dk1"/>
          </a:fillRef>
          <a:effectRef idx="0">
            <a:schemeClr val="dk1"/>
          </a:effectRef>
          <a:fontRef idx="minor">
            <a:schemeClr val="tx1"/>
          </a:fontRef>
        </p:style>
      </p:cxnSp>
      <p:cxnSp>
        <p:nvCxnSpPr>
          <p:cNvPr id="56" name="Verbinder: gewinkelt 55">
            <a:extLst>
              <a:ext uri="{FF2B5EF4-FFF2-40B4-BE49-F238E27FC236}">
                <a16:creationId xmlns:a16="http://schemas.microsoft.com/office/drawing/2014/main" id="{A71EFD8D-8712-4DDD-800F-9D1B6A5E1325}"/>
              </a:ext>
            </a:extLst>
          </p:cNvPr>
          <p:cNvCxnSpPr>
            <a:cxnSpLocks/>
          </p:cNvCxnSpPr>
          <p:nvPr/>
        </p:nvCxnSpPr>
        <p:spPr bwMode="auto">
          <a:xfrm flipV="1">
            <a:off x="3095592" y="4437548"/>
            <a:ext cx="295224" cy="729901"/>
          </a:xfrm>
          <a:prstGeom prst="bentConnector3">
            <a:avLst/>
          </a:prstGeom>
          <a:ln w="28575" cap="flat" cmpd="sng" algn="ctr">
            <a:solidFill>
              <a:schemeClr val="accent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grpSp>
        <p:nvGrpSpPr>
          <p:cNvPr id="57" name="Group 53">
            <a:extLst>
              <a:ext uri="{FF2B5EF4-FFF2-40B4-BE49-F238E27FC236}">
                <a16:creationId xmlns:a16="http://schemas.microsoft.com/office/drawing/2014/main" id="{34DEF75F-1949-45CD-821D-6FB283C56F92}"/>
              </a:ext>
            </a:extLst>
          </p:cNvPr>
          <p:cNvGrpSpPr>
            <a:grpSpLocks/>
          </p:cNvGrpSpPr>
          <p:nvPr/>
        </p:nvGrpSpPr>
        <p:grpSpPr bwMode="auto">
          <a:xfrm>
            <a:off x="10100842" y="3954078"/>
            <a:ext cx="1524000" cy="2076450"/>
            <a:chOff x="1224" y="1200"/>
            <a:chExt cx="960" cy="1308"/>
          </a:xfrm>
        </p:grpSpPr>
        <p:grpSp>
          <p:nvGrpSpPr>
            <p:cNvPr id="58" name="Group 31">
              <a:extLst>
                <a:ext uri="{FF2B5EF4-FFF2-40B4-BE49-F238E27FC236}">
                  <a16:creationId xmlns:a16="http://schemas.microsoft.com/office/drawing/2014/main" id="{C20D3DD1-8AAB-4B29-9B2A-2EED6F4BEE21}"/>
                </a:ext>
              </a:extLst>
            </p:cNvPr>
            <p:cNvGrpSpPr>
              <a:grpSpLocks/>
            </p:cNvGrpSpPr>
            <p:nvPr/>
          </p:nvGrpSpPr>
          <p:grpSpPr bwMode="auto">
            <a:xfrm>
              <a:off x="1656" y="1200"/>
              <a:ext cx="528" cy="1308"/>
              <a:chOff x="3456" y="2544"/>
              <a:chExt cx="528" cy="1308"/>
            </a:xfrm>
          </p:grpSpPr>
          <p:grpSp>
            <p:nvGrpSpPr>
              <p:cNvPr id="61" name="Group 32">
                <a:extLst>
                  <a:ext uri="{FF2B5EF4-FFF2-40B4-BE49-F238E27FC236}">
                    <a16:creationId xmlns:a16="http://schemas.microsoft.com/office/drawing/2014/main" id="{1B780E7E-FBB1-499D-A592-1D4092C9C41D}"/>
                  </a:ext>
                </a:extLst>
              </p:cNvPr>
              <p:cNvGrpSpPr>
                <a:grpSpLocks/>
              </p:cNvGrpSpPr>
              <p:nvPr/>
            </p:nvGrpSpPr>
            <p:grpSpPr bwMode="auto">
              <a:xfrm>
                <a:off x="3696" y="2544"/>
                <a:ext cx="288" cy="480"/>
                <a:chOff x="2688" y="1968"/>
                <a:chExt cx="288" cy="480"/>
              </a:xfrm>
            </p:grpSpPr>
            <mc:AlternateContent xmlns:mc="http://schemas.openxmlformats.org/markup-compatibility/2006" xmlns:a14="http://schemas.microsoft.com/office/drawing/2010/main">
              <mc:Choice Requires="a14">
                <p:sp>
                  <p:nvSpPr>
                    <p:cNvPr id="68" name="Text Box 33">
                      <a:extLst>
                        <a:ext uri="{FF2B5EF4-FFF2-40B4-BE49-F238E27FC236}">
                          <a16:creationId xmlns:a16="http://schemas.microsoft.com/office/drawing/2014/main" id="{941FF7A7-424E-45BE-80AA-05B8110E606C}"/>
                        </a:ext>
                      </a:extLst>
                    </p:cNvPr>
                    <p:cNvSpPr txBox="1">
                      <a:spLocks noChangeArrowheads="1"/>
                    </p:cNvSpPr>
                    <p:nvPr/>
                  </p:nvSpPr>
                  <p:spPr bwMode="auto">
                    <a:xfrm>
                      <a:off x="2688" y="1968"/>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𝑏</m:t>
                            </m:r>
                          </m:oMath>
                        </m:oMathPara>
                      </a14:m>
                      <a:endParaRPr lang="de-DE" altLang="de-DE" sz="2000">
                        <a:solidFill>
                          <a:srgbClr val="000000"/>
                        </a:solidFill>
                      </a:endParaRPr>
                    </a:p>
                  </p:txBody>
                </p:sp>
              </mc:Choice>
              <mc:Fallback xmlns="">
                <p:sp>
                  <p:nvSpPr>
                    <p:cNvPr id="24" name="Text Box 33"/>
                    <p:cNvSpPr txBox="1">
                      <a:spLocks noRot="1" noChangeAspect="1" noMove="1" noResize="1" noEditPoints="1" noAdjustHandles="1" noChangeArrowheads="1" noChangeShapeType="1" noTextEdit="1"/>
                    </p:cNvSpPr>
                    <p:nvPr/>
                  </p:nvSpPr>
                  <p:spPr bwMode="auto">
                    <a:xfrm>
                      <a:off x="2688" y="1968"/>
                      <a:ext cx="288" cy="252"/>
                    </a:xfrm>
                    <a:prstGeom prst="rect">
                      <a:avLst/>
                    </a:prstGeom>
                    <a:blipFill>
                      <a:blip r:embed="rId10"/>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69" name="Line 34">
                  <a:extLst>
                    <a:ext uri="{FF2B5EF4-FFF2-40B4-BE49-F238E27FC236}">
                      <a16:creationId xmlns:a16="http://schemas.microsoft.com/office/drawing/2014/main" id="{CBB84C7A-7770-48FF-9CDA-EC8096437ABF}"/>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p:grpSp>
            <p:nvGrpSpPr>
              <p:cNvPr id="62" name="Group 35">
                <a:extLst>
                  <a:ext uri="{FF2B5EF4-FFF2-40B4-BE49-F238E27FC236}">
                    <a16:creationId xmlns:a16="http://schemas.microsoft.com/office/drawing/2014/main" id="{265538D3-CF6F-4609-A65A-AD65EEC7CA8A}"/>
                  </a:ext>
                </a:extLst>
              </p:cNvPr>
              <p:cNvGrpSpPr>
                <a:grpSpLocks/>
              </p:cNvGrpSpPr>
              <p:nvPr/>
            </p:nvGrpSpPr>
            <p:grpSpPr bwMode="auto">
              <a:xfrm>
                <a:off x="3456" y="2544"/>
                <a:ext cx="288" cy="480"/>
                <a:chOff x="2688" y="1968"/>
                <a:chExt cx="288" cy="480"/>
              </a:xfrm>
            </p:grpSpPr>
            <mc:AlternateContent xmlns:mc="http://schemas.openxmlformats.org/markup-compatibility/2006" xmlns:a14="http://schemas.microsoft.com/office/drawing/2010/main">
              <mc:Choice Requires="a14">
                <p:sp>
                  <p:nvSpPr>
                    <p:cNvPr id="66" name="Text Box 36">
                      <a:extLst>
                        <a:ext uri="{FF2B5EF4-FFF2-40B4-BE49-F238E27FC236}">
                          <a16:creationId xmlns:a16="http://schemas.microsoft.com/office/drawing/2014/main" id="{AF9EDEE1-4236-4AE2-8F1B-5E76BEA8C2A8}"/>
                        </a:ext>
                      </a:extLst>
                    </p:cNvPr>
                    <p:cNvSpPr txBox="1">
                      <a:spLocks noChangeArrowheads="1"/>
                    </p:cNvSpPr>
                    <p:nvPr/>
                  </p:nvSpPr>
                  <p:spPr bwMode="auto">
                    <a:xfrm>
                      <a:off x="2688" y="1968"/>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𝑎</m:t>
                            </m:r>
                          </m:oMath>
                        </m:oMathPara>
                      </a14:m>
                      <a:endParaRPr lang="de-DE" altLang="de-DE" sz="2000">
                        <a:solidFill>
                          <a:srgbClr val="000000"/>
                        </a:solidFill>
                      </a:endParaRPr>
                    </a:p>
                  </p:txBody>
                </p:sp>
              </mc:Choice>
              <mc:Fallback xmlns="">
                <p:sp>
                  <p:nvSpPr>
                    <p:cNvPr id="22" name="Text Box 36"/>
                    <p:cNvSpPr txBox="1">
                      <a:spLocks noRot="1" noChangeAspect="1" noMove="1" noResize="1" noEditPoints="1" noAdjustHandles="1" noChangeArrowheads="1" noChangeShapeType="1" noTextEdit="1"/>
                    </p:cNvSpPr>
                    <p:nvPr/>
                  </p:nvSpPr>
                  <p:spPr bwMode="auto">
                    <a:xfrm>
                      <a:off x="2688" y="1968"/>
                      <a:ext cx="288" cy="252"/>
                    </a:xfrm>
                    <a:prstGeom prst="rect">
                      <a:avLst/>
                    </a:prstGeom>
                    <a:blipFill>
                      <a:blip r:embed="rId11"/>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67" name="Line 37">
                  <a:extLst>
                    <a:ext uri="{FF2B5EF4-FFF2-40B4-BE49-F238E27FC236}">
                      <a16:creationId xmlns:a16="http://schemas.microsoft.com/office/drawing/2014/main" id="{668D9F94-9B5E-4D73-8C2A-A3E2201E88EF}"/>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63" name="Text Box 38">
                    <a:extLst>
                      <a:ext uri="{FF2B5EF4-FFF2-40B4-BE49-F238E27FC236}">
                        <a16:creationId xmlns:a16="http://schemas.microsoft.com/office/drawing/2014/main" id="{1452AFA4-46A5-4614-B6E7-348F06F6111B}"/>
                      </a:ext>
                    </a:extLst>
                  </p:cNvPr>
                  <p:cNvSpPr txBox="1">
                    <a:spLocks noChangeArrowheads="1"/>
                  </p:cNvSpPr>
                  <p:nvPr/>
                </p:nvSpPr>
                <p:spPr bwMode="auto">
                  <a:xfrm>
                    <a:off x="3600" y="3600"/>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𝑠</m:t>
                          </m:r>
                        </m:oMath>
                      </m:oMathPara>
                    </a14:m>
                    <a:endParaRPr lang="de-DE" altLang="de-DE" sz="2000">
                      <a:solidFill>
                        <a:srgbClr val="000000"/>
                      </a:solidFill>
                    </a:endParaRPr>
                  </a:p>
                </p:txBody>
              </p:sp>
            </mc:Choice>
            <mc:Fallback xmlns="">
              <p:sp>
                <p:nvSpPr>
                  <p:cNvPr id="19" name="Text Box 38"/>
                  <p:cNvSpPr txBox="1">
                    <a:spLocks noRot="1" noChangeAspect="1" noMove="1" noResize="1" noEditPoints="1" noAdjustHandles="1" noChangeArrowheads="1" noChangeShapeType="1" noTextEdit="1"/>
                  </p:cNvSpPr>
                  <p:nvPr/>
                </p:nvSpPr>
                <p:spPr bwMode="auto">
                  <a:xfrm>
                    <a:off x="3600" y="3600"/>
                    <a:ext cx="288" cy="252"/>
                  </a:xfrm>
                  <a:prstGeom prst="rect">
                    <a:avLst/>
                  </a:prstGeom>
                  <a:blipFill>
                    <a:blip r:embed="rId1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64" name="Line 39">
                <a:extLst>
                  <a:ext uri="{FF2B5EF4-FFF2-40B4-BE49-F238E27FC236}">
                    <a16:creationId xmlns:a16="http://schemas.microsoft.com/office/drawing/2014/main" id="{86E70797-7F89-4347-9CDC-18A7D36DAED2}"/>
                  </a:ext>
                </a:extLst>
              </p:cNvPr>
              <p:cNvSpPr>
                <a:spLocks noChangeShapeType="1"/>
              </p:cNvSpPr>
              <p:nvPr/>
            </p:nvSpPr>
            <p:spPr bwMode="auto">
              <a:xfrm>
                <a:off x="3744" y="3369"/>
                <a:ext cx="0" cy="2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65" name="Text Box 40">
                <a:extLst>
                  <a:ext uri="{FF2B5EF4-FFF2-40B4-BE49-F238E27FC236}">
                    <a16:creationId xmlns:a16="http://schemas.microsoft.com/office/drawing/2014/main" id="{A6B28481-6181-4276-9CC0-D2F72CC0CDCC}"/>
                  </a:ext>
                </a:extLst>
              </p:cNvPr>
              <p:cNvSpPr txBox="1">
                <a:spLocks noChangeArrowheads="1"/>
              </p:cNvSpPr>
              <p:nvPr/>
            </p:nvSpPr>
            <p:spPr bwMode="auto">
              <a:xfrm>
                <a:off x="3504" y="3024"/>
                <a:ext cx="480" cy="345"/>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defRPr/>
                </a:pPr>
                <a:r>
                  <a:rPr lang="de-DE" altLang="de-DE" sz="2000">
                    <a:solidFill>
                      <a:srgbClr val="000000"/>
                    </a:solidFill>
                  </a:rPr>
                  <a:t>HA</a:t>
                </a:r>
              </a:p>
            </p:txBody>
          </p:sp>
        </p:grpSp>
        <p:sp>
          <p:nvSpPr>
            <p:cNvPr id="59" name="Line 43">
              <a:extLst>
                <a:ext uri="{FF2B5EF4-FFF2-40B4-BE49-F238E27FC236}">
                  <a16:creationId xmlns:a16="http://schemas.microsoft.com/office/drawing/2014/main" id="{10E389A5-EB24-4C02-9DB4-DE05686681E3}"/>
                </a:ext>
              </a:extLst>
            </p:cNvPr>
            <p:cNvSpPr>
              <a:spLocks noChangeShapeType="1"/>
            </p:cNvSpPr>
            <p:nvPr/>
          </p:nvSpPr>
          <p:spPr bwMode="auto">
            <a:xfrm flipH="1">
              <a:off x="1224" y="1872"/>
              <a:ext cx="480"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mc:AlternateContent xmlns:mc="http://schemas.openxmlformats.org/markup-compatibility/2006" xmlns:a14="http://schemas.microsoft.com/office/drawing/2010/main">
          <mc:Choice Requires="a14">
            <p:sp>
              <p:nvSpPr>
                <p:cNvPr id="60" name="Text Box 44">
                  <a:extLst>
                    <a:ext uri="{FF2B5EF4-FFF2-40B4-BE49-F238E27FC236}">
                      <a16:creationId xmlns:a16="http://schemas.microsoft.com/office/drawing/2014/main" id="{0A5CDF6E-C2FB-4DE1-9BC3-A277F0E3D771}"/>
                    </a:ext>
                  </a:extLst>
                </p:cNvPr>
                <p:cNvSpPr txBox="1">
                  <a:spLocks noChangeArrowheads="1"/>
                </p:cNvSpPr>
                <p:nvPr/>
              </p:nvSpPr>
              <p:spPr bwMode="auto">
                <a:xfrm>
                  <a:off x="1283" y="1862"/>
                  <a:ext cx="288" cy="252"/>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a:solidFill>
                        <a:srgbClr val="000000"/>
                      </a:solidFill>
                    </a:rPr>
                    <a:t>     </a:t>
                  </a:r>
                </a:p>
              </p:txBody>
            </p:sp>
          </mc:Choice>
          <mc:Fallback xmlns="">
            <p:sp>
              <p:nvSpPr>
                <p:cNvPr id="16" name="Text Box 44"/>
                <p:cNvSpPr txBox="1">
                  <a:spLocks noRot="1" noChangeAspect="1" noMove="1" noResize="1" noEditPoints="1" noAdjustHandles="1" noChangeArrowheads="1" noChangeShapeType="1" noTextEdit="1"/>
                </p:cNvSpPr>
                <p:nvPr/>
              </p:nvSpPr>
              <p:spPr bwMode="auto">
                <a:xfrm>
                  <a:off x="1283" y="1862"/>
                  <a:ext cx="288" cy="252"/>
                </a:xfrm>
                <a:prstGeom prst="rect">
                  <a:avLst/>
                </a:prstGeom>
                <a:blipFill>
                  <a:blip r:embed="rId13"/>
                  <a:stretch>
                    <a:fillRect l="-12000" r="-8000" b="-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grpSp>
      <p:sp>
        <p:nvSpPr>
          <p:cNvPr id="70" name="Textfeld 5">
            <a:extLst>
              <a:ext uri="{FF2B5EF4-FFF2-40B4-BE49-F238E27FC236}">
                <a16:creationId xmlns:a16="http://schemas.microsoft.com/office/drawing/2014/main" id="{0187E856-0DD8-476A-B5F2-3D48BD44E315}"/>
              </a:ext>
            </a:extLst>
          </p:cNvPr>
          <p:cNvSpPr txBox="1">
            <a:spLocks noChangeArrowheads="1"/>
          </p:cNvSpPr>
          <p:nvPr/>
        </p:nvSpPr>
        <p:spPr bwMode="auto">
          <a:xfrm>
            <a:off x="9278100" y="4131821"/>
            <a:ext cx="13697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a:t>HA-Modul:</a:t>
            </a:r>
          </a:p>
        </p:txBody>
      </p:sp>
    </p:spTree>
    <p:extLst>
      <p:ext uri="{BB962C8B-B14F-4D97-AF65-F5344CB8AC3E}">
        <p14:creationId xmlns:p14="http://schemas.microsoft.com/office/powerpoint/2010/main" val="55051434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err="1"/>
              <a:t>Volladdierer</a:t>
            </a:r>
            <a:r>
              <a:rPr lang="de-DE" sz="3600" dirty="0"/>
              <a:t> (</a:t>
            </a:r>
            <a:r>
              <a:rPr lang="de-DE" sz="3600" dirty="0" err="1"/>
              <a:t>Full</a:t>
            </a:r>
            <a:r>
              <a:rPr lang="de-DE" sz="3600" dirty="0"/>
              <a:t> </a:t>
            </a:r>
            <a:r>
              <a:rPr lang="de-DE" sz="3600" dirty="0" err="1"/>
              <a:t>Adder</a:t>
            </a:r>
            <a:r>
              <a:rPr lang="de-DE" sz="3600" dirty="0"/>
              <a:t>) </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12709DF8-9E7B-417D-9017-5C0946FFE66F}"/>
                  </a:ext>
                </a:extLst>
              </p:cNvPr>
              <p:cNvSpPr>
                <a:spLocks noGrp="1"/>
              </p:cNvSpPr>
              <p:nvPr>
                <p:ph idx="1"/>
              </p:nvPr>
            </p:nvSpPr>
            <p:spPr>
              <a:xfrm>
                <a:off x="160867" y="1825625"/>
                <a:ext cx="4901327" cy="4351338"/>
              </a:xfrm>
            </p:spPr>
            <p:txBody>
              <a:bodyPr>
                <a:normAutofit/>
              </a:bodyPr>
              <a:lstStyle/>
              <a:p>
                <a:r>
                  <a:rPr lang="de-DE" dirty="0"/>
                  <a:t>Ein </a:t>
                </a:r>
                <a:r>
                  <a:rPr lang="de-DE" dirty="0" err="1"/>
                  <a:t>Volladdierer</a:t>
                </a:r>
                <a:r>
                  <a:rPr lang="de-DE" dirty="0"/>
                  <a:t> kann drei Bits addieren</a:t>
                </a:r>
              </a:p>
              <a:p>
                <a:pPr lvl="1"/>
                <a:r>
                  <a:rPr lang="de-DE" dirty="0"/>
                  <a:t>A</a:t>
                </a:r>
              </a:p>
              <a:p>
                <a:pPr lvl="1"/>
                <a:r>
                  <a:rPr lang="de-DE" dirty="0"/>
                  <a:t>B</a:t>
                </a:r>
              </a:p>
              <a:p>
                <a:pPr lvl="1"/>
                <a:r>
                  <a:rPr lang="de-DE" dirty="0"/>
                  <a:t>Carry-in (Übertrag aus der vorherigen Stelle)</a:t>
                </a:r>
              </a:p>
              <a:p>
                <a:r>
                  <a:rPr lang="de-DE" dirty="0"/>
                  <a:t>Ausgänge</a:t>
                </a:r>
                <a:r>
                  <a:rPr lang="de-DE" dirty="0">
                    <a:sym typeface="Wingdings" panose="05000000000000000000" pitchFamily="2" charset="2"/>
                  </a:rPr>
                  <a:t> S (Summe) | </a:t>
                </a:r>
                <a14:m>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oMath>
                </a14:m>
                <a:r>
                  <a:rPr lang="de-DE" dirty="0">
                    <a:sym typeface="Wingdings" panose="05000000000000000000" pitchFamily="2" charset="2"/>
                  </a:rPr>
                  <a:t>(Übertrag für die nächste Stelle)</a:t>
                </a:r>
              </a:p>
            </p:txBody>
          </p:sp>
        </mc:Choice>
        <mc:Fallback xmlns="">
          <p:sp>
            <p:nvSpPr>
              <p:cNvPr id="3" name="Inhaltsplatzhalter 2">
                <a:extLst>
                  <a:ext uri="{FF2B5EF4-FFF2-40B4-BE49-F238E27FC236}">
                    <a16:creationId xmlns:a16="http://schemas.microsoft.com/office/drawing/2014/main" id="{12709DF8-9E7B-417D-9017-5C0946FFE66F}"/>
                  </a:ext>
                </a:extLst>
              </p:cNvPr>
              <p:cNvSpPr>
                <a:spLocks noGrp="1" noRot="1" noChangeAspect="1" noMove="1" noResize="1" noEditPoints="1" noAdjustHandles="1" noChangeArrowheads="1" noChangeShapeType="1" noTextEdit="1"/>
              </p:cNvSpPr>
              <p:nvPr>
                <p:ph idx="1"/>
              </p:nvPr>
            </p:nvSpPr>
            <p:spPr>
              <a:xfrm>
                <a:off x="160867" y="1825625"/>
                <a:ext cx="4901327" cy="4351338"/>
              </a:xfrm>
              <a:blipFill>
                <a:blip r:embed="rId2"/>
                <a:stretch>
                  <a:fillRect l="-2239" t="-2381"/>
                </a:stretch>
              </a:blipFill>
            </p:spPr>
            <p:txBody>
              <a:bodyPr/>
              <a:lstStyle/>
              <a:p>
                <a:r>
                  <a:rPr lang="de-DE">
                    <a:noFill/>
                  </a:rPr>
                  <a:t> </a:t>
                </a:r>
              </a:p>
            </p:txBody>
          </p:sp>
        </mc:Fallback>
      </mc:AlternateContent>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p:pic>
        <p:nvPicPr>
          <p:cNvPr id="5" name="Grafik 4">
            <a:extLst>
              <a:ext uri="{FF2B5EF4-FFF2-40B4-BE49-F238E27FC236}">
                <a16:creationId xmlns:a16="http://schemas.microsoft.com/office/drawing/2014/main" id="{72EBBEEC-63A7-47FC-8BBD-FCB554E76DDA}"/>
              </a:ext>
            </a:extLst>
          </p:cNvPr>
          <p:cNvPicPr>
            <a:picLocks noChangeAspect="1"/>
          </p:cNvPicPr>
          <p:nvPr/>
        </p:nvPicPr>
        <p:blipFill>
          <a:blip r:embed="rId4"/>
          <a:stretch>
            <a:fillRect/>
          </a:stretch>
        </p:blipFill>
        <p:spPr>
          <a:xfrm>
            <a:off x="5207241" y="1966912"/>
            <a:ext cx="6823892" cy="2162096"/>
          </a:xfrm>
          <a:prstGeom prst="rect">
            <a:avLst/>
          </a:prstGeom>
        </p:spPr>
      </p:pic>
      <p:pic>
        <p:nvPicPr>
          <p:cNvPr id="7" name="Grafik 6">
            <a:extLst>
              <a:ext uri="{FF2B5EF4-FFF2-40B4-BE49-F238E27FC236}">
                <a16:creationId xmlns:a16="http://schemas.microsoft.com/office/drawing/2014/main" id="{2D9701BA-1EDF-4973-A16C-0D5AC17DA791}"/>
              </a:ext>
            </a:extLst>
          </p:cNvPr>
          <p:cNvPicPr>
            <a:picLocks noChangeAspect="1"/>
          </p:cNvPicPr>
          <p:nvPr/>
        </p:nvPicPr>
        <p:blipFill>
          <a:blip r:embed="rId5"/>
          <a:stretch>
            <a:fillRect/>
          </a:stretch>
        </p:blipFill>
        <p:spPr>
          <a:xfrm>
            <a:off x="4945693" y="4636130"/>
            <a:ext cx="3458058" cy="1476581"/>
          </a:xfrm>
          <a:prstGeom prst="rect">
            <a:avLst/>
          </a:prstGeom>
        </p:spPr>
      </p:pic>
      <p:pic>
        <p:nvPicPr>
          <p:cNvPr id="8" name="Grafik 7">
            <a:extLst>
              <a:ext uri="{FF2B5EF4-FFF2-40B4-BE49-F238E27FC236}">
                <a16:creationId xmlns:a16="http://schemas.microsoft.com/office/drawing/2014/main" id="{970EC24E-3A57-4CCD-AF25-FDA63A82AB6F}"/>
              </a:ext>
            </a:extLst>
          </p:cNvPr>
          <p:cNvPicPr>
            <a:picLocks noChangeAspect="1"/>
          </p:cNvPicPr>
          <p:nvPr/>
        </p:nvPicPr>
        <p:blipFill>
          <a:blip r:embed="rId6"/>
          <a:stretch>
            <a:fillRect/>
          </a:stretch>
        </p:blipFill>
        <p:spPr>
          <a:xfrm>
            <a:off x="4945693" y="4257510"/>
            <a:ext cx="5725324" cy="314369"/>
          </a:xfrm>
          <a:prstGeom prst="rect">
            <a:avLst/>
          </a:prstGeom>
        </p:spPr>
      </p:pic>
    </p:spTree>
    <p:extLst>
      <p:ext uri="{BB962C8B-B14F-4D97-AF65-F5344CB8AC3E}">
        <p14:creationId xmlns:p14="http://schemas.microsoft.com/office/powerpoint/2010/main" val="114334966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Addieren mehrstelliger Binärzahlen</a:t>
            </a:r>
          </a:p>
        </p:txBody>
      </p:sp>
      <p:sp>
        <p:nvSpPr>
          <p:cNvPr id="3" name="Inhaltsplatzhalter 2">
            <a:extLst>
              <a:ext uri="{FF2B5EF4-FFF2-40B4-BE49-F238E27FC236}">
                <a16:creationId xmlns:a16="http://schemas.microsoft.com/office/drawing/2014/main" id="{12709DF8-9E7B-417D-9017-5C0946FFE66F}"/>
              </a:ext>
            </a:extLst>
          </p:cNvPr>
          <p:cNvSpPr>
            <a:spLocks noGrp="1"/>
          </p:cNvSpPr>
          <p:nvPr>
            <p:ph idx="1"/>
          </p:nvPr>
        </p:nvSpPr>
        <p:spPr>
          <a:xfrm>
            <a:off x="160867" y="1825625"/>
            <a:ext cx="11811174" cy="4351338"/>
          </a:xfrm>
        </p:spPr>
        <p:txBody>
          <a:bodyPr>
            <a:normAutofit/>
          </a:bodyPr>
          <a:lstStyle/>
          <a:p>
            <a:r>
              <a:rPr lang="de-DE" dirty="0"/>
              <a:t>Man möchte zum Beispiel 1101+1001 addieren.</a:t>
            </a:r>
          </a:p>
          <a:p>
            <a:pPr>
              <a:buFont typeface="Wingdings" panose="05000000000000000000" pitchFamily="2" charset="2"/>
              <a:buChar char="à"/>
            </a:pPr>
            <a:r>
              <a:rPr lang="de-DE" dirty="0">
                <a:sym typeface="Wingdings" panose="05000000000000000000" pitchFamily="2" charset="2"/>
              </a:rPr>
              <a:t>Benötigt: Kette von </a:t>
            </a:r>
            <a:r>
              <a:rPr lang="de-DE" dirty="0" err="1">
                <a:sym typeface="Wingdings" panose="05000000000000000000" pitchFamily="2" charset="2"/>
              </a:rPr>
              <a:t>Volladdierern</a:t>
            </a:r>
            <a:r>
              <a:rPr lang="de-DE" dirty="0">
                <a:sym typeface="Wingdings" panose="05000000000000000000" pitchFamily="2" charset="2"/>
              </a:rPr>
              <a:t> (Ripple-Carry-</a:t>
            </a:r>
            <a:r>
              <a:rPr lang="de-DE" dirty="0" err="1">
                <a:sym typeface="Wingdings" panose="05000000000000000000" pitchFamily="2" charset="2"/>
              </a:rPr>
              <a:t>Adder</a:t>
            </a:r>
            <a:r>
              <a:rPr lang="de-DE" dirty="0">
                <a:sym typeface="Wingdings" panose="05000000000000000000" pitchFamily="2" charset="2"/>
              </a:rPr>
              <a:t>)</a:t>
            </a:r>
          </a:p>
          <a:p>
            <a:pPr lvl="1"/>
            <a:r>
              <a:rPr lang="de-DE" dirty="0">
                <a:sym typeface="Wingdings" panose="05000000000000000000" pitchFamily="2" charset="2"/>
              </a:rPr>
              <a:t>Jede Bitstelle bekommt ihren eigenen </a:t>
            </a:r>
            <a:r>
              <a:rPr lang="de-DE" dirty="0" err="1">
                <a:sym typeface="Wingdings" panose="05000000000000000000" pitchFamily="2" charset="2"/>
              </a:rPr>
              <a:t>Volladdierer</a:t>
            </a:r>
            <a:endParaRPr lang="de-DE" dirty="0">
              <a:sym typeface="Wingdings" panose="05000000000000000000" pitchFamily="2" charset="2"/>
            </a:endParaRPr>
          </a:p>
          <a:p>
            <a:pPr lvl="1"/>
            <a:r>
              <a:rPr lang="de-DE" dirty="0">
                <a:sym typeface="Wingdings" panose="05000000000000000000" pitchFamily="2" charset="2"/>
              </a:rPr>
              <a:t>Der carry-out einer Stelle wird zum carry-in der nächsten</a:t>
            </a:r>
          </a:p>
          <a:p>
            <a:r>
              <a:rPr lang="de-DE" dirty="0">
                <a:sym typeface="Wingdings" panose="05000000000000000000" pitchFamily="2" charset="2"/>
              </a:rPr>
              <a:t>Computer kann also zahlen in beliebiger Länge addieren</a:t>
            </a:r>
            <a:endParaRPr lang="de-DE" dirty="0"/>
          </a:p>
          <a:p>
            <a:pPr lvl="1"/>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p:spTree>
    <p:extLst>
      <p:ext uri="{BB962C8B-B14F-4D97-AF65-F5344CB8AC3E}">
        <p14:creationId xmlns:p14="http://schemas.microsoft.com/office/powerpoint/2010/main" val="371952726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altLang="de-DE" sz="3600" dirty="0"/>
              <a:t>Addierschaltung: </a:t>
            </a:r>
            <a:r>
              <a:rPr lang="de-DE" altLang="de-DE" sz="3600" dirty="0" err="1"/>
              <a:t>Volladdierer</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0274" y="197169"/>
            <a:ext cx="525054" cy="1235797"/>
          </a:xfrm>
          <a:prstGeom prst="rect">
            <a:avLst/>
          </a:prstGeom>
        </p:spPr>
      </p:pic>
      <p:sp>
        <p:nvSpPr>
          <p:cNvPr id="44" name="Text Box 17">
            <a:extLst>
              <a:ext uri="{FF2B5EF4-FFF2-40B4-BE49-F238E27FC236}">
                <a16:creationId xmlns:a16="http://schemas.microsoft.com/office/drawing/2014/main" id="{EC6310DA-E771-415E-A87D-25AD71BF21C0}"/>
              </a:ext>
            </a:extLst>
          </p:cNvPr>
          <p:cNvSpPr txBox="1">
            <a:spLocks noChangeArrowheads="1"/>
          </p:cNvSpPr>
          <p:nvPr/>
        </p:nvSpPr>
        <p:spPr bwMode="auto">
          <a:xfrm>
            <a:off x="160867" y="1601354"/>
            <a:ext cx="5113784" cy="1999330"/>
          </a:xfrm>
          <a:prstGeom prst="rect">
            <a:avLst/>
          </a:prstGeom>
          <a:solidFill>
            <a:schemeClr val="accent5">
              <a:lumMod val="40000"/>
              <a:lumOff val="60000"/>
            </a:schemeClr>
          </a:solidFill>
          <a:ln>
            <a:noFill/>
          </a:ln>
          <a:effectLst>
            <a:prstShdw prst="shdw17" dist="17961" dir="2700000">
              <a:srgbClr val="97998C"/>
            </a:prstShdw>
          </a:effectLs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50000"/>
              </a:lnSpc>
              <a:spcBef>
                <a:spcPct val="0"/>
              </a:spcBef>
              <a:buSzTx/>
              <a:buNone/>
            </a:pPr>
            <a:r>
              <a:rPr lang="de-DE" altLang="de-DE" sz="2000" dirty="0"/>
              <a:t>Ein Volladdierer:</a:t>
            </a:r>
          </a:p>
          <a:p>
            <a:pPr marL="342900" indent="-342900">
              <a:lnSpc>
                <a:spcPct val="150000"/>
              </a:lnSpc>
              <a:buFont typeface="Arial" panose="020B0604020202020204" pitchFamily="34" charset="0"/>
              <a:buChar char="•"/>
            </a:pPr>
            <a:r>
              <a:rPr lang="de-DE" altLang="de-DE" sz="2000" dirty="0"/>
              <a:t>kann zwei Dualzahlen addieren und den _______ berücksichtigen</a:t>
            </a:r>
          </a:p>
          <a:p>
            <a:pPr marL="342900" indent="-342900">
              <a:lnSpc>
                <a:spcPct val="150000"/>
              </a:lnSpc>
              <a:buFont typeface="Arial" panose="020B0604020202020204" pitchFamily="34" charset="0"/>
              <a:buChar char="•"/>
            </a:pPr>
            <a:r>
              <a:rPr lang="de-DE" altLang="de-DE" sz="2000" dirty="0"/>
              <a:t>er besteht aus zwei _______</a:t>
            </a:r>
            <a:endParaRPr lang="de-DE" altLang="de-DE" sz="2000" dirty="0">
              <a:solidFill>
                <a:srgbClr val="000000"/>
              </a:solidFill>
            </a:endParaRPr>
          </a:p>
        </p:txBody>
      </p:sp>
      <p:sp>
        <p:nvSpPr>
          <p:cNvPr id="45" name="Textfeld 9">
            <a:extLst>
              <a:ext uri="{FF2B5EF4-FFF2-40B4-BE49-F238E27FC236}">
                <a16:creationId xmlns:a16="http://schemas.microsoft.com/office/drawing/2014/main" id="{4BC85A5A-25C5-43AA-87CB-0D80A791D282}"/>
              </a:ext>
            </a:extLst>
          </p:cNvPr>
          <p:cNvSpPr txBox="1">
            <a:spLocks noChangeArrowheads="1"/>
          </p:cNvSpPr>
          <p:nvPr/>
        </p:nvSpPr>
        <p:spPr bwMode="auto">
          <a:xfrm>
            <a:off x="909042" y="3692373"/>
            <a:ext cx="16414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u="sng"/>
              <a:t>Grundgatter:</a:t>
            </a:r>
          </a:p>
        </p:txBody>
      </p:sp>
      <p:sp>
        <p:nvSpPr>
          <p:cNvPr id="46" name="Textfeld 5">
            <a:extLst>
              <a:ext uri="{FF2B5EF4-FFF2-40B4-BE49-F238E27FC236}">
                <a16:creationId xmlns:a16="http://schemas.microsoft.com/office/drawing/2014/main" id="{A0ED8F24-22D5-4F4B-ACAA-B91DF4F593C6}"/>
              </a:ext>
            </a:extLst>
          </p:cNvPr>
          <p:cNvSpPr txBox="1">
            <a:spLocks noChangeArrowheads="1"/>
          </p:cNvSpPr>
          <p:nvPr/>
        </p:nvSpPr>
        <p:spPr bwMode="auto">
          <a:xfrm>
            <a:off x="7324146" y="4299228"/>
            <a:ext cx="13697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dirty="0"/>
              <a:t>VA-Modul:</a:t>
            </a:r>
          </a:p>
        </p:txBody>
      </p:sp>
      <mc:AlternateContent xmlns:mc="http://schemas.openxmlformats.org/markup-compatibility/2006" xmlns:a14="http://schemas.microsoft.com/office/drawing/2010/main">
        <mc:Choice Requires="a14">
          <p:graphicFrame>
            <p:nvGraphicFramePr>
              <p:cNvPr id="47" name="Group 153">
                <a:extLst>
                  <a:ext uri="{FF2B5EF4-FFF2-40B4-BE49-F238E27FC236}">
                    <a16:creationId xmlns:a16="http://schemas.microsoft.com/office/drawing/2014/main" id="{423B96F6-41D7-4B34-9CD5-B68A1CF3B511}"/>
                  </a:ext>
                </a:extLst>
              </p:cNvPr>
              <p:cNvGraphicFramePr>
                <a:graphicFrameLocks noGrp="1"/>
              </p:cNvGraphicFramePr>
              <p:nvPr>
                <p:extLst>
                  <p:ext uri="{D42A27DB-BD31-4B8C-83A1-F6EECF244321}">
                    <p14:modId xmlns:p14="http://schemas.microsoft.com/office/powerpoint/2010/main" val="3075147944"/>
                  </p:ext>
                </p:extLst>
              </p:nvPr>
            </p:nvGraphicFramePr>
            <p:xfrm>
              <a:off x="9059333" y="1176428"/>
              <a:ext cx="2971800" cy="3086100"/>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tblGrid>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𝑎</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𝑏</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b="0" i="1" smtClean="0">
                                        <a:solidFill>
                                          <a:srgbClr val="000000"/>
                                        </a:solidFill>
                                        <a:latin typeface="Cambria Math" panose="02040503050406030204" pitchFamily="18" charset="0"/>
                                      </a:rPr>
                                      <m:t>𝑖𝑛</m:t>
                                    </m:r>
                                  </m:sub>
                                </m:sSub>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𝑠</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m:oMathPara>
                          </a14:m>
                          <a:endParaRPr kumimoji="0" lang="de-DE" alt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7"/>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8"/>
                      </a:ext>
                    </a:extLst>
                  </a:tr>
                </a:tbl>
              </a:graphicData>
            </a:graphic>
          </p:graphicFrame>
        </mc:Choice>
        <mc:Fallback xmlns="">
          <p:graphicFrame>
            <p:nvGraphicFramePr>
              <p:cNvPr id="47" name="Group 153">
                <a:extLst>
                  <a:ext uri="{FF2B5EF4-FFF2-40B4-BE49-F238E27FC236}">
                    <a16:creationId xmlns:a16="http://schemas.microsoft.com/office/drawing/2014/main" id="{423B96F6-41D7-4B34-9CD5-B68A1CF3B511}"/>
                  </a:ext>
                </a:extLst>
              </p:cNvPr>
              <p:cNvGraphicFramePr>
                <a:graphicFrameLocks noGrp="1"/>
              </p:cNvGraphicFramePr>
              <p:nvPr>
                <p:extLst>
                  <p:ext uri="{D42A27DB-BD31-4B8C-83A1-F6EECF244321}">
                    <p14:modId xmlns:p14="http://schemas.microsoft.com/office/powerpoint/2010/main" val="3075147944"/>
                  </p:ext>
                </p:extLst>
              </p:nvPr>
            </p:nvGraphicFramePr>
            <p:xfrm>
              <a:off x="9059333" y="1176428"/>
              <a:ext cx="2971800" cy="3086100"/>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tblGrid>
                  <a:tr h="342900">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000" t="-1786" r="-390000" b="-84642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14773" t="-1786" r="-343182" b="-84642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89000" t="-1786" r="-202000" b="-84642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289000" t="-1786" r="-102000" b="-846429"/>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389000" t="-1786" r="-2000" b="-846429"/>
                          </a:stretch>
                        </a:blip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7"/>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8"/>
                      </a:ext>
                    </a:extLst>
                  </a:tr>
                </a:tbl>
              </a:graphicData>
            </a:graphic>
          </p:graphicFrame>
        </mc:Fallback>
      </mc:AlternateContent>
      <p:sp>
        <p:nvSpPr>
          <p:cNvPr id="48" name="Rechteck 47">
            <a:extLst>
              <a:ext uri="{FF2B5EF4-FFF2-40B4-BE49-F238E27FC236}">
                <a16:creationId xmlns:a16="http://schemas.microsoft.com/office/drawing/2014/main" id="{A20794D5-6CB5-4DF0-B892-F8FD6030FEAA}"/>
              </a:ext>
            </a:extLst>
          </p:cNvPr>
          <p:cNvSpPr/>
          <p:nvPr/>
        </p:nvSpPr>
        <p:spPr bwMode="auto">
          <a:xfrm>
            <a:off x="2189931" y="4691891"/>
            <a:ext cx="523695"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sp>
        <p:nvSpPr>
          <p:cNvPr id="49" name="Rechteck 48">
            <a:extLst>
              <a:ext uri="{FF2B5EF4-FFF2-40B4-BE49-F238E27FC236}">
                <a16:creationId xmlns:a16="http://schemas.microsoft.com/office/drawing/2014/main" id="{821BAC43-45A3-47FB-A72A-A4C8E431F590}"/>
              </a:ext>
            </a:extLst>
          </p:cNvPr>
          <p:cNvSpPr/>
          <p:nvPr/>
        </p:nvSpPr>
        <p:spPr bwMode="auto">
          <a:xfrm>
            <a:off x="2185640" y="5341875"/>
            <a:ext cx="476086"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sp>
        <p:nvSpPr>
          <p:cNvPr id="50" name="Rechteck 49">
            <a:extLst>
              <a:ext uri="{FF2B5EF4-FFF2-40B4-BE49-F238E27FC236}">
                <a16:creationId xmlns:a16="http://schemas.microsoft.com/office/drawing/2014/main" id="{774DD963-1CF8-46B5-8DD2-5543A3C67F8B}"/>
              </a:ext>
            </a:extLst>
          </p:cNvPr>
          <p:cNvSpPr/>
          <p:nvPr/>
        </p:nvSpPr>
        <p:spPr bwMode="auto">
          <a:xfrm>
            <a:off x="1006314" y="4688630"/>
            <a:ext cx="393459"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solidFill>
                <a:schemeClr val="tx1"/>
              </a:solidFill>
              <a:latin typeface="Tahoma" pitchFamily="34" charset="0"/>
            </a:endParaRPr>
          </a:p>
        </p:txBody>
      </p:sp>
      <p:sp>
        <p:nvSpPr>
          <p:cNvPr id="51" name="Rechteck 50">
            <a:extLst>
              <a:ext uri="{FF2B5EF4-FFF2-40B4-BE49-F238E27FC236}">
                <a16:creationId xmlns:a16="http://schemas.microsoft.com/office/drawing/2014/main" id="{E0F0E9F1-DD99-43D4-8ADB-89B3B7162076}"/>
              </a:ext>
            </a:extLst>
          </p:cNvPr>
          <p:cNvSpPr/>
          <p:nvPr/>
        </p:nvSpPr>
        <p:spPr bwMode="auto">
          <a:xfrm>
            <a:off x="1218309" y="5393952"/>
            <a:ext cx="393459"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solidFill>
                <a:schemeClr val="tx1"/>
              </a:solidFill>
              <a:latin typeface="Tahoma" pitchFamily="34" charset="0"/>
            </a:endParaRPr>
          </a:p>
        </p:txBody>
      </p:sp>
      <p:sp>
        <p:nvSpPr>
          <p:cNvPr id="52" name="Rechteck 51">
            <a:extLst>
              <a:ext uri="{FF2B5EF4-FFF2-40B4-BE49-F238E27FC236}">
                <a16:creationId xmlns:a16="http://schemas.microsoft.com/office/drawing/2014/main" id="{4D52DE71-85F6-4694-A189-4E831B80F9FF}"/>
              </a:ext>
            </a:extLst>
          </p:cNvPr>
          <p:cNvSpPr/>
          <p:nvPr/>
        </p:nvSpPr>
        <p:spPr bwMode="auto">
          <a:xfrm>
            <a:off x="5130634" y="4692069"/>
            <a:ext cx="44456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solidFill>
                <a:schemeClr val="tx1"/>
              </a:solidFill>
              <a:latin typeface="Tahoma" pitchFamily="34" charset="0"/>
            </a:endParaRPr>
          </a:p>
        </p:txBody>
      </p:sp>
      <p:sp>
        <p:nvSpPr>
          <p:cNvPr id="53" name="Rechteck 52">
            <a:extLst>
              <a:ext uri="{FF2B5EF4-FFF2-40B4-BE49-F238E27FC236}">
                <a16:creationId xmlns:a16="http://schemas.microsoft.com/office/drawing/2014/main" id="{C22BB29F-59CE-4901-9058-19710779512D}"/>
              </a:ext>
            </a:extLst>
          </p:cNvPr>
          <p:cNvSpPr/>
          <p:nvPr/>
        </p:nvSpPr>
        <p:spPr bwMode="auto">
          <a:xfrm>
            <a:off x="5135579" y="5696343"/>
            <a:ext cx="57606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ltLang="de-DE">
              <a:solidFill>
                <a:srgbClr val="000000"/>
              </a:solidFill>
              <a:latin typeface="Tahoma" panose="020B0604030504040204" pitchFamily="34" charset="0"/>
            </a:endParaRPr>
          </a:p>
        </p:txBody>
      </p:sp>
      <p:sp>
        <p:nvSpPr>
          <p:cNvPr id="54" name="Rechteck 53">
            <a:extLst>
              <a:ext uri="{FF2B5EF4-FFF2-40B4-BE49-F238E27FC236}">
                <a16:creationId xmlns:a16="http://schemas.microsoft.com/office/drawing/2014/main" id="{F6CA4157-FA28-4919-813F-932574F83B2A}"/>
              </a:ext>
            </a:extLst>
          </p:cNvPr>
          <p:cNvSpPr/>
          <p:nvPr/>
        </p:nvSpPr>
        <p:spPr bwMode="auto">
          <a:xfrm>
            <a:off x="4211629" y="4693725"/>
            <a:ext cx="523695"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sp>
        <p:nvSpPr>
          <p:cNvPr id="55" name="Rechteck 54">
            <a:extLst>
              <a:ext uri="{FF2B5EF4-FFF2-40B4-BE49-F238E27FC236}">
                <a16:creationId xmlns:a16="http://schemas.microsoft.com/office/drawing/2014/main" id="{66449D14-AF87-49B2-9218-2655DA102F1D}"/>
              </a:ext>
            </a:extLst>
          </p:cNvPr>
          <p:cNvSpPr/>
          <p:nvPr/>
        </p:nvSpPr>
        <p:spPr bwMode="auto">
          <a:xfrm>
            <a:off x="3541189" y="5097551"/>
            <a:ext cx="476086"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sp>
        <p:nvSpPr>
          <p:cNvPr id="56" name="Rechteck 55">
            <a:extLst>
              <a:ext uri="{FF2B5EF4-FFF2-40B4-BE49-F238E27FC236}">
                <a16:creationId xmlns:a16="http://schemas.microsoft.com/office/drawing/2014/main" id="{2A412A71-CE7E-40BD-ABA9-A65DC58E8B13}"/>
              </a:ext>
            </a:extLst>
          </p:cNvPr>
          <p:cNvSpPr/>
          <p:nvPr/>
        </p:nvSpPr>
        <p:spPr bwMode="auto">
          <a:xfrm>
            <a:off x="2556236" y="4161517"/>
            <a:ext cx="52369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endParaRPr lang="de-DE" altLang="de-DE">
              <a:solidFill>
                <a:srgbClr val="000000"/>
              </a:solidFill>
              <a:latin typeface="Tahoma" panose="020B0604030504040204" pitchFamily="34" charset="0"/>
            </a:endParaRPr>
          </a:p>
        </p:txBody>
      </p:sp>
      <p:sp>
        <p:nvSpPr>
          <p:cNvPr id="57" name="Rechteck 56">
            <a:extLst>
              <a:ext uri="{FF2B5EF4-FFF2-40B4-BE49-F238E27FC236}">
                <a16:creationId xmlns:a16="http://schemas.microsoft.com/office/drawing/2014/main" id="{89C0362C-7930-48C6-A73A-9B6E61EC042A}"/>
              </a:ext>
            </a:extLst>
          </p:cNvPr>
          <p:cNvSpPr/>
          <p:nvPr/>
        </p:nvSpPr>
        <p:spPr bwMode="auto">
          <a:xfrm>
            <a:off x="4233641" y="5696343"/>
            <a:ext cx="697037"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endParaRPr lang="de-DE">
              <a:solidFill>
                <a:schemeClr val="tx1"/>
              </a:solidFill>
              <a:latin typeface="Tahoma" pitchFamily="34" charset="0"/>
            </a:endParaRPr>
          </a:p>
        </p:txBody>
      </p:sp>
      <p:grpSp>
        <p:nvGrpSpPr>
          <p:cNvPr id="58" name="Gruppieren 57">
            <a:extLst>
              <a:ext uri="{FF2B5EF4-FFF2-40B4-BE49-F238E27FC236}">
                <a16:creationId xmlns:a16="http://schemas.microsoft.com/office/drawing/2014/main" id="{A448DC7B-B0D7-491C-87BE-CFA8C3BB3431}"/>
              </a:ext>
            </a:extLst>
          </p:cNvPr>
          <p:cNvGrpSpPr/>
          <p:nvPr/>
        </p:nvGrpSpPr>
        <p:grpSpPr>
          <a:xfrm>
            <a:off x="8238067" y="4206689"/>
            <a:ext cx="2438400" cy="2073275"/>
            <a:chOff x="1403648" y="1772816"/>
            <a:chExt cx="2438400" cy="2073275"/>
          </a:xfrm>
        </p:grpSpPr>
        <p:grpSp>
          <p:nvGrpSpPr>
            <p:cNvPr id="59" name="Group 20">
              <a:extLst>
                <a:ext uri="{FF2B5EF4-FFF2-40B4-BE49-F238E27FC236}">
                  <a16:creationId xmlns:a16="http://schemas.microsoft.com/office/drawing/2014/main" id="{99E6AA6E-A25A-4763-AB25-256CB306EA9F}"/>
                </a:ext>
              </a:extLst>
            </p:cNvPr>
            <p:cNvGrpSpPr>
              <a:grpSpLocks/>
            </p:cNvGrpSpPr>
            <p:nvPr/>
          </p:nvGrpSpPr>
          <p:grpSpPr bwMode="auto">
            <a:xfrm>
              <a:off x="1403648" y="1772816"/>
              <a:ext cx="2286000" cy="2073275"/>
              <a:chOff x="1248" y="2774"/>
              <a:chExt cx="1440" cy="1306"/>
            </a:xfrm>
          </p:grpSpPr>
          <p:grpSp>
            <p:nvGrpSpPr>
              <p:cNvPr id="62" name="Group 21">
                <a:extLst>
                  <a:ext uri="{FF2B5EF4-FFF2-40B4-BE49-F238E27FC236}">
                    <a16:creationId xmlns:a16="http://schemas.microsoft.com/office/drawing/2014/main" id="{A038B035-2813-459B-9F38-EA121581BCEC}"/>
                  </a:ext>
                </a:extLst>
              </p:cNvPr>
              <p:cNvGrpSpPr>
                <a:grpSpLocks/>
              </p:cNvGrpSpPr>
              <p:nvPr/>
            </p:nvGrpSpPr>
            <p:grpSpPr bwMode="auto">
              <a:xfrm>
                <a:off x="1920" y="2774"/>
                <a:ext cx="288" cy="480"/>
                <a:chOff x="2688" y="1968"/>
                <a:chExt cx="288" cy="480"/>
              </a:xfrm>
            </p:grpSpPr>
            <mc:AlternateContent xmlns:mc="http://schemas.openxmlformats.org/markup-compatibility/2006" xmlns:a14="http://schemas.microsoft.com/office/drawing/2010/main">
              <mc:Choice Requires="a14">
                <p:sp>
                  <p:nvSpPr>
                    <p:cNvPr id="71" name="Text Box 22">
                      <a:extLst>
                        <a:ext uri="{FF2B5EF4-FFF2-40B4-BE49-F238E27FC236}">
                          <a16:creationId xmlns:a16="http://schemas.microsoft.com/office/drawing/2014/main" id="{B619E183-2E35-45AD-A245-BD2475815125}"/>
                        </a:ext>
                      </a:extLst>
                    </p:cNvPr>
                    <p:cNvSpPr txBox="1">
                      <a:spLocks noChangeArrowheads="1"/>
                    </p:cNvSpPr>
                    <p:nvPr/>
                  </p:nvSpPr>
                  <p:spPr bwMode="auto">
                    <a:xfrm>
                      <a:off x="2688" y="1968"/>
                      <a:ext cx="288" cy="25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b="0" i="1" smtClean="0">
                                    <a:solidFill>
                                      <a:srgbClr val="000000"/>
                                    </a:solidFill>
                                    <a:latin typeface="Cambria Math" panose="02040503050406030204" pitchFamily="18" charset="0"/>
                                  </a:rPr>
                                  <m:t>𝑏</m:t>
                                </m:r>
                              </m:e>
                              <m:sub>
                                <m:r>
                                  <a:rPr lang="de-DE" altLang="de-DE" sz="2000" b="0" i="1" smtClean="0">
                                    <a:solidFill>
                                      <a:srgbClr val="000000"/>
                                    </a:solidFill>
                                    <a:latin typeface="Cambria Math" panose="02040503050406030204" pitchFamily="18" charset="0"/>
                                  </a:rPr>
                                  <m:t>1</m:t>
                                </m:r>
                              </m:sub>
                            </m:sSub>
                          </m:oMath>
                        </m:oMathPara>
                      </a14:m>
                      <a:endParaRPr lang="de-DE" altLang="de-DE" sz="2000">
                        <a:solidFill>
                          <a:srgbClr val="000000"/>
                        </a:solidFill>
                      </a:endParaRPr>
                    </a:p>
                  </p:txBody>
                </p:sp>
              </mc:Choice>
              <mc:Fallback xmlns="">
                <p:sp>
                  <p:nvSpPr>
                    <p:cNvPr id="61" name="Text Box 22">
                      <a:extLst>
                        <a:ext uri="{FF2B5EF4-FFF2-40B4-BE49-F238E27FC236}">
                          <a16:creationId xmlns:a16="http://schemas.microsoft.com/office/drawing/2014/main" id="{B2EF1593-610E-41EA-8A44-746FF5B8A549}"/>
                        </a:ext>
                      </a:extLst>
                    </p:cNvPr>
                    <p:cNvSpPr txBox="1">
                      <a:spLocks noRot="1" noChangeAspect="1" noMove="1" noResize="1" noEditPoints="1" noAdjustHandles="1" noChangeArrowheads="1" noChangeShapeType="1" noTextEdit="1"/>
                    </p:cNvSpPr>
                    <p:nvPr/>
                  </p:nvSpPr>
                  <p:spPr bwMode="auto">
                    <a:xfrm>
                      <a:off x="2688" y="1968"/>
                      <a:ext cx="288" cy="250"/>
                    </a:xfrm>
                    <a:prstGeom prst="rect">
                      <a:avLst/>
                    </a:prstGeom>
                    <a:blipFill>
                      <a:blip r:embed="rId4"/>
                      <a:stretch>
                        <a:fillRect l="-5333" b="-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72" name="Line 23">
                  <a:extLst>
                    <a:ext uri="{FF2B5EF4-FFF2-40B4-BE49-F238E27FC236}">
                      <a16:creationId xmlns:a16="http://schemas.microsoft.com/office/drawing/2014/main" id="{C0C0A36A-A68F-4868-8813-370D6809F5B4}"/>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p:grpSp>
            <p:nvGrpSpPr>
              <p:cNvPr id="63" name="Group 24">
                <a:extLst>
                  <a:ext uri="{FF2B5EF4-FFF2-40B4-BE49-F238E27FC236}">
                    <a16:creationId xmlns:a16="http://schemas.microsoft.com/office/drawing/2014/main" id="{9FD42001-60C0-4419-A4CE-6C910E6BE24D}"/>
                  </a:ext>
                </a:extLst>
              </p:cNvPr>
              <p:cNvGrpSpPr>
                <a:grpSpLocks/>
              </p:cNvGrpSpPr>
              <p:nvPr/>
            </p:nvGrpSpPr>
            <p:grpSpPr bwMode="auto">
              <a:xfrm>
                <a:off x="1680" y="2774"/>
                <a:ext cx="288" cy="480"/>
                <a:chOff x="2688" y="1968"/>
                <a:chExt cx="288" cy="480"/>
              </a:xfrm>
            </p:grpSpPr>
            <mc:AlternateContent xmlns:mc="http://schemas.openxmlformats.org/markup-compatibility/2006" xmlns:a14="http://schemas.microsoft.com/office/drawing/2010/main">
              <mc:Choice Requires="a14">
                <p:sp>
                  <p:nvSpPr>
                    <p:cNvPr id="69" name="Text Box 25">
                      <a:extLst>
                        <a:ext uri="{FF2B5EF4-FFF2-40B4-BE49-F238E27FC236}">
                          <a16:creationId xmlns:a16="http://schemas.microsoft.com/office/drawing/2014/main" id="{0DC4EB87-A0C2-4EF7-9D14-78F9C36173F6}"/>
                        </a:ext>
                      </a:extLst>
                    </p:cNvPr>
                    <p:cNvSpPr txBox="1">
                      <a:spLocks noChangeArrowheads="1"/>
                    </p:cNvSpPr>
                    <p:nvPr/>
                  </p:nvSpPr>
                  <p:spPr bwMode="auto">
                    <a:xfrm>
                      <a:off x="2688" y="1968"/>
                      <a:ext cx="288" cy="25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b="0" i="1" smtClean="0">
                                    <a:solidFill>
                                      <a:srgbClr val="000000"/>
                                    </a:solidFill>
                                    <a:latin typeface="Cambria Math" panose="02040503050406030204" pitchFamily="18" charset="0"/>
                                  </a:rPr>
                                  <m:t>𝑎</m:t>
                                </m:r>
                              </m:e>
                              <m:sub>
                                <m:r>
                                  <a:rPr lang="de-DE" altLang="de-DE" sz="2000" b="0" i="1" smtClean="0">
                                    <a:solidFill>
                                      <a:srgbClr val="000000"/>
                                    </a:solidFill>
                                    <a:latin typeface="Cambria Math" panose="02040503050406030204" pitchFamily="18" charset="0"/>
                                  </a:rPr>
                                  <m:t>1</m:t>
                                </m:r>
                              </m:sub>
                            </m:sSub>
                          </m:oMath>
                        </m:oMathPara>
                      </a14:m>
                      <a:endParaRPr lang="de-DE" altLang="de-DE" sz="2000">
                        <a:solidFill>
                          <a:srgbClr val="000000"/>
                        </a:solidFill>
                      </a:endParaRPr>
                    </a:p>
                  </p:txBody>
                </p:sp>
              </mc:Choice>
              <mc:Fallback xmlns="">
                <p:sp>
                  <p:nvSpPr>
                    <p:cNvPr id="59" name="Text Box 25">
                      <a:extLst>
                        <a:ext uri="{FF2B5EF4-FFF2-40B4-BE49-F238E27FC236}">
                          <a16:creationId xmlns:a16="http://schemas.microsoft.com/office/drawing/2014/main" id="{D1AC2A33-378A-4605-9372-A42CC9059D54}"/>
                        </a:ext>
                      </a:extLst>
                    </p:cNvPr>
                    <p:cNvSpPr txBox="1">
                      <a:spLocks noRot="1" noChangeAspect="1" noMove="1" noResize="1" noEditPoints="1" noAdjustHandles="1" noChangeArrowheads="1" noChangeShapeType="1" noTextEdit="1"/>
                    </p:cNvSpPr>
                    <p:nvPr/>
                  </p:nvSpPr>
                  <p:spPr bwMode="auto">
                    <a:xfrm>
                      <a:off x="2688" y="1968"/>
                      <a:ext cx="288" cy="250"/>
                    </a:xfrm>
                    <a:prstGeom prst="rect">
                      <a:avLst/>
                    </a:prstGeom>
                    <a:blipFill>
                      <a:blip r:embed="rId5"/>
                      <a:stretch>
                        <a:fillRect b="-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70" name="Line 26">
                  <a:extLst>
                    <a:ext uri="{FF2B5EF4-FFF2-40B4-BE49-F238E27FC236}">
                      <a16:creationId xmlns:a16="http://schemas.microsoft.com/office/drawing/2014/main" id="{266898FA-B62F-49CB-8639-131436ED9DFA}"/>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64" name="Text Box 27">
                    <a:extLst>
                      <a:ext uri="{FF2B5EF4-FFF2-40B4-BE49-F238E27FC236}">
                        <a16:creationId xmlns:a16="http://schemas.microsoft.com/office/drawing/2014/main" id="{71C3D332-B5ED-47DD-B6E3-A1E53292A1E7}"/>
                      </a:ext>
                    </a:extLst>
                  </p:cNvPr>
                  <p:cNvSpPr txBox="1">
                    <a:spLocks noChangeArrowheads="1"/>
                  </p:cNvSpPr>
                  <p:nvPr/>
                </p:nvSpPr>
                <p:spPr bwMode="auto">
                  <a:xfrm>
                    <a:off x="1824" y="3830"/>
                    <a:ext cx="288" cy="25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𝑠</m:t>
                          </m:r>
                        </m:oMath>
                      </m:oMathPara>
                    </a14:m>
                    <a:endParaRPr lang="de-DE" altLang="de-DE" sz="2000">
                      <a:solidFill>
                        <a:srgbClr val="000000"/>
                      </a:solidFill>
                    </a:endParaRPr>
                  </a:p>
                </p:txBody>
              </p:sp>
            </mc:Choice>
            <mc:Fallback xmlns="">
              <p:sp>
                <p:nvSpPr>
                  <p:cNvPr id="151657" name="Text Box 27"/>
                  <p:cNvSpPr txBox="1">
                    <a:spLocks noRot="1" noChangeAspect="1" noMove="1" noResize="1" noEditPoints="1" noAdjustHandles="1" noChangeArrowheads="1" noChangeShapeType="1" noTextEdit="1"/>
                  </p:cNvSpPr>
                  <p:nvPr/>
                </p:nvSpPr>
                <p:spPr bwMode="auto">
                  <a:xfrm>
                    <a:off x="1824" y="3830"/>
                    <a:ext cx="288" cy="250"/>
                  </a:xfrm>
                  <a:prstGeom prst="rect">
                    <a:avLst/>
                  </a:prstGeom>
                  <a:blipFill>
                    <a:blip r:embed="rId6"/>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65" name="Line 28">
                <a:extLst>
                  <a:ext uri="{FF2B5EF4-FFF2-40B4-BE49-F238E27FC236}">
                    <a16:creationId xmlns:a16="http://schemas.microsoft.com/office/drawing/2014/main" id="{7FDE97D3-602A-4B7F-846B-A39A1F554FE3}"/>
                  </a:ext>
                </a:extLst>
              </p:cNvPr>
              <p:cNvSpPr>
                <a:spLocks noChangeShapeType="1"/>
              </p:cNvSpPr>
              <p:nvPr/>
            </p:nvSpPr>
            <p:spPr bwMode="auto">
              <a:xfrm>
                <a:off x="1968" y="3599"/>
                <a:ext cx="0" cy="2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66" name="Text Box 29">
                <a:extLst>
                  <a:ext uri="{FF2B5EF4-FFF2-40B4-BE49-F238E27FC236}">
                    <a16:creationId xmlns:a16="http://schemas.microsoft.com/office/drawing/2014/main" id="{3DDEA86A-C67F-469F-97A1-E7794CE2038A}"/>
                  </a:ext>
                </a:extLst>
              </p:cNvPr>
              <p:cNvSpPr txBox="1">
                <a:spLocks noChangeArrowheads="1"/>
              </p:cNvSpPr>
              <p:nvPr/>
            </p:nvSpPr>
            <p:spPr bwMode="auto">
              <a:xfrm>
                <a:off x="1728" y="3254"/>
                <a:ext cx="480" cy="345"/>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defRPr/>
                </a:pPr>
                <a:r>
                  <a:rPr lang="de-DE" altLang="de-DE" sz="2000">
                    <a:solidFill>
                      <a:srgbClr val="000000"/>
                    </a:solidFill>
                  </a:rPr>
                  <a:t>VA</a:t>
                </a:r>
              </a:p>
            </p:txBody>
          </p:sp>
          <p:sp>
            <p:nvSpPr>
              <p:cNvPr id="67" name="Line 30">
                <a:extLst>
                  <a:ext uri="{FF2B5EF4-FFF2-40B4-BE49-F238E27FC236}">
                    <a16:creationId xmlns:a16="http://schemas.microsoft.com/office/drawing/2014/main" id="{DF6B0DD1-B616-4CBD-8968-ECAADA5BFA45}"/>
                  </a:ext>
                </a:extLst>
              </p:cNvPr>
              <p:cNvSpPr>
                <a:spLocks noChangeShapeType="1"/>
              </p:cNvSpPr>
              <p:nvPr/>
            </p:nvSpPr>
            <p:spPr bwMode="auto">
              <a:xfrm flipH="1">
                <a:off x="1248" y="3456"/>
                <a:ext cx="48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68" name="Line 32">
                <a:extLst>
                  <a:ext uri="{FF2B5EF4-FFF2-40B4-BE49-F238E27FC236}">
                    <a16:creationId xmlns:a16="http://schemas.microsoft.com/office/drawing/2014/main" id="{F2DF8716-9B1E-4537-BF41-587F587943FC}"/>
                  </a:ext>
                </a:extLst>
              </p:cNvPr>
              <p:cNvSpPr>
                <a:spLocks noChangeShapeType="1"/>
              </p:cNvSpPr>
              <p:nvPr/>
            </p:nvSpPr>
            <p:spPr bwMode="auto">
              <a:xfrm flipH="1">
                <a:off x="2208" y="3427"/>
                <a:ext cx="48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60" name="Text Box 44">
                  <a:extLst>
                    <a:ext uri="{FF2B5EF4-FFF2-40B4-BE49-F238E27FC236}">
                      <a16:creationId xmlns:a16="http://schemas.microsoft.com/office/drawing/2014/main" id="{5C8E8C76-257E-4168-A7AE-98BE92D6C57F}"/>
                    </a:ext>
                  </a:extLst>
                </p:cNvPr>
                <p:cNvSpPr txBox="1">
                  <a:spLocks noChangeArrowheads="1"/>
                </p:cNvSpPr>
                <p:nvPr/>
              </p:nvSpPr>
              <p:spPr bwMode="auto">
                <a:xfrm>
                  <a:off x="1632248" y="2822974"/>
                  <a:ext cx="457200" cy="39687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a:solidFill>
                        <a:srgbClr val="000000"/>
                      </a:solidFill>
                    </a:rPr>
                    <a:t>     </a:t>
                  </a:r>
                </a:p>
              </p:txBody>
            </p:sp>
          </mc:Choice>
          <mc:Fallback xmlns="">
            <p:sp>
              <p:nvSpPr>
                <p:cNvPr id="37" name="Text Box 44"/>
                <p:cNvSpPr txBox="1">
                  <a:spLocks noRot="1" noChangeAspect="1" noMove="1" noResize="1" noEditPoints="1" noAdjustHandles="1" noChangeArrowheads="1" noChangeShapeType="1" noTextEdit="1"/>
                </p:cNvSpPr>
                <p:nvPr/>
              </p:nvSpPr>
              <p:spPr bwMode="auto">
                <a:xfrm>
                  <a:off x="1632248" y="2822974"/>
                  <a:ext cx="457200" cy="396875"/>
                </a:xfrm>
                <a:prstGeom prst="rect">
                  <a:avLst/>
                </a:prstGeom>
                <a:blipFill>
                  <a:blip r:embed="rId7"/>
                  <a:stretch>
                    <a:fillRect l="-12000" r="-9333" b="-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1" name="Text Box 57">
                  <a:extLst>
                    <a:ext uri="{FF2B5EF4-FFF2-40B4-BE49-F238E27FC236}">
                      <a16:creationId xmlns:a16="http://schemas.microsoft.com/office/drawing/2014/main" id="{4E8B2E64-7C35-4C19-825F-E7E8C7301E0A}"/>
                    </a:ext>
                  </a:extLst>
                </p:cNvPr>
                <p:cNvSpPr txBox="1">
                  <a:spLocks noChangeArrowheads="1"/>
                </p:cNvSpPr>
                <p:nvPr/>
              </p:nvSpPr>
              <p:spPr bwMode="auto">
                <a:xfrm>
                  <a:off x="3232448" y="2793579"/>
                  <a:ext cx="609600" cy="39687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𝑖𝑛</m:t>
                            </m:r>
                          </m:sub>
                        </m:sSub>
                      </m:oMath>
                    </m:oMathPara>
                  </a14:m>
                  <a:endParaRPr lang="de-DE" altLang="de-DE" sz="2000">
                    <a:solidFill>
                      <a:srgbClr val="000000"/>
                    </a:solidFill>
                  </a:endParaRPr>
                </a:p>
              </p:txBody>
            </p:sp>
          </mc:Choice>
          <mc:Fallback xmlns="">
            <p:sp>
              <p:nvSpPr>
                <p:cNvPr id="38" name="Text Box 57"/>
                <p:cNvSpPr txBox="1">
                  <a:spLocks noRot="1" noChangeAspect="1" noMove="1" noResize="1" noEditPoints="1" noAdjustHandles="1" noChangeArrowheads="1" noChangeShapeType="1" noTextEdit="1"/>
                </p:cNvSpPr>
                <p:nvPr/>
              </p:nvSpPr>
              <p:spPr bwMode="auto">
                <a:xfrm>
                  <a:off x="3232448" y="2793579"/>
                  <a:ext cx="609600" cy="396875"/>
                </a:xfrm>
                <a:prstGeom prst="rect">
                  <a:avLst/>
                </a:prstGeom>
                <a:blipFill>
                  <a:blip r:embed="rId8"/>
                  <a:stretch>
                    <a:fillRect b="-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grpSp>
      <p:grpSp>
        <p:nvGrpSpPr>
          <p:cNvPr id="73" name="Group 53">
            <a:extLst>
              <a:ext uri="{FF2B5EF4-FFF2-40B4-BE49-F238E27FC236}">
                <a16:creationId xmlns:a16="http://schemas.microsoft.com/office/drawing/2014/main" id="{A0A4FE10-10CC-4CCC-A3B2-100CB2D52D8E}"/>
              </a:ext>
            </a:extLst>
          </p:cNvPr>
          <p:cNvGrpSpPr>
            <a:grpSpLocks/>
          </p:cNvGrpSpPr>
          <p:nvPr/>
        </p:nvGrpSpPr>
        <p:grpSpPr bwMode="auto">
          <a:xfrm>
            <a:off x="10730914" y="4368440"/>
            <a:ext cx="1249628" cy="1748185"/>
            <a:chOff x="1224" y="1200"/>
            <a:chExt cx="960" cy="1370"/>
          </a:xfrm>
        </p:grpSpPr>
        <p:grpSp>
          <p:nvGrpSpPr>
            <p:cNvPr id="74" name="Group 31">
              <a:extLst>
                <a:ext uri="{FF2B5EF4-FFF2-40B4-BE49-F238E27FC236}">
                  <a16:creationId xmlns:a16="http://schemas.microsoft.com/office/drawing/2014/main" id="{CBF1AF22-960E-4585-B8B9-DAD9F0656C62}"/>
                </a:ext>
              </a:extLst>
            </p:cNvPr>
            <p:cNvGrpSpPr>
              <a:grpSpLocks/>
            </p:cNvGrpSpPr>
            <p:nvPr/>
          </p:nvGrpSpPr>
          <p:grpSpPr bwMode="auto">
            <a:xfrm>
              <a:off x="1656" y="1200"/>
              <a:ext cx="528" cy="1370"/>
              <a:chOff x="3456" y="2544"/>
              <a:chExt cx="528" cy="1370"/>
            </a:xfrm>
          </p:grpSpPr>
          <p:grpSp>
            <p:nvGrpSpPr>
              <p:cNvPr id="77" name="Group 32">
                <a:extLst>
                  <a:ext uri="{FF2B5EF4-FFF2-40B4-BE49-F238E27FC236}">
                    <a16:creationId xmlns:a16="http://schemas.microsoft.com/office/drawing/2014/main" id="{94283F5F-9843-483E-8DED-B1D8B81D1E50}"/>
                  </a:ext>
                </a:extLst>
              </p:cNvPr>
              <p:cNvGrpSpPr>
                <a:grpSpLocks/>
              </p:cNvGrpSpPr>
              <p:nvPr/>
            </p:nvGrpSpPr>
            <p:grpSpPr bwMode="auto">
              <a:xfrm>
                <a:off x="3696" y="2544"/>
                <a:ext cx="288" cy="480"/>
                <a:chOff x="2688" y="1968"/>
                <a:chExt cx="288" cy="480"/>
              </a:xfrm>
            </p:grpSpPr>
            <mc:AlternateContent xmlns:mc="http://schemas.openxmlformats.org/markup-compatibility/2006" xmlns:a14="http://schemas.microsoft.com/office/drawing/2010/main">
              <mc:Choice Requires="a14">
                <p:sp>
                  <p:nvSpPr>
                    <p:cNvPr id="84" name="Text Box 33">
                      <a:extLst>
                        <a:ext uri="{FF2B5EF4-FFF2-40B4-BE49-F238E27FC236}">
                          <a16:creationId xmlns:a16="http://schemas.microsoft.com/office/drawing/2014/main" id="{AF1AE149-708E-48B3-8CFE-4CBE1FDC41CB}"/>
                        </a:ext>
                      </a:extLst>
                    </p:cNvPr>
                    <p:cNvSpPr txBox="1">
                      <a:spLocks noChangeArrowheads="1"/>
                    </p:cNvSpPr>
                    <p:nvPr/>
                  </p:nvSpPr>
                  <p:spPr bwMode="auto">
                    <a:xfrm>
                      <a:off x="2688" y="1968"/>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𝑏</m:t>
                                </m:r>
                              </m:e>
                              <m:sub>
                                <m:r>
                                  <a:rPr lang="de-DE" altLang="de-DE" sz="2000" i="1">
                                    <a:solidFill>
                                      <a:srgbClr val="000000"/>
                                    </a:solidFill>
                                    <a:latin typeface="Cambria Math" panose="02040503050406030204" pitchFamily="18" charset="0"/>
                                  </a:rPr>
                                  <m:t>0</m:t>
                                </m:r>
                              </m:sub>
                            </m:sSub>
                          </m:oMath>
                        </m:oMathPara>
                      </a14:m>
                      <a:endParaRPr lang="de-DE" altLang="de-DE" sz="2000">
                        <a:solidFill>
                          <a:srgbClr val="000000"/>
                        </a:solidFill>
                      </a:endParaRPr>
                    </a:p>
                  </p:txBody>
                </p:sp>
              </mc:Choice>
              <mc:Fallback xmlns="">
                <p:sp>
                  <p:nvSpPr>
                    <p:cNvPr id="49" name="Text Box 33"/>
                    <p:cNvSpPr txBox="1">
                      <a:spLocks noRot="1" noChangeAspect="1" noMove="1" noResize="1" noEditPoints="1" noAdjustHandles="1" noChangeArrowheads="1" noChangeShapeType="1" noTextEdit="1"/>
                    </p:cNvSpPr>
                    <p:nvPr/>
                  </p:nvSpPr>
                  <p:spPr bwMode="auto">
                    <a:xfrm>
                      <a:off x="2688" y="1968"/>
                      <a:ext cx="288" cy="314"/>
                    </a:xfrm>
                    <a:prstGeom prst="rect">
                      <a:avLst/>
                    </a:prstGeom>
                    <a:blipFill>
                      <a:blip r:embed="rId12"/>
                      <a:stretch>
                        <a:fillRect l="-18033" b="-30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85" name="Line 34">
                  <a:extLst>
                    <a:ext uri="{FF2B5EF4-FFF2-40B4-BE49-F238E27FC236}">
                      <a16:creationId xmlns:a16="http://schemas.microsoft.com/office/drawing/2014/main" id="{31070A8A-D66E-445D-A4C2-AAF97AA3B079}"/>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p:grpSp>
            <p:nvGrpSpPr>
              <p:cNvPr id="78" name="Group 35">
                <a:extLst>
                  <a:ext uri="{FF2B5EF4-FFF2-40B4-BE49-F238E27FC236}">
                    <a16:creationId xmlns:a16="http://schemas.microsoft.com/office/drawing/2014/main" id="{F45E4D0D-563C-485A-9F0F-F63CA1A779A3}"/>
                  </a:ext>
                </a:extLst>
              </p:cNvPr>
              <p:cNvGrpSpPr>
                <a:grpSpLocks/>
              </p:cNvGrpSpPr>
              <p:nvPr/>
            </p:nvGrpSpPr>
            <p:grpSpPr bwMode="auto">
              <a:xfrm>
                <a:off x="3456" y="2544"/>
                <a:ext cx="288" cy="480"/>
                <a:chOff x="2688" y="1968"/>
                <a:chExt cx="288" cy="480"/>
              </a:xfrm>
            </p:grpSpPr>
            <mc:AlternateContent xmlns:mc="http://schemas.openxmlformats.org/markup-compatibility/2006" xmlns:a14="http://schemas.microsoft.com/office/drawing/2010/main">
              <mc:Choice Requires="a14">
                <p:sp>
                  <p:nvSpPr>
                    <p:cNvPr id="82" name="Text Box 36">
                      <a:extLst>
                        <a:ext uri="{FF2B5EF4-FFF2-40B4-BE49-F238E27FC236}">
                          <a16:creationId xmlns:a16="http://schemas.microsoft.com/office/drawing/2014/main" id="{2ADE5902-805F-41F7-9CAD-843B83C4E922}"/>
                        </a:ext>
                      </a:extLst>
                    </p:cNvPr>
                    <p:cNvSpPr txBox="1">
                      <a:spLocks noChangeArrowheads="1"/>
                    </p:cNvSpPr>
                    <p:nvPr/>
                  </p:nvSpPr>
                  <p:spPr bwMode="auto">
                    <a:xfrm>
                      <a:off x="2688" y="1968"/>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𝑎</m:t>
                                </m:r>
                              </m:e>
                              <m:sub>
                                <m:r>
                                  <a:rPr lang="de-DE" altLang="de-DE" sz="2000" i="1">
                                    <a:solidFill>
                                      <a:srgbClr val="000000"/>
                                    </a:solidFill>
                                    <a:latin typeface="Cambria Math" panose="02040503050406030204" pitchFamily="18" charset="0"/>
                                  </a:rPr>
                                  <m:t>0</m:t>
                                </m:r>
                              </m:sub>
                            </m:sSub>
                          </m:oMath>
                        </m:oMathPara>
                      </a14:m>
                      <a:endParaRPr lang="de-DE" altLang="de-DE" sz="2000">
                        <a:solidFill>
                          <a:srgbClr val="000000"/>
                        </a:solidFill>
                      </a:endParaRPr>
                    </a:p>
                  </p:txBody>
                </p:sp>
              </mc:Choice>
              <mc:Fallback xmlns="">
                <p:sp>
                  <p:nvSpPr>
                    <p:cNvPr id="47" name="Text Box 36"/>
                    <p:cNvSpPr txBox="1">
                      <a:spLocks noRot="1" noChangeAspect="1" noMove="1" noResize="1" noEditPoints="1" noAdjustHandles="1" noChangeArrowheads="1" noChangeShapeType="1" noTextEdit="1"/>
                    </p:cNvSpPr>
                    <p:nvPr/>
                  </p:nvSpPr>
                  <p:spPr bwMode="auto">
                    <a:xfrm>
                      <a:off x="2688" y="1968"/>
                      <a:ext cx="288" cy="314"/>
                    </a:xfrm>
                    <a:prstGeom prst="rect">
                      <a:avLst/>
                    </a:prstGeom>
                    <a:blipFill>
                      <a:blip r:embed="rId13"/>
                      <a:stretch>
                        <a:fillRect l="-11290" b="-30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83" name="Line 37">
                  <a:extLst>
                    <a:ext uri="{FF2B5EF4-FFF2-40B4-BE49-F238E27FC236}">
                      <a16:creationId xmlns:a16="http://schemas.microsoft.com/office/drawing/2014/main" id="{BC4C1435-B535-470C-AEF9-AEA4AFF48CFB}"/>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79" name="Text Box 38">
                    <a:extLst>
                      <a:ext uri="{FF2B5EF4-FFF2-40B4-BE49-F238E27FC236}">
                        <a16:creationId xmlns:a16="http://schemas.microsoft.com/office/drawing/2014/main" id="{3DF413A4-E923-4622-A80A-0AFB8B2D0FA7}"/>
                      </a:ext>
                    </a:extLst>
                  </p:cNvPr>
                  <p:cNvSpPr txBox="1">
                    <a:spLocks noChangeArrowheads="1"/>
                  </p:cNvSpPr>
                  <p:nvPr/>
                </p:nvSpPr>
                <p:spPr bwMode="auto">
                  <a:xfrm>
                    <a:off x="3600" y="3600"/>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𝑠</m:t>
                              </m:r>
                            </m:e>
                            <m:sub>
                              <m:r>
                                <a:rPr lang="de-DE" altLang="de-DE" sz="2000" i="1">
                                  <a:solidFill>
                                    <a:srgbClr val="000000"/>
                                  </a:solidFill>
                                  <a:latin typeface="Cambria Math" panose="02040503050406030204" pitchFamily="18" charset="0"/>
                                </a:rPr>
                                <m:t>0</m:t>
                              </m:r>
                            </m:sub>
                          </m:sSub>
                        </m:oMath>
                      </m:oMathPara>
                    </a14:m>
                    <a:endParaRPr lang="de-DE" altLang="de-DE" sz="2000">
                      <a:solidFill>
                        <a:srgbClr val="000000"/>
                      </a:solidFill>
                    </a:endParaRPr>
                  </a:p>
                </p:txBody>
              </p:sp>
            </mc:Choice>
            <mc:Fallback xmlns="">
              <p:sp>
                <p:nvSpPr>
                  <p:cNvPr id="44" name="Text Box 38"/>
                  <p:cNvSpPr txBox="1">
                    <a:spLocks noRot="1" noChangeAspect="1" noMove="1" noResize="1" noEditPoints="1" noAdjustHandles="1" noChangeArrowheads="1" noChangeShapeType="1" noTextEdit="1"/>
                  </p:cNvSpPr>
                  <p:nvPr/>
                </p:nvSpPr>
                <p:spPr bwMode="auto">
                  <a:xfrm>
                    <a:off x="3600" y="3600"/>
                    <a:ext cx="288" cy="314"/>
                  </a:xfrm>
                  <a:prstGeom prst="rect">
                    <a:avLst/>
                  </a:prstGeom>
                  <a:blipFill>
                    <a:blip r:embed="rId14"/>
                    <a:stretch>
                      <a:fillRect l="-8065" b="-30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80" name="Line 39">
                <a:extLst>
                  <a:ext uri="{FF2B5EF4-FFF2-40B4-BE49-F238E27FC236}">
                    <a16:creationId xmlns:a16="http://schemas.microsoft.com/office/drawing/2014/main" id="{30B980C1-2DB4-4581-B43A-9D73BB881F33}"/>
                  </a:ext>
                </a:extLst>
              </p:cNvPr>
              <p:cNvSpPr>
                <a:spLocks noChangeShapeType="1"/>
              </p:cNvSpPr>
              <p:nvPr/>
            </p:nvSpPr>
            <p:spPr bwMode="auto">
              <a:xfrm>
                <a:off x="3744" y="3369"/>
                <a:ext cx="0" cy="2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81" name="Text Box 40">
                <a:extLst>
                  <a:ext uri="{FF2B5EF4-FFF2-40B4-BE49-F238E27FC236}">
                    <a16:creationId xmlns:a16="http://schemas.microsoft.com/office/drawing/2014/main" id="{62917EC3-529E-44F3-A5F2-D767F409D488}"/>
                  </a:ext>
                </a:extLst>
              </p:cNvPr>
              <p:cNvSpPr txBox="1">
                <a:spLocks noChangeArrowheads="1"/>
              </p:cNvSpPr>
              <p:nvPr/>
            </p:nvSpPr>
            <p:spPr bwMode="auto">
              <a:xfrm>
                <a:off x="3504" y="3024"/>
                <a:ext cx="480" cy="345"/>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defRPr/>
                </a:pPr>
                <a:r>
                  <a:rPr lang="de-DE" altLang="de-DE" sz="2000">
                    <a:solidFill>
                      <a:srgbClr val="000000"/>
                    </a:solidFill>
                  </a:rPr>
                  <a:t>HA</a:t>
                </a:r>
              </a:p>
            </p:txBody>
          </p:sp>
        </p:grpSp>
        <p:sp>
          <p:nvSpPr>
            <p:cNvPr id="75" name="Line 43">
              <a:extLst>
                <a:ext uri="{FF2B5EF4-FFF2-40B4-BE49-F238E27FC236}">
                  <a16:creationId xmlns:a16="http://schemas.microsoft.com/office/drawing/2014/main" id="{074C8068-8B87-4AF4-B4BC-FEDE82F65300}"/>
                </a:ext>
              </a:extLst>
            </p:cNvPr>
            <p:cNvSpPr>
              <a:spLocks noChangeShapeType="1"/>
            </p:cNvSpPr>
            <p:nvPr/>
          </p:nvSpPr>
          <p:spPr bwMode="auto">
            <a:xfrm flipH="1">
              <a:off x="1224" y="1872"/>
              <a:ext cx="480"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mc:AlternateContent xmlns:mc="http://schemas.openxmlformats.org/markup-compatibility/2006" xmlns:a14="http://schemas.microsoft.com/office/drawing/2010/main">
          <mc:Choice Requires="a14">
            <p:sp>
              <p:nvSpPr>
                <p:cNvPr id="76" name="Text Box 44">
                  <a:extLst>
                    <a:ext uri="{FF2B5EF4-FFF2-40B4-BE49-F238E27FC236}">
                      <a16:creationId xmlns:a16="http://schemas.microsoft.com/office/drawing/2014/main" id="{124645D9-10FF-487D-9C72-2BD17FF95A6A}"/>
                    </a:ext>
                  </a:extLst>
                </p:cNvPr>
                <p:cNvSpPr txBox="1">
                  <a:spLocks noChangeArrowheads="1"/>
                </p:cNvSpPr>
                <p:nvPr/>
              </p:nvSpPr>
              <p:spPr bwMode="auto">
                <a:xfrm>
                  <a:off x="1283" y="1862"/>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a:solidFill>
                        <a:srgbClr val="000000"/>
                      </a:solidFill>
                    </a:rPr>
                    <a:t>     </a:t>
                  </a:r>
                </a:p>
              </p:txBody>
            </p:sp>
          </mc:Choice>
          <mc:Fallback xmlns="">
            <p:sp>
              <p:nvSpPr>
                <p:cNvPr id="41" name="Text Box 44"/>
                <p:cNvSpPr txBox="1">
                  <a:spLocks noRot="1" noChangeAspect="1" noMove="1" noResize="1" noEditPoints="1" noAdjustHandles="1" noChangeArrowheads="1" noChangeShapeType="1" noTextEdit="1"/>
                </p:cNvSpPr>
                <p:nvPr/>
              </p:nvSpPr>
              <p:spPr bwMode="auto">
                <a:xfrm>
                  <a:off x="1283" y="1862"/>
                  <a:ext cx="288" cy="314"/>
                </a:xfrm>
                <a:prstGeom prst="rect">
                  <a:avLst/>
                </a:prstGeom>
                <a:blipFill>
                  <a:blip r:embed="rId15"/>
                  <a:stretch>
                    <a:fillRect l="-26230" r="-22951" b="-15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grpSp>
      <p:sp>
        <p:nvSpPr>
          <p:cNvPr id="86" name="Rechteck 85">
            <a:extLst>
              <a:ext uri="{FF2B5EF4-FFF2-40B4-BE49-F238E27FC236}">
                <a16:creationId xmlns:a16="http://schemas.microsoft.com/office/drawing/2014/main" id="{10167826-7285-47F9-BE9A-7C44FEE3D400}"/>
              </a:ext>
            </a:extLst>
          </p:cNvPr>
          <p:cNvSpPr/>
          <p:nvPr/>
        </p:nvSpPr>
        <p:spPr>
          <a:xfrm>
            <a:off x="10653128" y="4386601"/>
            <a:ext cx="1423294" cy="1713449"/>
          </a:xfrm>
          <a:prstGeom prst="rect">
            <a:avLst/>
          </a:prstGeom>
          <a:solidFill>
            <a:srgbClr val="CDD9E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EF068A84-A9F9-4851-A12F-DD96D2FE212A}"/>
                  </a:ext>
                </a:extLst>
              </p:cNvPr>
              <p:cNvSpPr/>
              <p:nvPr/>
            </p:nvSpPr>
            <p:spPr>
              <a:xfrm>
                <a:off x="5575199" y="1772469"/>
                <a:ext cx="4243837" cy="1110369"/>
              </a:xfrm>
              <a:prstGeom prst="rect">
                <a:avLst/>
              </a:prstGeom>
            </p:spPr>
            <p:txBody>
              <a:bodyPr wrap="square">
                <a:spAutoFit/>
              </a:bodyPr>
              <a:lstStyle/>
              <a:p>
                <a:pPr lvl="0" eaLnBrk="1" hangingPunct="1">
                  <a:lnSpc>
                    <a:spcPct val="150000"/>
                  </a:lnSpc>
                  <a:spcBef>
                    <a:spcPct val="50000"/>
                  </a:spcBef>
                  <a:buClr>
                    <a:srgbClr val="3333CC"/>
                  </a:buClr>
                  <a:buNone/>
                  <a:defRPr/>
                </a:pPr>
                <a14:m>
                  <m:oMath xmlns:m="http://schemas.openxmlformats.org/officeDocument/2006/math">
                    <m:r>
                      <a:rPr lang="de-DE" altLang="de-DE" i="1" smtClean="0">
                        <a:solidFill>
                          <a:srgbClr val="000000"/>
                        </a:solidFill>
                        <a:latin typeface="Cambria Math" panose="02040503050406030204" pitchFamily="18" charset="0"/>
                      </a:rPr>
                      <m:t>𝑠</m:t>
                    </m:r>
                    <m:r>
                      <a:rPr lang="de-DE" altLang="de-DE" i="1" smtClean="0">
                        <a:solidFill>
                          <a:srgbClr val="000000"/>
                        </a:solidFill>
                        <a:latin typeface="Cambria Math" panose="02040503050406030204" pitchFamily="18" charset="0"/>
                      </a:rPr>
                      <m:t>=</m:t>
                    </m:r>
                  </m:oMath>
                </a14:m>
                <a:r>
                  <a:rPr lang="de-DE" altLang="de-DE" dirty="0">
                    <a:solidFill>
                      <a:srgbClr val="000000"/>
                    </a:solidFill>
                  </a:rPr>
                  <a:t>___________________</a:t>
                </a:r>
              </a:p>
              <a:p>
                <a:pPr eaLnBrk="1" hangingPunct="1">
                  <a:lnSpc>
                    <a:spcPct val="150000"/>
                  </a:lnSpc>
                  <a:spcBef>
                    <a:spcPct val="50000"/>
                  </a:spcBef>
                  <a:buClr>
                    <a:srgbClr val="3333CC"/>
                  </a:buClr>
                  <a:defRPr/>
                </a:pPr>
                <a14:m>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r>
                      <a:rPr lang="de-DE" altLang="de-DE" i="1">
                        <a:solidFill>
                          <a:srgbClr val="000000"/>
                        </a:solidFill>
                        <a:latin typeface="Cambria Math" panose="02040503050406030204" pitchFamily="18" charset="0"/>
                      </a:rPr>
                      <m:t>=</m:t>
                    </m:r>
                  </m:oMath>
                </a14:m>
                <a:r>
                  <a:rPr lang="de-DE" altLang="de-DE" dirty="0">
                    <a:solidFill>
                      <a:srgbClr val="000000"/>
                    </a:solidFill>
                  </a:rPr>
                  <a:t>___________________</a:t>
                </a:r>
              </a:p>
            </p:txBody>
          </p:sp>
        </mc:Choice>
        <mc:Fallback xmlns="">
          <p:sp>
            <p:nvSpPr>
              <p:cNvPr id="87" name="Rechteck 86">
                <a:extLst>
                  <a:ext uri="{FF2B5EF4-FFF2-40B4-BE49-F238E27FC236}">
                    <a16:creationId xmlns:a16="http://schemas.microsoft.com/office/drawing/2014/main" id="{EF068A84-A9F9-4851-A12F-DD96D2FE212A}"/>
                  </a:ext>
                </a:extLst>
              </p:cNvPr>
              <p:cNvSpPr>
                <a:spLocks noRot="1" noChangeAspect="1" noMove="1" noResize="1" noEditPoints="1" noAdjustHandles="1" noChangeArrowheads="1" noChangeShapeType="1" noTextEdit="1"/>
              </p:cNvSpPr>
              <p:nvPr/>
            </p:nvSpPr>
            <p:spPr>
              <a:xfrm>
                <a:off x="5575199" y="1772469"/>
                <a:ext cx="4243837" cy="1110369"/>
              </a:xfrm>
              <a:prstGeom prst="rect">
                <a:avLst/>
              </a:prstGeom>
              <a:blipFill>
                <a:blip r:embed="rId16"/>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393938519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altLang="de-DE" sz="3600" dirty="0"/>
              <a:t>Addierschaltung: </a:t>
            </a:r>
            <a:r>
              <a:rPr lang="de-DE" altLang="de-DE" sz="3600" dirty="0" err="1"/>
              <a:t>Volladdierer</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0274" y="197169"/>
            <a:ext cx="525054" cy="1235797"/>
          </a:xfrm>
          <a:prstGeom prst="rect">
            <a:avLst/>
          </a:prstGeom>
        </p:spPr>
      </p:pic>
      <p:sp>
        <p:nvSpPr>
          <p:cNvPr id="88" name="Text Box 17">
            <a:extLst>
              <a:ext uri="{FF2B5EF4-FFF2-40B4-BE49-F238E27FC236}">
                <a16:creationId xmlns:a16="http://schemas.microsoft.com/office/drawing/2014/main" id="{11D9918B-6E89-4806-AB36-8B3428980D57}"/>
              </a:ext>
            </a:extLst>
          </p:cNvPr>
          <p:cNvSpPr txBox="1">
            <a:spLocks noChangeArrowheads="1"/>
          </p:cNvSpPr>
          <p:nvPr/>
        </p:nvSpPr>
        <p:spPr bwMode="auto">
          <a:xfrm>
            <a:off x="160867" y="1521221"/>
            <a:ext cx="5113784" cy="1999330"/>
          </a:xfrm>
          <a:prstGeom prst="rect">
            <a:avLst/>
          </a:prstGeom>
          <a:solidFill>
            <a:schemeClr val="accent5">
              <a:lumMod val="40000"/>
              <a:lumOff val="60000"/>
            </a:schemeClr>
          </a:solidFill>
          <a:ln>
            <a:noFill/>
          </a:ln>
          <a:effectLst>
            <a:prstShdw prst="shdw17" dist="17961" dir="2700000">
              <a:srgbClr val="97998C"/>
            </a:prstShdw>
          </a:effectLs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nSpc>
                <a:spcPct val="150000"/>
              </a:lnSpc>
              <a:spcBef>
                <a:spcPct val="0"/>
              </a:spcBef>
              <a:buSzTx/>
              <a:buNone/>
            </a:pPr>
            <a:r>
              <a:rPr lang="de-DE" altLang="de-DE" sz="2000" dirty="0"/>
              <a:t>Ein Volladdierer:</a:t>
            </a:r>
          </a:p>
          <a:p>
            <a:pPr marL="342900" indent="-342900">
              <a:lnSpc>
                <a:spcPct val="150000"/>
              </a:lnSpc>
              <a:buFont typeface="Arial" panose="020B0604020202020204" pitchFamily="34" charset="0"/>
              <a:buChar char="•"/>
            </a:pPr>
            <a:r>
              <a:rPr lang="de-DE" altLang="de-DE" sz="2000" dirty="0"/>
              <a:t>kann zwei Dualzahlen addieren und den _Übertrag_ berücksichtigen</a:t>
            </a:r>
          </a:p>
          <a:p>
            <a:pPr marL="342900" indent="-342900">
              <a:lnSpc>
                <a:spcPct val="150000"/>
              </a:lnSpc>
              <a:buFont typeface="Arial" panose="020B0604020202020204" pitchFamily="34" charset="0"/>
              <a:buChar char="•"/>
            </a:pPr>
            <a:r>
              <a:rPr lang="de-DE" altLang="de-DE" sz="2000" dirty="0"/>
              <a:t>er besteht aus zwei _</a:t>
            </a:r>
            <a:r>
              <a:rPr lang="de-DE" altLang="de-DE" sz="2000" dirty="0" err="1"/>
              <a:t>Halbaddierern</a:t>
            </a:r>
            <a:r>
              <a:rPr lang="de-DE" altLang="de-DE" sz="2000" dirty="0"/>
              <a:t>_</a:t>
            </a:r>
            <a:endParaRPr lang="de-DE" altLang="de-DE" sz="2000" dirty="0">
              <a:solidFill>
                <a:srgbClr val="000000"/>
              </a:solidFill>
            </a:endParaRPr>
          </a:p>
        </p:txBody>
      </p:sp>
      <p:sp>
        <p:nvSpPr>
          <p:cNvPr id="89" name="Textfeld 9">
            <a:extLst>
              <a:ext uri="{FF2B5EF4-FFF2-40B4-BE49-F238E27FC236}">
                <a16:creationId xmlns:a16="http://schemas.microsoft.com/office/drawing/2014/main" id="{9811CCD1-FEAF-41AC-9BBF-70CE66F8B37A}"/>
              </a:ext>
            </a:extLst>
          </p:cNvPr>
          <p:cNvSpPr txBox="1">
            <a:spLocks noChangeArrowheads="1"/>
          </p:cNvSpPr>
          <p:nvPr/>
        </p:nvSpPr>
        <p:spPr bwMode="auto">
          <a:xfrm>
            <a:off x="909042" y="3612240"/>
            <a:ext cx="16414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u="sng"/>
              <a:t>Grundgatter:</a:t>
            </a:r>
          </a:p>
        </p:txBody>
      </p:sp>
      <p:sp>
        <p:nvSpPr>
          <p:cNvPr id="90" name="Textfeld 5">
            <a:extLst>
              <a:ext uri="{FF2B5EF4-FFF2-40B4-BE49-F238E27FC236}">
                <a16:creationId xmlns:a16="http://schemas.microsoft.com/office/drawing/2014/main" id="{DF3F3DAA-D016-4714-909D-4047F75DB9FF}"/>
              </a:ext>
            </a:extLst>
          </p:cNvPr>
          <p:cNvSpPr txBox="1">
            <a:spLocks noChangeArrowheads="1"/>
          </p:cNvSpPr>
          <p:nvPr/>
        </p:nvSpPr>
        <p:spPr bwMode="auto">
          <a:xfrm>
            <a:off x="7380337" y="4290787"/>
            <a:ext cx="13697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a:t>VA-Modul:</a:t>
            </a:r>
          </a:p>
        </p:txBody>
      </p:sp>
      <mc:AlternateContent xmlns:mc="http://schemas.openxmlformats.org/markup-compatibility/2006" xmlns:a14="http://schemas.microsoft.com/office/drawing/2010/main">
        <mc:Choice Requires="a14">
          <p:graphicFrame>
            <p:nvGraphicFramePr>
              <p:cNvPr id="91" name="Group 153">
                <a:extLst>
                  <a:ext uri="{FF2B5EF4-FFF2-40B4-BE49-F238E27FC236}">
                    <a16:creationId xmlns:a16="http://schemas.microsoft.com/office/drawing/2014/main" id="{223984EF-704B-48A5-9502-364E2945D620}"/>
                  </a:ext>
                </a:extLst>
              </p:cNvPr>
              <p:cNvGraphicFramePr>
                <a:graphicFrameLocks noGrp="1"/>
              </p:cNvGraphicFramePr>
              <p:nvPr>
                <p:extLst>
                  <p:ext uri="{D42A27DB-BD31-4B8C-83A1-F6EECF244321}">
                    <p14:modId xmlns:p14="http://schemas.microsoft.com/office/powerpoint/2010/main" val="1213220050"/>
                  </p:ext>
                </p:extLst>
              </p:nvPr>
            </p:nvGraphicFramePr>
            <p:xfrm>
              <a:off x="9147865" y="1220003"/>
              <a:ext cx="2971800" cy="3086100"/>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tblGrid>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𝑎</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𝑏</m:t>
                                </m:r>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b="0" i="1" smtClean="0">
                                        <a:solidFill>
                                          <a:srgbClr val="000000"/>
                                        </a:solidFill>
                                        <a:latin typeface="Cambria Math" panose="02040503050406030204" pitchFamily="18" charset="0"/>
                                      </a:rPr>
                                      <m:t>𝑖𝑛</m:t>
                                    </m:r>
                                  </m:sub>
                                </m:sSub>
                              </m:oMath>
                            </m:oMathPara>
                          </a14:m>
                          <a:endParaRPr kumimoji="0" lang="de-DE" sz="2000" b="1" i="0" u="none" strike="noStrike" cap="none" normalizeH="0" baseline="-2500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14:m>
                            <m:oMathPara xmlns:m="http://schemas.openxmlformats.org/officeDocument/2006/math">
                              <m:oMathParaPr>
                                <m:jc m:val="centerGroup"/>
                              </m:oMathParaPr>
                              <m:oMath xmlns:m="http://schemas.openxmlformats.org/officeDocument/2006/math">
                                <m:r>
                                  <a:rPr kumimoji="0" lang="de-DE" sz="2000" b="0" i="1" u="none" strike="noStrike" cap="none" normalizeH="0" baseline="0" smtClean="0">
                                    <a:ln>
                                      <a:noFill/>
                                    </a:ln>
                                    <a:solidFill>
                                      <a:schemeClr val="tx1"/>
                                    </a:solidFill>
                                    <a:effectLst/>
                                    <a:latin typeface="Cambria Math" panose="02040503050406030204" pitchFamily="18" charset="0"/>
                                  </a:rPr>
                                  <m:t>𝑠</m:t>
                                </m:r>
                              </m:oMath>
                            </m:oMathPara>
                          </a14:m>
                          <a:endParaRPr kumimoji="0" lang="de-DE" sz="2000" b="1" i="0" u="none" strike="noStrike" cap="none" normalizeH="0" baseline="-25000" dirty="0">
                            <a:ln>
                              <a:noFill/>
                            </a:ln>
                            <a:solidFill>
                              <a:schemeClr val="tx1"/>
                            </a:solidFill>
                            <a:effectLst/>
                            <a:latin typeface="Tahoma" pitchFamily="34" charset="0"/>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m:oMathPara>
                          </a14:m>
                          <a:endParaRPr kumimoji="0" lang="de-DE" altLang="de-DE"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7"/>
                      </a:ext>
                    </a:extLst>
                  </a:tr>
                  <a:tr h="2555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8"/>
                      </a:ext>
                    </a:extLst>
                  </a:tr>
                </a:tbl>
              </a:graphicData>
            </a:graphic>
          </p:graphicFrame>
        </mc:Choice>
        <mc:Fallback xmlns="">
          <p:graphicFrame>
            <p:nvGraphicFramePr>
              <p:cNvPr id="91" name="Group 153">
                <a:extLst>
                  <a:ext uri="{FF2B5EF4-FFF2-40B4-BE49-F238E27FC236}">
                    <a16:creationId xmlns:a16="http://schemas.microsoft.com/office/drawing/2014/main" id="{223984EF-704B-48A5-9502-364E2945D620}"/>
                  </a:ext>
                </a:extLst>
              </p:cNvPr>
              <p:cNvGraphicFramePr>
                <a:graphicFrameLocks noGrp="1"/>
              </p:cNvGraphicFramePr>
              <p:nvPr>
                <p:extLst>
                  <p:ext uri="{D42A27DB-BD31-4B8C-83A1-F6EECF244321}">
                    <p14:modId xmlns:p14="http://schemas.microsoft.com/office/powerpoint/2010/main" val="1213220050"/>
                  </p:ext>
                </p:extLst>
              </p:nvPr>
            </p:nvGraphicFramePr>
            <p:xfrm>
              <a:off x="9147865" y="1220003"/>
              <a:ext cx="2971800" cy="3086100"/>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tblGrid>
                  <a:tr h="342900">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000" t="-1786" r="-391000" b="-844643"/>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14773" t="-1786" r="-344318" b="-844643"/>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89000" t="-1786" r="-203000" b="-844643"/>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286139" t="-1786" r="-100990" b="-844643"/>
                          </a:stretch>
                        </a:blipFill>
                      </a:tcPr>
                    </a:tc>
                    <a:tc>
                      <a:txBody>
                        <a:bodyPr/>
                        <a:lstStyle/>
                        <a:p>
                          <a:endParaRPr lang="de-DE"/>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390000" t="-1786" r="-2000" b="-844643"/>
                          </a:stretch>
                        </a:blip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7"/>
                      </a:ext>
                    </a:extLst>
                  </a:tr>
                  <a:tr h="34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L="38100" marR="38100" marT="19050" marB="19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8"/>
                      </a:ext>
                    </a:extLst>
                  </a:tr>
                </a:tbl>
              </a:graphicData>
            </a:graphic>
          </p:graphicFrame>
        </mc:Fallback>
      </mc:AlternateContent>
      <mc:AlternateContent xmlns:mc="http://schemas.openxmlformats.org/markup-compatibility/2006" xmlns:a14="http://schemas.microsoft.com/office/drawing/2010/main">
        <mc:Choice Requires="a14">
          <p:sp>
            <p:nvSpPr>
              <p:cNvPr id="92" name="Rechteck 91">
                <a:extLst>
                  <a:ext uri="{FF2B5EF4-FFF2-40B4-BE49-F238E27FC236}">
                    <a16:creationId xmlns:a16="http://schemas.microsoft.com/office/drawing/2014/main" id="{802252FC-3237-4081-8B7D-A86BB16CC8ED}"/>
                  </a:ext>
                </a:extLst>
              </p:cNvPr>
              <p:cNvSpPr/>
              <p:nvPr/>
            </p:nvSpPr>
            <p:spPr>
              <a:xfrm>
                <a:off x="4957695" y="1968487"/>
                <a:ext cx="4473496" cy="1036309"/>
              </a:xfrm>
              <a:prstGeom prst="rect">
                <a:avLst/>
              </a:prstGeom>
            </p:spPr>
            <p:txBody>
              <a:bodyPr wrap="square">
                <a:spAutoFit/>
              </a:bodyPr>
              <a:lstStyle/>
              <a:p>
                <a:pPr lvl="0" eaLnBrk="1" hangingPunct="1">
                  <a:lnSpc>
                    <a:spcPct val="150000"/>
                  </a:lnSpc>
                  <a:spcBef>
                    <a:spcPct val="50000"/>
                  </a:spcBef>
                  <a:buClr>
                    <a:srgbClr val="3333CC"/>
                  </a:buClr>
                  <a:buNone/>
                  <a:defRPr/>
                </a:pPr>
                <a14:m>
                  <m:oMathPara xmlns:m="http://schemas.openxmlformats.org/officeDocument/2006/math">
                    <m:oMathParaPr>
                      <m:jc m:val="centerGroup"/>
                    </m:oMathParaPr>
                    <m:oMath xmlns:m="http://schemas.openxmlformats.org/officeDocument/2006/math">
                      <m:r>
                        <a:rPr lang="de-DE" altLang="de-DE" i="1" smtClean="0">
                          <a:solidFill>
                            <a:srgbClr val="000000"/>
                          </a:solidFill>
                          <a:latin typeface="Cambria Math" panose="02040503050406030204" pitchFamily="18" charset="0"/>
                        </a:rPr>
                        <m:t>𝑠</m:t>
                      </m:r>
                      <m:r>
                        <a:rPr lang="de-DE" altLang="de-DE" i="1" smtClean="0">
                          <a:solidFill>
                            <a:srgbClr val="000000"/>
                          </a:solidFill>
                          <a:latin typeface="Cambria Math" panose="02040503050406030204" pitchFamily="18" charset="0"/>
                        </a:rPr>
                        <m:t>=</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𝑎</m:t>
                          </m:r>
                        </m:e>
                      </m:acc>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𝑏</m:t>
                          </m:r>
                        </m:e>
                      </m:acc>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r>
                        <a:rPr lang="de-DE" altLang="de-DE" i="1">
                          <a:solidFill>
                            <a:srgbClr val="000000"/>
                          </a:solidFill>
                          <a:latin typeface="Cambria Math" panose="02040503050406030204" pitchFamily="18" charset="0"/>
                          <a:ea typeface="Cambria Math" panose="02040503050406030204" pitchFamily="18" charset="0"/>
                        </a:rPr>
                        <m:t>∨</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𝑎</m:t>
                          </m:r>
                        </m:e>
                      </m:acc>
                      <m:r>
                        <a:rPr lang="de-DE" altLang="de-DE" i="1">
                          <a:solidFill>
                            <a:srgbClr val="000000"/>
                          </a:solidFill>
                          <a:latin typeface="Cambria Math" panose="02040503050406030204" pitchFamily="18" charset="0"/>
                        </a:rPr>
                        <m:t>𝑏</m:t>
                      </m:r>
                      <m:acc>
                        <m:accPr>
                          <m:chr m:val="̅"/>
                          <m:ctrlPr>
                            <a:rPr lang="de-DE" altLang="de-DE" i="1">
                              <a:solidFill>
                                <a:srgbClr val="000000"/>
                              </a:solidFill>
                              <a:latin typeface="Cambria Math" panose="02040503050406030204" pitchFamily="18" charset="0"/>
                              <a:ea typeface="Cambria Math" panose="02040503050406030204" pitchFamily="18" charset="0"/>
                            </a:rPr>
                          </m:ctrlPr>
                        </m:accPr>
                        <m:e>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e>
                      </m:acc>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𝑏</m:t>
                          </m:r>
                        </m:e>
                      </m:acc>
                      <m:acc>
                        <m:accPr>
                          <m:chr m:val="̅"/>
                          <m:ctrlPr>
                            <a:rPr lang="de-DE" altLang="de-DE" i="1">
                              <a:solidFill>
                                <a:srgbClr val="000000"/>
                              </a:solidFill>
                              <a:latin typeface="Cambria Math" panose="02040503050406030204" pitchFamily="18" charset="0"/>
                              <a:ea typeface="Cambria Math" panose="02040503050406030204" pitchFamily="18" charset="0"/>
                            </a:rPr>
                          </m:ctrlPr>
                        </m:accPr>
                        <m:e>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e>
                      </m:acc>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𝑎𝑏</m:t>
                      </m:r>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oMath>
                  </m:oMathPara>
                </a14:m>
                <a:endParaRPr lang="de-DE" altLang="de-DE" dirty="0">
                  <a:solidFill>
                    <a:srgbClr val="000000"/>
                  </a:solidFill>
                </a:endParaRPr>
              </a:p>
              <a:p>
                <a:pPr eaLnBrk="1" hangingPunct="1">
                  <a:lnSpc>
                    <a:spcPct val="150000"/>
                  </a:lnSpc>
                  <a:spcBef>
                    <a:spcPct val="50000"/>
                  </a:spcBef>
                  <a:buClr>
                    <a:srgbClr val="3333CC"/>
                  </a:buClr>
                  <a:defRPr/>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r>
                        <a:rPr lang="de-DE" altLang="de-DE" i="1">
                          <a:solidFill>
                            <a:srgbClr val="000000"/>
                          </a:solidFill>
                          <a:latin typeface="Cambria Math" panose="02040503050406030204" pitchFamily="18" charset="0"/>
                        </a:rPr>
                        <m:t>=</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𝑎</m:t>
                          </m:r>
                        </m:e>
                      </m:acc>
                      <m:r>
                        <a:rPr lang="de-DE" altLang="de-DE" i="1">
                          <a:solidFill>
                            <a:srgbClr val="000000"/>
                          </a:solidFill>
                          <a:latin typeface="Cambria Math" panose="02040503050406030204" pitchFamily="18" charset="0"/>
                        </a:rPr>
                        <m:t>𝑏</m:t>
                      </m:r>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m:t>
                      </m:r>
                      <m:acc>
                        <m:accPr>
                          <m:chr m:val="̅"/>
                          <m:ctrlPr>
                            <a:rPr lang="de-DE" altLang="de-DE" i="1">
                              <a:solidFill>
                                <a:srgbClr val="000000"/>
                              </a:solidFill>
                              <a:latin typeface="Cambria Math" panose="02040503050406030204" pitchFamily="18" charset="0"/>
                            </a:rPr>
                          </m:ctrlPr>
                        </m:accPr>
                        <m:e>
                          <m:r>
                            <a:rPr lang="de-DE" altLang="de-DE" i="1">
                              <a:solidFill>
                                <a:srgbClr val="000000"/>
                              </a:solidFill>
                              <a:latin typeface="Cambria Math" panose="02040503050406030204" pitchFamily="18" charset="0"/>
                            </a:rPr>
                            <m:t>𝑏</m:t>
                          </m:r>
                        </m:e>
                      </m:acc>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𝑎𝑏</m:t>
                      </m:r>
                      <m:acc>
                        <m:accPr>
                          <m:chr m:val="̅"/>
                          <m:ctrlPr>
                            <a:rPr lang="de-DE" altLang="de-DE" i="1">
                              <a:solidFill>
                                <a:srgbClr val="000000"/>
                              </a:solidFill>
                              <a:latin typeface="Cambria Math" panose="02040503050406030204" pitchFamily="18" charset="0"/>
                              <a:ea typeface="Cambria Math" panose="02040503050406030204" pitchFamily="18" charset="0"/>
                            </a:rPr>
                          </m:ctrlPr>
                        </m:accPr>
                        <m:e>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e>
                      </m:acc>
                      <m:r>
                        <a:rPr lang="de-DE" altLang="de-DE" i="1">
                          <a:solidFill>
                            <a:srgbClr val="000000"/>
                          </a:solidFill>
                          <a:latin typeface="Cambria Math" panose="02040503050406030204" pitchFamily="18" charset="0"/>
                          <a:ea typeface="Cambria Math" panose="02040503050406030204" pitchFamily="18" charset="0"/>
                        </a:rPr>
                        <m:t>∨</m:t>
                      </m:r>
                      <m:r>
                        <a:rPr lang="de-DE" altLang="de-DE" i="1">
                          <a:solidFill>
                            <a:srgbClr val="000000"/>
                          </a:solidFill>
                          <a:latin typeface="Cambria Math" panose="02040503050406030204" pitchFamily="18" charset="0"/>
                          <a:ea typeface="Cambria Math" panose="02040503050406030204" pitchFamily="18" charset="0"/>
                        </a:rPr>
                        <m:t>𝑎𝑏</m:t>
                      </m:r>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oMath>
                  </m:oMathPara>
                </a14:m>
                <a:endParaRPr lang="de-DE" altLang="de-DE" dirty="0">
                  <a:solidFill>
                    <a:srgbClr val="000000"/>
                  </a:solidFill>
                </a:endParaRPr>
              </a:p>
            </p:txBody>
          </p:sp>
        </mc:Choice>
        <mc:Fallback xmlns="">
          <p:sp>
            <p:nvSpPr>
              <p:cNvPr id="92" name="Rechteck 91">
                <a:extLst>
                  <a:ext uri="{FF2B5EF4-FFF2-40B4-BE49-F238E27FC236}">
                    <a16:creationId xmlns:a16="http://schemas.microsoft.com/office/drawing/2014/main" id="{802252FC-3237-4081-8B7D-A86BB16CC8ED}"/>
                  </a:ext>
                </a:extLst>
              </p:cNvPr>
              <p:cNvSpPr>
                <a:spLocks noRot="1" noChangeAspect="1" noMove="1" noResize="1" noEditPoints="1" noAdjustHandles="1" noChangeArrowheads="1" noChangeShapeType="1" noTextEdit="1"/>
              </p:cNvSpPr>
              <p:nvPr/>
            </p:nvSpPr>
            <p:spPr>
              <a:xfrm>
                <a:off x="4957695" y="1968487"/>
                <a:ext cx="4473496" cy="1036309"/>
              </a:xfrm>
              <a:prstGeom prst="rect">
                <a:avLst/>
              </a:prstGeom>
              <a:blipFill>
                <a:blip r:embed="rId4"/>
                <a:stretch>
                  <a:fillRect/>
                </a:stretch>
              </a:blipFill>
            </p:spPr>
            <p:txBody>
              <a:bodyPr/>
              <a:lstStyle/>
              <a:p>
                <a:r>
                  <a:rPr lang="de-DE">
                    <a:noFill/>
                  </a:rPr>
                  <a:t> </a:t>
                </a:r>
              </a:p>
            </p:txBody>
          </p:sp>
        </mc:Fallback>
      </mc:AlternateContent>
      <p:sp>
        <p:nvSpPr>
          <p:cNvPr id="93" name="Rechteck 92">
            <a:extLst>
              <a:ext uri="{FF2B5EF4-FFF2-40B4-BE49-F238E27FC236}">
                <a16:creationId xmlns:a16="http://schemas.microsoft.com/office/drawing/2014/main" id="{3BCA5A7C-2A4D-441E-BD2F-AA0FA2F19457}"/>
              </a:ext>
            </a:extLst>
          </p:cNvPr>
          <p:cNvSpPr/>
          <p:nvPr/>
        </p:nvSpPr>
        <p:spPr bwMode="auto">
          <a:xfrm>
            <a:off x="2189931" y="4611758"/>
            <a:ext cx="523695"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94" name="Rechteck 93">
            <a:extLst>
              <a:ext uri="{FF2B5EF4-FFF2-40B4-BE49-F238E27FC236}">
                <a16:creationId xmlns:a16="http://schemas.microsoft.com/office/drawing/2014/main" id="{5450858A-2422-42C4-9159-556D8603551C}"/>
              </a:ext>
            </a:extLst>
          </p:cNvPr>
          <p:cNvSpPr/>
          <p:nvPr/>
        </p:nvSpPr>
        <p:spPr bwMode="auto">
          <a:xfrm>
            <a:off x="2185640" y="5261742"/>
            <a:ext cx="476086"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95" name="Rechteck 94">
                <a:extLst>
                  <a:ext uri="{FF2B5EF4-FFF2-40B4-BE49-F238E27FC236}">
                    <a16:creationId xmlns:a16="http://schemas.microsoft.com/office/drawing/2014/main" id="{2977E407-7D58-4D76-9AAD-2D65F3AA9FB1}"/>
                  </a:ext>
                </a:extLst>
              </p:cNvPr>
              <p:cNvSpPr/>
              <p:nvPr/>
            </p:nvSpPr>
            <p:spPr bwMode="auto">
              <a:xfrm>
                <a:off x="1006314" y="4608497"/>
                <a:ext cx="393459"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𝑎</m:t>
                          </m:r>
                        </m:e>
                        <m:sub>
                          <m:r>
                            <a:rPr lang="de-DE" altLang="de-DE" i="1">
                              <a:solidFill>
                                <a:srgbClr val="000000"/>
                              </a:solidFill>
                              <a:latin typeface="Cambria Math" panose="02040503050406030204" pitchFamily="18" charset="0"/>
                            </a:rPr>
                            <m:t>1</m:t>
                          </m:r>
                        </m:sub>
                      </m:sSub>
                    </m:oMath>
                  </m:oMathPara>
                </a14:m>
                <a:endParaRPr lang="de-DE">
                  <a:solidFill>
                    <a:schemeClr val="tx1"/>
                  </a:solidFill>
                  <a:latin typeface="Tahoma" pitchFamily="34" charset="0"/>
                </a:endParaRPr>
              </a:p>
            </p:txBody>
          </p:sp>
        </mc:Choice>
        <mc:Fallback xmlns="">
          <p:sp>
            <p:nvSpPr>
              <p:cNvPr id="95" name="Rechteck 94">
                <a:extLst>
                  <a:ext uri="{FF2B5EF4-FFF2-40B4-BE49-F238E27FC236}">
                    <a16:creationId xmlns:a16="http://schemas.microsoft.com/office/drawing/2014/main" id="{2977E407-7D58-4D76-9AAD-2D65F3AA9FB1}"/>
                  </a:ext>
                </a:extLst>
              </p:cNvPr>
              <p:cNvSpPr>
                <a:spLocks noRot="1" noChangeAspect="1" noMove="1" noResize="1" noEditPoints="1" noAdjustHandles="1" noChangeArrowheads="1" noChangeShapeType="1" noTextEdit="1"/>
              </p:cNvSpPr>
              <p:nvPr/>
            </p:nvSpPr>
            <p:spPr bwMode="auto">
              <a:xfrm>
                <a:off x="1006314" y="4608497"/>
                <a:ext cx="393459" cy="400110"/>
              </a:xfrm>
              <a:prstGeom prst="rect">
                <a:avLst/>
              </a:prstGeom>
              <a:blipFill>
                <a:blip r:embed="rId5"/>
                <a:stretch>
                  <a:fillRect l="-1493"/>
                </a:stretch>
              </a:blipFill>
              <a:ln w="12700">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96" name="Rechteck 95">
                <a:extLst>
                  <a:ext uri="{FF2B5EF4-FFF2-40B4-BE49-F238E27FC236}">
                    <a16:creationId xmlns:a16="http://schemas.microsoft.com/office/drawing/2014/main" id="{7A00FBCC-20D7-4F71-9480-6A39F4D2F04F}"/>
                  </a:ext>
                </a:extLst>
              </p:cNvPr>
              <p:cNvSpPr/>
              <p:nvPr/>
            </p:nvSpPr>
            <p:spPr bwMode="auto">
              <a:xfrm>
                <a:off x="1218309" y="5313819"/>
                <a:ext cx="393459"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𝑏</m:t>
                          </m:r>
                        </m:e>
                        <m:sub>
                          <m:r>
                            <a:rPr lang="de-DE" altLang="de-DE" i="1">
                              <a:solidFill>
                                <a:srgbClr val="000000"/>
                              </a:solidFill>
                              <a:latin typeface="Cambria Math" panose="02040503050406030204" pitchFamily="18" charset="0"/>
                            </a:rPr>
                            <m:t>1</m:t>
                          </m:r>
                        </m:sub>
                      </m:sSub>
                    </m:oMath>
                  </m:oMathPara>
                </a14:m>
                <a:endParaRPr lang="de-DE">
                  <a:solidFill>
                    <a:schemeClr val="tx1"/>
                  </a:solidFill>
                  <a:latin typeface="Tahoma" pitchFamily="34" charset="0"/>
                </a:endParaRPr>
              </a:p>
            </p:txBody>
          </p:sp>
        </mc:Choice>
        <mc:Fallback xmlns="">
          <p:sp>
            <p:nvSpPr>
              <p:cNvPr id="96" name="Rechteck 95">
                <a:extLst>
                  <a:ext uri="{FF2B5EF4-FFF2-40B4-BE49-F238E27FC236}">
                    <a16:creationId xmlns:a16="http://schemas.microsoft.com/office/drawing/2014/main" id="{7A00FBCC-20D7-4F71-9480-6A39F4D2F04F}"/>
                  </a:ext>
                </a:extLst>
              </p:cNvPr>
              <p:cNvSpPr>
                <a:spLocks noRot="1" noChangeAspect="1" noMove="1" noResize="1" noEditPoints="1" noAdjustHandles="1" noChangeArrowheads="1" noChangeShapeType="1" noTextEdit="1"/>
              </p:cNvSpPr>
              <p:nvPr/>
            </p:nvSpPr>
            <p:spPr bwMode="auto">
              <a:xfrm>
                <a:off x="1218309" y="5313819"/>
                <a:ext cx="393459" cy="400110"/>
              </a:xfrm>
              <a:prstGeom prst="rect">
                <a:avLst/>
              </a:prstGeom>
              <a:blipFill>
                <a:blip r:embed="rId6"/>
                <a:stretch>
                  <a:fillRect l="-7576"/>
                </a:stretch>
              </a:blipFill>
              <a:ln w="12700">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97" name="Rechteck 96">
                <a:extLst>
                  <a:ext uri="{FF2B5EF4-FFF2-40B4-BE49-F238E27FC236}">
                    <a16:creationId xmlns:a16="http://schemas.microsoft.com/office/drawing/2014/main" id="{4CA90C8A-8B81-49CB-A8B4-EC9FE3DFA085}"/>
                  </a:ext>
                </a:extLst>
              </p:cNvPr>
              <p:cNvSpPr/>
              <p:nvPr/>
            </p:nvSpPr>
            <p:spPr bwMode="auto">
              <a:xfrm>
                <a:off x="5130634" y="4611936"/>
                <a:ext cx="44456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𝑠</m:t>
                          </m:r>
                        </m:e>
                        <m:sub>
                          <m:r>
                            <a:rPr lang="de-DE" altLang="de-DE" i="1">
                              <a:solidFill>
                                <a:srgbClr val="000000"/>
                              </a:solidFill>
                              <a:latin typeface="Cambria Math" panose="02040503050406030204" pitchFamily="18" charset="0"/>
                            </a:rPr>
                            <m:t>1</m:t>
                          </m:r>
                        </m:sub>
                      </m:sSub>
                    </m:oMath>
                  </m:oMathPara>
                </a14:m>
                <a:endParaRPr lang="de-DE">
                  <a:solidFill>
                    <a:schemeClr val="tx1"/>
                  </a:solidFill>
                  <a:latin typeface="Tahoma" pitchFamily="34" charset="0"/>
                </a:endParaRPr>
              </a:p>
            </p:txBody>
          </p:sp>
        </mc:Choice>
        <mc:Fallback xmlns="">
          <p:sp>
            <p:nvSpPr>
              <p:cNvPr id="97" name="Rechteck 96">
                <a:extLst>
                  <a:ext uri="{FF2B5EF4-FFF2-40B4-BE49-F238E27FC236}">
                    <a16:creationId xmlns:a16="http://schemas.microsoft.com/office/drawing/2014/main" id="{4CA90C8A-8B81-49CB-A8B4-EC9FE3DFA085}"/>
                  </a:ext>
                </a:extLst>
              </p:cNvPr>
              <p:cNvSpPr>
                <a:spLocks noRot="1" noChangeAspect="1" noMove="1" noResize="1" noEditPoints="1" noAdjustHandles="1" noChangeArrowheads="1" noChangeShapeType="1" noTextEdit="1"/>
              </p:cNvSpPr>
              <p:nvPr/>
            </p:nvSpPr>
            <p:spPr bwMode="auto">
              <a:xfrm>
                <a:off x="5130634" y="4611936"/>
                <a:ext cx="444565" cy="400110"/>
              </a:xfrm>
              <a:prstGeom prst="rect">
                <a:avLst/>
              </a:prstGeom>
              <a:blipFill>
                <a:blip r:embed="rId7"/>
                <a:stretch>
                  <a:fillRect/>
                </a:stretch>
              </a:blipFill>
              <a:ln w="12700">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98" name="Rechteck 97">
                <a:extLst>
                  <a:ext uri="{FF2B5EF4-FFF2-40B4-BE49-F238E27FC236}">
                    <a16:creationId xmlns:a16="http://schemas.microsoft.com/office/drawing/2014/main" id="{B7EA15F7-7C55-474B-81DF-0FB82950C180}"/>
                  </a:ext>
                </a:extLst>
              </p:cNvPr>
              <p:cNvSpPr/>
              <p:nvPr/>
            </p:nvSpPr>
            <p:spPr bwMode="auto">
              <a:xfrm>
                <a:off x="5135579" y="5616210"/>
                <a:ext cx="57606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oMath>
                  </m:oMathPara>
                </a14:m>
                <a:endParaRPr lang="de-DE" altLang="de-DE">
                  <a:solidFill>
                    <a:srgbClr val="000000"/>
                  </a:solidFill>
                  <a:latin typeface="Tahoma" panose="020B0604030504040204" pitchFamily="34" charset="0"/>
                </a:endParaRPr>
              </a:p>
            </p:txBody>
          </p:sp>
        </mc:Choice>
        <mc:Fallback xmlns="">
          <p:sp>
            <p:nvSpPr>
              <p:cNvPr id="98" name="Rechteck 97">
                <a:extLst>
                  <a:ext uri="{FF2B5EF4-FFF2-40B4-BE49-F238E27FC236}">
                    <a16:creationId xmlns:a16="http://schemas.microsoft.com/office/drawing/2014/main" id="{B7EA15F7-7C55-474B-81DF-0FB82950C180}"/>
                  </a:ext>
                </a:extLst>
              </p:cNvPr>
              <p:cNvSpPr>
                <a:spLocks noRot="1" noChangeAspect="1" noMove="1" noResize="1" noEditPoints="1" noAdjustHandles="1" noChangeArrowheads="1" noChangeShapeType="1" noTextEdit="1"/>
              </p:cNvSpPr>
              <p:nvPr/>
            </p:nvSpPr>
            <p:spPr bwMode="auto">
              <a:xfrm>
                <a:off x="5135579" y="5616210"/>
                <a:ext cx="576065" cy="400110"/>
              </a:xfrm>
              <a:prstGeom prst="rect">
                <a:avLst/>
              </a:prstGeom>
              <a:blipFill>
                <a:blip r:embed="rId8"/>
                <a:stretch>
                  <a:fillRect/>
                </a:stretch>
              </a:blipFill>
              <a:ln w="12700">
                <a:headEnd type="none" w="med" len="med"/>
                <a:tailEnd type="none" w="med" len="med"/>
              </a:ln>
              <a:extLst/>
            </p:spPr>
            <p:txBody>
              <a:bodyPr/>
              <a:lstStyle/>
              <a:p>
                <a:r>
                  <a:rPr lang="de-DE">
                    <a:noFill/>
                  </a:rPr>
                  <a:t> </a:t>
                </a:r>
              </a:p>
            </p:txBody>
          </p:sp>
        </mc:Fallback>
      </mc:AlternateContent>
      <p:sp>
        <p:nvSpPr>
          <p:cNvPr id="99" name="Rechteck 98">
            <a:extLst>
              <a:ext uri="{FF2B5EF4-FFF2-40B4-BE49-F238E27FC236}">
                <a16:creationId xmlns:a16="http://schemas.microsoft.com/office/drawing/2014/main" id="{E4115A9A-949F-42B3-BFB8-7784E598A632}"/>
              </a:ext>
            </a:extLst>
          </p:cNvPr>
          <p:cNvSpPr/>
          <p:nvPr/>
        </p:nvSpPr>
        <p:spPr bwMode="auto">
          <a:xfrm>
            <a:off x="4211629" y="4613592"/>
            <a:ext cx="523695"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100" name="Rechteck 99">
            <a:extLst>
              <a:ext uri="{FF2B5EF4-FFF2-40B4-BE49-F238E27FC236}">
                <a16:creationId xmlns:a16="http://schemas.microsoft.com/office/drawing/2014/main" id="{F9ABBC73-445C-4C8D-A620-4AE1FC72F3ED}"/>
              </a:ext>
            </a:extLst>
          </p:cNvPr>
          <p:cNvSpPr/>
          <p:nvPr/>
        </p:nvSpPr>
        <p:spPr bwMode="auto">
          <a:xfrm>
            <a:off x="3541189" y="5017418"/>
            <a:ext cx="476086"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101" name="Rechteck 100">
                <a:extLst>
                  <a:ext uri="{FF2B5EF4-FFF2-40B4-BE49-F238E27FC236}">
                    <a16:creationId xmlns:a16="http://schemas.microsoft.com/office/drawing/2014/main" id="{8344E922-2E80-4595-B762-44547F9D1097}"/>
                  </a:ext>
                </a:extLst>
              </p:cNvPr>
              <p:cNvSpPr/>
              <p:nvPr/>
            </p:nvSpPr>
            <p:spPr bwMode="auto">
              <a:xfrm>
                <a:off x="2556236" y="4081384"/>
                <a:ext cx="523695" cy="400110"/>
              </a:xfrm>
              <a:prstGeom prst="rect">
                <a:avLst/>
              </a:prstGeom>
              <a:ln w="12700">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𝑖𝑛</m:t>
                          </m:r>
                        </m:sub>
                      </m:sSub>
                    </m:oMath>
                  </m:oMathPara>
                </a14:m>
                <a:endParaRPr lang="de-DE" altLang="de-DE">
                  <a:solidFill>
                    <a:srgbClr val="000000"/>
                  </a:solidFill>
                  <a:latin typeface="Tahoma" panose="020B0604030504040204" pitchFamily="34" charset="0"/>
                </a:endParaRPr>
              </a:p>
            </p:txBody>
          </p:sp>
        </mc:Choice>
        <mc:Fallback xmlns="">
          <p:sp>
            <p:nvSpPr>
              <p:cNvPr id="101" name="Rechteck 100">
                <a:extLst>
                  <a:ext uri="{FF2B5EF4-FFF2-40B4-BE49-F238E27FC236}">
                    <a16:creationId xmlns:a16="http://schemas.microsoft.com/office/drawing/2014/main" id="{8344E922-2E80-4595-B762-44547F9D1097}"/>
                  </a:ext>
                </a:extLst>
              </p:cNvPr>
              <p:cNvSpPr>
                <a:spLocks noRot="1" noChangeAspect="1" noMove="1" noResize="1" noEditPoints="1" noAdjustHandles="1" noChangeArrowheads="1" noChangeShapeType="1" noTextEdit="1"/>
              </p:cNvSpPr>
              <p:nvPr/>
            </p:nvSpPr>
            <p:spPr bwMode="auto">
              <a:xfrm>
                <a:off x="2556236" y="4081384"/>
                <a:ext cx="523695" cy="400110"/>
              </a:xfrm>
              <a:prstGeom prst="rect">
                <a:avLst/>
              </a:prstGeom>
              <a:blipFill>
                <a:blip r:embed="rId9"/>
                <a:stretch>
                  <a:fillRect/>
                </a:stretch>
              </a:blipFill>
              <a:ln w="12700">
                <a:headEnd type="none" w="med" len="med"/>
                <a:tailEnd type="none" w="med" len="med"/>
              </a:ln>
              <a:extLst/>
            </p:spPr>
            <p:txBody>
              <a:bodyPr/>
              <a:lstStyle/>
              <a:p>
                <a:r>
                  <a:rPr lang="de-DE">
                    <a:noFill/>
                  </a:rPr>
                  <a:t> </a:t>
                </a:r>
              </a:p>
            </p:txBody>
          </p:sp>
        </mc:Fallback>
      </mc:AlternateContent>
      <p:cxnSp>
        <p:nvCxnSpPr>
          <p:cNvPr id="102" name="Verbinder: gewinkelt 101">
            <a:extLst>
              <a:ext uri="{FF2B5EF4-FFF2-40B4-BE49-F238E27FC236}">
                <a16:creationId xmlns:a16="http://schemas.microsoft.com/office/drawing/2014/main" id="{7AD9AA83-0433-4B5E-A773-D0B11F7B3081}"/>
              </a:ext>
            </a:extLst>
          </p:cNvPr>
          <p:cNvCxnSpPr>
            <a:cxnSpLocks/>
          </p:cNvCxnSpPr>
          <p:nvPr/>
        </p:nvCxnSpPr>
        <p:spPr bwMode="auto">
          <a:xfrm flipV="1">
            <a:off x="1615958" y="5549774"/>
            <a:ext cx="569682" cy="52077"/>
          </a:xfrm>
          <a:prstGeom prst="bentConnector3">
            <a:avLst>
              <a:gd name="adj1" fmla="val 50000"/>
            </a:avLst>
          </a:prstGeom>
          <a:ln w="28575" cap="flat" cmpd="sng" algn="ctr">
            <a:solidFill>
              <a:schemeClr val="accent5">
                <a:lumMod val="75000"/>
              </a:schemeClr>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2"/>
          </a:lnRef>
          <a:fillRef idx="0">
            <a:schemeClr val="accent2"/>
          </a:fillRef>
          <a:effectRef idx="0">
            <a:schemeClr val="accent2"/>
          </a:effectRef>
          <a:fontRef idx="minor">
            <a:schemeClr val="tx1"/>
          </a:fontRef>
        </p:style>
      </p:cxnSp>
      <p:cxnSp>
        <p:nvCxnSpPr>
          <p:cNvPr id="103" name="Verbinder: gewinkelt 102">
            <a:extLst>
              <a:ext uri="{FF2B5EF4-FFF2-40B4-BE49-F238E27FC236}">
                <a16:creationId xmlns:a16="http://schemas.microsoft.com/office/drawing/2014/main" id="{837280A1-48EE-4A54-B137-A01E72AB9B1D}"/>
              </a:ext>
            </a:extLst>
          </p:cNvPr>
          <p:cNvCxnSpPr>
            <a:cxnSpLocks/>
            <a:stCxn id="95" idx="3"/>
          </p:cNvCxnSpPr>
          <p:nvPr/>
        </p:nvCxnSpPr>
        <p:spPr bwMode="auto">
          <a:xfrm flipV="1">
            <a:off x="1399773" y="4741016"/>
            <a:ext cx="790158" cy="67536"/>
          </a:xfrm>
          <a:prstGeom prst="bentConnector3">
            <a:avLst>
              <a:gd name="adj1" fmla="val 50000"/>
            </a:avLst>
          </a:prstGeom>
          <a:ln w="28575" cap="flat" cmpd="sng" algn="ctr">
            <a:solidFill>
              <a:schemeClr val="accent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04" name="Verbinder: gewinkelt 103">
            <a:extLst>
              <a:ext uri="{FF2B5EF4-FFF2-40B4-BE49-F238E27FC236}">
                <a16:creationId xmlns:a16="http://schemas.microsoft.com/office/drawing/2014/main" id="{B48CDB3F-A7B1-454C-9A1A-2EF073C3DBFD}"/>
              </a:ext>
            </a:extLst>
          </p:cNvPr>
          <p:cNvCxnSpPr>
            <a:cxnSpLocks/>
            <a:stCxn id="96" idx="3"/>
            <a:endCxn id="93" idx="1"/>
          </p:cNvCxnSpPr>
          <p:nvPr/>
        </p:nvCxnSpPr>
        <p:spPr bwMode="auto">
          <a:xfrm flipV="1">
            <a:off x="1611768" y="4811813"/>
            <a:ext cx="578163" cy="702061"/>
          </a:xfrm>
          <a:prstGeom prst="bentConnector3">
            <a:avLst>
              <a:gd name="adj1" fmla="val 50000"/>
            </a:avLst>
          </a:prstGeom>
          <a:ln w="28575" cap="flat" cmpd="sng" algn="ctr">
            <a:solidFill>
              <a:schemeClr val="accent5">
                <a:lumMod val="75000"/>
              </a:schemeClr>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2"/>
          </a:lnRef>
          <a:fillRef idx="0">
            <a:schemeClr val="accent2"/>
          </a:fillRef>
          <a:effectRef idx="0">
            <a:schemeClr val="accent2"/>
          </a:effectRef>
          <a:fontRef idx="minor">
            <a:schemeClr val="tx1"/>
          </a:fontRef>
        </p:style>
      </p:cxnSp>
      <p:cxnSp>
        <p:nvCxnSpPr>
          <p:cNvPr id="105" name="Verbinder: gewinkelt 104">
            <a:extLst>
              <a:ext uri="{FF2B5EF4-FFF2-40B4-BE49-F238E27FC236}">
                <a16:creationId xmlns:a16="http://schemas.microsoft.com/office/drawing/2014/main" id="{6B012596-C644-4179-8A1F-8B168633AD9C}"/>
              </a:ext>
            </a:extLst>
          </p:cNvPr>
          <p:cNvCxnSpPr>
            <a:cxnSpLocks/>
            <a:stCxn id="95" idx="3"/>
            <a:endCxn id="94" idx="1"/>
          </p:cNvCxnSpPr>
          <p:nvPr/>
        </p:nvCxnSpPr>
        <p:spPr bwMode="auto">
          <a:xfrm>
            <a:off x="1399773" y="4808552"/>
            <a:ext cx="785867" cy="653245"/>
          </a:xfrm>
          <a:prstGeom prst="bentConnector3">
            <a:avLst>
              <a:gd name="adj1" fmla="val 50000"/>
            </a:avLst>
          </a:prstGeom>
          <a:ln w="28575" cap="flat" cmpd="sng" algn="ctr">
            <a:solidFill>
              <a:schemeClr val="accent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sp>
        <p:nvSpPr>
          <p:cNvPr id="106" name="Rechteck 105">
            <a:extLst>
              <a:ext uri="{FF2B5EF4-FFF2-40B4-BE49-F238E27FC236}">
                <a16:creationId xmlns:a16="http://schemas.microsoft.com/office/drawing/2014/main" id="{176E59B5-6F8E-4420-BFA9-F30306BC7446}"/>
              </a:ext>
            </a:extLst>
          </p:cNvPr>
          <p:cNvSpPr/>
          <p:nvPr/>
        </p:nvSpPr>
        <p:spPr bwMode="auto">
          <a:xfrm>
            <a:off x="4233641" y="5616210"/>
            <a:ext cx="697037" cy="400110"/>
          </a:xfrm>
          <a:prstGeom prst="rect">
            <a:avLst/>
          </a:prstGeom>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&gt;=1</a:t>
            </a:r>
          </a:p>
        </p:txBody>
      </p:sp>
      <p:cxnSp>
        <p:nvCxnSpPr>
          <p:cNvPr id="107" name="Verbinder: gewinkelt 106">
            <a:extLst>
              <a:ext uri="{FF2B5EF4-FFF2-40B4-BE49-F238E27FC236}">
                <a16:creationId xmlns:a16="http://schemas.microsoft.com/office/drawing/2014/main" id="{08836E38-CF22-40D5-9E18-FF16D481D626}"/>
              </a:ext>
            </a:extLst>
          </p:cNvPr>
          <p:cNvCxnSpPr>
            <a:cxnSpLocks/>
            <a:stCxn id="100" idx="3"/>
            <a:endCxn id="106" idx="1"/>
          </p:cNvCxnSpPr>
          <p:nvPr/>
        </p:nvCxnSpPr>
        <p:spPr bwMode="auto">
          <a:xfrm>
            <a:off x="4017275" y="5217473"/>
            <a:ext cx="216366" cy="598792"/>
          </a:xfrm>
          <a:prstGeom prst="bentConnector3">
            <a:avLst/>
          </a:prstGeom>
          <a:ln w="2857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dk1"/>
          </a:lnRef>
          <a:fillRef idx="0">
            <a:schemeClr val="dk1"/>
          </a:fillRef>
          <a:effectRef idx="0">
            <a:schemeClr val="dk1"/>
          </a:effectRef>
          <a:fontRef idx="minor">
            <a:schemeClr val="tx1"/>
          </a:fontRef>
        </p:style>
      </p:cxnSp>
      <p:cxnSp>
        <p:nvCxnSpPr>
          <p:cNvPr id="108" name="Gerader Verbinder 107">
            <a:extLst>
              <a:ext uri="{FF2B5EF4-FFF2-40B4-BE49-F238E27FC236}">
                <a16:creationId xmlns:a16="http://schemas.microsoft.com/office/drawing/2014/main" id="{8E37AC09-1F0A-4433-AB07-4B7DC1006905}"/>
              </a:ext>
            </a:extLst>
          </p:cNvPr>
          <p:cNvCxnSpPr>
            <a:stCxn id="106" idx="3"/>
            <a:endCxn id="98" idx="1"/>
          </p:cNvCxnSpPr>
          <p:nvPr/>
        </p:nvCxnSpPr>
        <p:spPr>
          <a:xfrm>
            <a:off x="4930678" y="5816265"/>
            <a:ext cx="204901" cy="0"/>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9" name="Gerader Verbinder 108">
            <a:extLst>
              <a:ext uri="{FF2B5EF4-FFF2-40B4-BE49-F238E27FC236}">
                <a16:creationId xmlns:a16="http://schemas.microsoft.com/office/drawing/2014/main" id="{2EBAC5FB-FB03-42D5-92B0-5C812F79E4D0}"/>
              </a:ext>
            </a:extLst>
          </p:cNvPr>
          <p:cNvCxnSpPr>
            <a:cxnSpLocks/>
            <a:stCxn id="99" idx="3"/>
            <a:endCxn id="97" idx="1"/>
          </p:cNvCxnSpPr>
          <p:nvPr/>
        </p:nvCxnSpPr>
        <p:spPr>
          <a:xfrm flipV="1">
            <a:off x="4735324" y="4811991"/>
            <a:ext cx="395310" cy="1656"/>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0" name="Verbinder: gewinkelt 109">
            <a:extLst>
              <a:ext uri="{FF2B5EF4-FFF2-40B4-BE49-F238E27FC236}">
                <a16:creationId xmlns:a16="http://schemas.microsoft.com/office/drawing/2014/main" id="{73B46514-E7E3-4344-B004-88B0C34B0D27}"/>
              </a:ext>
            </a:extLst>
          </p:cNvPr>
          <p:cNvCxnSpPr>
            <a:cxnSpLocks/>
          </p:cNvCxnSpPr>
          <p:nvPr/>
        </p:nvCxnSpPr>
        <p:spPr bwMode="auto">
          <a:xfrm>
            <a:off x="3079931" y="4233699"/>
            <a:ext cx="1131698" cy="532208"/>
          </a:xfrm>
          <a:prstGeom prst="bentConnector3">
            <a:avLst>
              <a:gd name="adj1" fmla="val 50000"/>
            </a:avLst>
          </a:prstGeom>
          <a:ln w="28575" cap="flat" cmpd="sng" algn="ctr">
            <a:solidFill>
              <a:srgbClr val="00CC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11" name="Verbinder: gewinkelt 110">
            <a:extLst>
              <a:ext uri="{FF2B5EF4-FFF2-40B4-BE49-F238E27FC236}">
                <a16:creationId xmlns:a16="http://schemas.microsoft.com/office/drawing/2014/main" id="{BB35EF82-E45D-40E3-90EB-FE471B018DB7}"/>
              </a:ext>
            </a:extLst>
          </p:cNvPr>
          <p:cNvCxnSpPr>
            <a:cxnSpLocks/>
          </p:cNvCxnSpPr>
          <p:nvPr/>
        </p:nvCxnSpPr>
        <p:spPr bwMode="auto">
          <a:xfrm>
            <a:off x="3079931" y="4233699"/>
            <a:ext cx="461258" cy="936034"/>
          </a:xfrm>
          <a:prstGeom prst="bentConnector3">
            <a:avLst>
              <a:gd name="adj1" fmla="val 50000"/>
            </a:avLst>
          </a:prstGeom>
          <a:ln w="28575" cap="flat" cmpd="sng" algn="ctr">
            <a:solidFill>
              <a:srgbClr val="00CC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12" name="Verbinder: gewinkelt 111">
            <a:extLst>
              <a:ext uri="{FF2B5EF4-FFF2-40B4-BE49-F238E27FC236}">
                <a16:creationId xmlns:a16="http://schemas.microsoft.com/office/drawing/2014/main" id="{D40C5CD2-CA56-490F-9B95-111F088E2BA8}"/>
              </a:ext>
            </a:extLst>
          </p:cNvPr>
          <p:cNvCxnSpPr>
            <a:cxnSpLocks/>
            <a:stCxn id="93" idx="3"/>
            <a:endCxn id="99" idx="1"/>
          </p:cNvCxnSpPr>
          <p:nvPr/>
        </p:nvCxnSpPr>
        <p:spPr bwMode="auto">
          <a:xfrm>
            <a:off x="2713626" y="4811813"/>
            <a:ext cx="1498003" cy="1834"/>
          </a:xfrm>
          <a:prstGeom prst="bentConnector3">
            <a:avLst>
              <a:gd name="adj1" fmla="val 50000"/>
            </a:avLst>
          </a:prstGeom>
          <a:ln w="28575" cap="flat" cmpd="sng" algn="ctr">
            <a:solidFill>
              <a:srgbClr val="CC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13" name="Verbinder: gewinkelt 112">
            <a:extLst>
              <a:ext uri="{FF2B5EF4-FFF2-40B4-BE49-F238E27FC236}">
                <a16:creationId xmlns:a16="http://schemas.microsoft.com/office/drawing/2014/main" id="{8B58596A-1FC8-4D57-B696-E1BDE123751F}"/>
              </a:ext>
            </a:extLst>
          </p:cNvPr>
          <p:cNvCxnSpPr>
            <a:cxnSpLocks/>
            <a:stCxn id="93" idx="3"/>
            <a:endCxn id="100" idx="1"/>
          </p:cNvCxnSpPr>
          <p:nvPr/>
        </p:nvCxnSpPr>
        <p:spPr bwMode="auto">
          <a:xfrm>
            <a:off x="2713626" y="4811813"/>
            <a:ext cx="827563" cy="405660"/>
          </a:xfrm>
          <a:prstGeom prst="bentConnector3">
            <a:avLst>
              <a:gd name="adj1" fmla="val 50000"/>
            </a:avLst>
          </a:prstGeom>
          <a:ln w="28575" cap="flat" cmpd="sng" algn="ctr">
            <a:solidFill>
              <a:srgbClr val="CC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cxnSp>
      <p:cxnSp>
        <p:nvCxnSpPr>
          <p:cNvPr id="114" name="Verbinder: gewinkelt 113">
            <a:extLst>
              <a:ext uri="{FF2B5EF4-FFF2-40B4-BE49-F238E27FC236}">
                <a16:creationId xmlns:a16="http://schemas.microsoft.com/office/drawing/2014/main" id="{BAEB040F-BF3B-4880-B06F-74514CC6F1E3}"/>
              </a:ext>
            </a:extLst>
          </p:cNvPr>
          <p:cNvCxnSpPr>
            <a:cxnSpLocks/>
            <a:stCxn id="94" idx="3"/>
            <a:endCxn id="106" idx="1"/>
          </p:cNvCxnSpPr>
          <p:nvPr/>
        </p:nvCxnSpPr>
        <p:spPr bwMode="auto">
          <a:xfrm>
            <a:off x="2661726" y="5461797"/>
            <a:ext cx="1571915" cy="354468"/>
          </a:xfrm>
          <a:prstGeom prst="bentConnector3">
            <a:avLst/>
          </a:prstGeom>
          <a:ln w="2857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tyle>
          <a:lnRef idx="1">
            <a:schemeClr val="dk1"/>
          </a:lnRef>
          <a:fillRef idx="0">
            <a:schemeClr val="dk1"/>
          </a:fillRef>
          <a:effectRef idx="0">
            <a:schemeClr val="dk1"/>
          </a:effectRef>
          <a:fontRef idx="minor">
            <a:schemeClr val="tx1"/>
          </a:fontRef>
        </p:style>
      </p:cxnSp>
      <p:grpSp>
        <p:nvGrpSpPr>
          <p:cNvPr id="115" name="Gruppieren 114">
            <a:extLst>
              <a:ext uri="{FF2B5EF4-FFF2-40B4-BE49-F238E27FC236}">
                <a16:creationId xmlns:a16="http://schemas.microsoft.com/office/drawing/2014/main" id="{4B374F3E-C045-4ED6-AEF2-F4666860F480}"/>
              </a:ext>
            </a:extLst>
          </p:cNvPr>
          <p:cNvGrpSpPr/>
          <p:nvPr/>
        </p:nvGrpSpPr>
        <p:grpSpPr>
          <a:xfrm>
            <a:off x="8294258" y="4198248"/>
            <a:ext cx="2438400" cy="2073275"/>
            <a:chOff x="1403648" y="1772816"/>
            <a:chExt cx="2438400" cy="2073275"/>
          </a:xfrm>
        </p:grpSpPr>
        <p:grpSp>
          <p:nvGrpSpPr>
            <p:cNvPr id="116" name="Group 20">
              <a:extLst>
                <a:ext uri="{FF2B5EF4-FFF2-40B4-BE49-F238E27FC236}">
                  <a16:creationId xmlns:a16="http://schemas.microsoft.com/office/drawing/2014/main" id="{80DDD79F-ED95-4EF7-AECF-D5A2CE0D6481}"/>
                </a:ext>
              </a:extLst>
            </p:cNvPr>
            <p:cNvGrpSpPr>
              <a:grpSpLocks/>
            </p:cNvGrpSpPr>
            <p:nvPr/>
          </p:nvGrpSpPr>
          <p:grpSpPr bwMode="auto">
            <a:xfrm>
              <a:off x="1403648" y="1772816"/>
              <a:ext cx="2286000" cy="2073275"/>
              <a:chOff x="1248" y="2774"/>
              <a:chExt cx="1440" cy="1306"/>
            </a:xfrm>
          </p:grpSpPr>
          <p:grpSp>
            <p:nvGrpSpPr>
              <p:cNvPr id="119" name="Group 21">
                <a:extLst>
                  <a:ext uri="{FF2B5EF4-FFF2-40B4-BE49-F238E27FC236}">
                    <a16:creationId xmlns:a16="http://schemas.microsoft.com/office/drawing/2014/main" id="{94A832AC-0F03-4F0F-A209-C8AC476027B1}"/>
                  </a:ext>
                </a:extLst>
              </p:cNvPr>
              <p:cNvGrpSpPr>
                <a:grpSpLocks/>
              </p:cNvGrpSpPr>
              <p:nvPr/>
            </p:nvGrpSpPr>
            <p:grpSpPr bwMode="auto">
              <a:xfrm>
                <a:off x="1920" y="2774"/>
                <a:ext cx="288" cy="480"/>
                <a:chOff x="2688" y="1968"/>
                <a:chExt cx="288" cy="480"/>
              </a:xfrm>
            </p:grpSpPr>
            <mc:AlternateContent xmlns:mc="http://schemas.openxmlformats.org/markup-compatibility/2006" xmlns:a14="http://schemas.microsoft.com/office/drawing/2010/main">
              <mc:Choice Requires="a14">
                <p:sp>
                  <p:nvSpPr>
                    <p:cNvPr id="128" name="Text Box 22">
                      <a:extLst>
                        <a:ext uri="{FF2B5EF4-FFF2-40B4-BE49-F238E27FC236}">
                          <a16:creationId xmlns:a16="http://schemas.microsoft.com/office/drawing/2014/main" id="{1EC56567-06AF-4AB2-8A5D-F76383C81431}"/>
                        </a:ext>
                      </a:extLst>
                    </p:cNvPr>
                    <p:cNvSpPr txBox="1">
                      <a:spLocks noChangeArrowheads="1"/>
                    </p:cNvSpPr>
                    <p:nvPr/>
                  </p:nvSpPr>
                  <p:spPr bwMode="auto">
                    <a:xfrm>
                      <a:off x="2688" y="1968"/>
                      <a:ext cx="288" cy="25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b="0" i="1" smtClean="0">
                                    <a:solidFill>
                                      <a:srgbClr val="000000"/>
                                    </a:solidFill>
                                    <a:latin typeface="Cambria Math" panose="02040503050406030204" pitchFamily="18" charset="0"/>
                                  </a:rPr>
                                  <m:t>𝑏</m:t>
                                </m:r>
                              </m:e>
                              <m:sub>
                                <m:r>
                                  <a:rPr lang="de-DE" altLang="de-DE" sz="2000" b="0" i="1" smtClean="0">
                                    <a:solidFill>
                                      <a:srgbClr val="000000"/>
                                    </a:solidFill>
                                    <a:latin typeface="Cambria Math" panose="02040503050406030204" pitchFamily="18" charset="0"/>
                                  </a:rPr>
                                  <m:t>1</m:t>
                                </m:r>
                              </m:sub>
                            </m:sSub>
                          </m:oMath>
                        </m:oMathPara>
                      </a14:m>
                      <a:endParaRPr lang="de-DE" altLang="de-DE" sz="2000">
                        <a:solidFill>
                          <a:srgbClr val="000000"/>
                        </a:solidFill>
                      </a:endParaRPr>
                    </a:p>
                  </p:txBody>
                </p:sp>
              </mc:Choice>
              <mc:Fallback xmlns="">
                <p:sp>
                  <p:nvSpPr>
                    <p:cNvPr id="61" name="Text Box 22">
                      <a:extLst>
                        <a:ext uri="{FF2B5EF4-FFF2-40B4-BE49-F238E27FC236}">
                          <a16:creationId xmlns:a16="http://schemas.microsoft.com/office/drawing/2014/main" id="{B2EF1593-610E-41EA-8A44-746FF5B8A549}"/>
                        </a:ext>
                      </a:extLst>
                    </p:cNvPr>
                    <p:cNvSpPr txBox="1">
                      <a:spLocks noRot="1" noChangeAspect="1" noMove="1" noResize="1" noEditPoints="1" noAdjustHandles="1" noChangeArrowheads="1" noChangeShapeType="1" noTextEdit="1"/>
                    </p:cNvSpPr>
                    <p:nvPr/>
                  </p:nvSpPr>
                  <p:spPr bwMode="auto">
                    <a:xfrm>
                      <a:off x="2688" y="1968"/>
                      <a:ext cx="288" cy="250"/>
                    </a:xfrm>
                    <a:prstGeom prst="rect">
                      <a:avLst/>
                    </a:prstGeom>
                    <a:blipFill>
                      <a:blip r:embed="rId10"/>
                      <a:stretch>
                        <a:fillRect l="-5333" b="-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129" name="Line 23">
                  <a:extLst>
                    <a:ext uri="{FF2B5EF4-FFF2-40B4-BE49-F238E27FC236}">
                      <a16:creationId xmlns:a16="http://schemas.microsoft.com/office/drawing/2014/main" id="{61CD70BF-0F4C-41F5-A288-5944CDB6F18F}"/>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p:grpSp>
            <p:nvGrpSpPr>
              <p:cNvPr id="120" name="Group 24">
                <a:extLst>
                  <a:ext uri="{FF2B5EF4-FFF2-40B4-BE49-F238E27FC236}">
                    <a16:creationId xmlns:a16="http://schemas.microsoft.com/office/drawing/2014/main" id="{30B6A94E-B32B-4616-9C83-056437FCA148}"/>
                  </a:ext>
                </a:extLst>
              </p:cNvPr>
              <p:cNvGrpSpPr>
                <a:grpSpLocks/>
              </p:cNvGrpSpPr>
              <p:nvPr/>
            </p:nvGrpSpPr>
            <p:grpSpPr bwMode="auto">
              <a:xfrm>
                <a:off x="1680" y="2774"/>
                <a:ext cx="288" cy="480"/>
                <a:chOff x="2688" y="1968"/>
                <a:chExt cx="288" cy="480"/>
              </a:xfrm>
            </p:grpSpPr>
            <mc:AlternateContent xmlns:mc="http://schemas.openxmlformats.org/markup-compatibility/2006" xmlns:a14="http://schemas.microsoft.com/office/drawing/2010/main">
              <mc:Choice Requires="a14">
                <p:sp>
                  <p:nvSpPr>
                    <p:cNvPr id="126" name="Text Box 25">
                      <a:extLst>
                        <a:ext uri="{FF2B5EF4-FFF2-40B4-BE49-F238E27FC236}">
                          <a16:creationId xmlns:a16="http://schemas.microsoft.com/office/drawing/2014/main" id="{3C34491E-3228-462E-942C-1798210FA307}"/>
                        </a:ext>
                      </a:extLst>
                    </p:cNvPr>
                    <p:cNvSpPr txBox="1">
                      <a:spLocks noChangeArrowheads="1"/>
                    </p:cNvSpPr>
                    <p:nvPr/>
                  </p:nvSpPr>
                  <p:spPr bwMode="auto">
                    <a:xfrm>
                      <a:off x="2688" y="1968"/>
                      <a:ext cx="288" cy="25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smtClean="0">
                                    <a:solidFill>
                                      <a:srgbClr val="000000"/>
                                    </a:solidFill>
                                    <a:latin typeface="Cambria Math" panose="02040503050406030204" pitchFamily="18" charset="0"/>
                                  </a:rPr>
                                </m:ctrlPr>
                              </m:sSubPr>
                              <m:e>
                                <m:r>
                                  <a:rPr lang="de-DE" altLang="de-DE" sz="2000" b="0" i="1" smtClean="0">
                                    <a:solidFill>
                                      <a:srgbClr val="000000"/>
                                    </a:solidFill>
                                    <a:latin typeface="Cambria Math" panose="02040503050406030204" pitchFamily="18" charset="0"/>
                                  </a:rPr>
                                  <m:t>𝑎</m:t>
                                </m:r>
                              </m:e>
                              <m:sub>
                                <m:r>
                                  <a:rPr lang="de-DE" altLang="de-DE" sz="2000" b="0" i="1" smtClean="0">
                                    <a:solidFill>
                                      <a:srgbClr val="000000"/>
                                    </a:solidFill>
                                    <a:latin typeface="Cambria Math" panose="02040503050406030204" pitchFamily="18" charset="0"/>
                                  </a:rPr>
                                  <m:t>1</m:t>
                                </m:r>
                              </m:sub>
                            </m:sSub>
                          </m:oMath>
                        </m:oMathPara>
                      </a14:m>
                      <a:endParaRPr lang="de-DE" altLang="de-DE" sz="2000">
                        <a:solidFill>
                          <a:srgbClr val="000000"/>
                        </a:solidFill>
                      </a:endParaRPr>
                    </a:p>
                  </p:txBody>
                </p:sp>
              </mc:Choice>
              <mc:Fallback xmlns="">
                <p:sp>
                  <p:nvSpPr>
                    <p:cNvPr id="59" name="Text Box 25">
                      <a:extLst>
                        <a:ext uri="{FF2B5EF4-FFF2-40B4-BE49-F238E27FC236}">
                          <a16:creationId xmlns:a16="http://schemas.microsoft.com/office/drawing/2014/main" id="{D1AC2A33-378A-4605-9372-A42CC9059D54}"/>
                        </a:ext>
                      </a:extLst>
                    </p:cNvPr>
                    <p:cNvSpPr txBox="1">
                      <a:spLocks noRot="1" noChangeAspect="1" noMove="1" noResize="1" noEditPoints="1" noAdjustHandles="1" noChangeArrowheads="1" noChangeShapeType="1" noTextEdit="1"/>
                    </p:cNvSpPr>
                    <p:nvPr/>
                  </p:nvSpPr>
                  <p:spPr bwMode="auto">
                    <a:xfrm>
                      <a:off x="2688" y="1968"/>
                      <a:ext cx="288" cy="250"/>
                    </a:xfrm>
                    <a:prstGeom prst="rect">
                      <a:avLst/>
                    </a:prstGeom>
                    <a:blipFill>
                      <a:blip r:embed="rId11"/>
                      <a:stretch>
                        <a:fillRect b="-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127" name="Line 26">
                  <a:extLst>
                    <a:ext uri="{FF2B5EF4-FFF2-40B4-BE49-F238E27FC236}">
                      <a16:creationId xmlns:a16="http://schemas.microsoft.com/office/drawing/2014/main" id="{01AB8D44-CD4A-4944-902A-2DDFCDE5F36F}"/>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121" name="Text Box 27">
                    <a:extLst>
                      <a:ext uri="{FF2B5EF4-FFF2-40B4-BE49-F238E27FC236}">
                        <a16:creationId xmlns:a16="http://schemas.microsoft.com/office/drawing/2014/main" id="{23C341D8-ED2D-406C-AF52-95502793378A}"/>
                      </a:ext>
                    </a:extLst>
                  </p:cNvPr>
                  <p:cNvSpPr txBox="1">
                    <a:spLocks noChangeArrowheads="1"/>
                  </p:cNvSpPr>
                  <p:nvPr/>
                </p:nvSpPr>
                <p:spPr bwMode="auto">
                  <a:xfrm>
                    <a:off x="1824" y="3830"/>
                    <a:ext cx="288" cy="250"/>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r>
                            <a:rPr lang="de-DE" altLang="de-DE" sz="2000" i="1">
                              <a:solidFill>
                                <a:srgbClr val="000000"/>
                              </a:solidFill>
                              <a:latin typeface="Cambria Math" panose="02040503050406030204" pitchFamily="18" charset="0"/>
                            </a:rPr>
                            <m:t>𝑠</m:t>
                          </m:r>
                        </m:oMath>
                      </m:oMathPara>
                    </a14:m>
                    <a:endParaRPr lang="de-DE" altLang="de-DE" sz="2000">
                      <a:solidFill>
                        <a:srgbClr val="000000"/>
                      </a:solidFill>
                    </a:endParaRPr>
                  </a:p>
                </p:txBody>
              </p:sp>
            </mc:Choice>
            <mc:Fallback xmlns="">
              <p:sp>
                <p:nvSpPr>
                  <p:cNvPr id="151657" name="Text Box 27"/>
                  <p:cNvSpPr txBox="1">
                    <a:spLocks noRot="1" noChangeAspect="1" noMove="1" noResize="1" noEditPoints="1" noAdjustHandles="1" noChangeArrowheads="1" noChangeShapeType="1" noTextEdit="1"/>
                  </p:cNvSpPr>
                  <p:nvPr/>
                </p:nvSpPr>
                <p:spPr bwMode="auto">
                  <a:xfrm>
                    <a:off x="1824" y="3830"/>
                    <a:ext cx="288" cy="250"/>
                  </a:xfrm>
                  <a:prstGeom prst="rect">
                    <a:avLst/>
                  </a:prstGeom>
                  <a:blipFill>
                    <a:blip r:embed="rId1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122" name="Line 28">
                <a:extLst>
                  <a:ext uri="{FF2B5EF4-FFF2-40B4-BE49-F238E27FC236}">
                    <a16:creationId xmlns:a16="http://schemas.microsoft.com/office/drawing/2014/main" id="{5E50E311-EC82-4CCE-B2A4-8C0B9F1FCEDF}"/>
                  </a:ext>
                </a:extLst>
              </p:cNvPr>
              <p:cNvSpPr>
                <a:spLocks noChangeShapeType="1"/>
              </p:cNvSpPr>
              <p:nvPr/>
            </p:nvSpPr>
            <p:spPr bwMode="auto">
              <a:xfrm>
                <a:off x="1968" y="3599"/>
                <a:ext cx="0" cy="2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123" name="Text Box 29">
                <a:extLst>
                  <a:ext uri="{FF2B5EF4-FFF2-40B4-BE49-F238E27FC236}">
                    <a16:creationId xmlns:a16="http://schemas.microsoft.com/office/drawing/2014/main" id="{3527E43B-D4CD-4ADD-A5EC-98D079967105}"/>
                  </a:ext>
                </a:extLst>
              </p:cNvPr>
              <p:cNvSpPr txBox="1">
                <a:spLocks noChangeArrowheads="1"/>
              </p:cNvSpPr>
              <p:nvPr/>
            </p:nvSpPr>
            <p:spPr bwMode="auto">
              <a:xfrm>
                <a:off x="1728" y="3254"/>
                <a:ext cx="480" cy="345"/>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defRPr/>
                </a:pPr>
                <a:r>
                  <a:rPr lang="de-DE" altLang="de-DE" sz="2000">
                    <a:solidFill>
                      <a:srgbClr val="000000"/>
                    </a:solidFill>
                  </a:rPr>
                  <a:t>VA</a:t>
                </a:r>
              </a:p>
            </p:txBody>
          </p:sp>
          <p:sp>
            <p:nvSpPr>
              <p:cNvPr id="124" name="Line 30">
                <a:extLst>
                  <a:ext uri="{FF2B5EF4-FFF2-40B4-BE49-F238E27FC236}">
                    <a16:creationId xmlns:a16="http://schemas.microsoft.com/office/drawing/2014/main" id="{77DF2BC1-46D5-402A-A89E-C47A4F042C09}"/>
                  </a:ext>
                </a:extLst>
              </p:cNvPr>
              <p:cNvSpPr>
                <a:spLocks noChangeShapeType="1"/>
              </p:cNvSpPr>
              <p:nvPr/>
            </p:nvSpPr>
            <p:spPr bwMode="auto">
              <a:xfrm flipH="1">
                <a:off x="1248" y="3456"/>
                <a:ext cx="48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125" name="Line 32">
                <a:extLst>
                  <a:ext uri="{FF2B5EF4-FFF2-40B4-BE49-F238E27FC236}">
                    <a16:creationId xmlns:a16="http://schemas.microsoft.com/office/drawing/2014/main" id="{F1788D4A-A349-4548-B409-F9492A526A89}"/>
                  </a:ext>
                </a:extLst>
              </p:cNvPr>
              <p:cNvSpPr>
                <a:spLocks noChangeShapeType="1"/>
              </p:cNvSpPr>
              <p:nvPr/>
            </p:nvSpPr>
            <p:spPr bwMode="auto">
              <a:xfrm flipH="1">
                <a:off x="2208" y="3427"/>
                <a:ext cx="48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117" name="Text Box 44">
                  <a:extLst>
                    <a:ext uri="{FF2B5EF4-FFF2-40B4-BE49-F238E27FC236}">
                      <a16:creationId xmlns:a16="http://schemas.microsoft.com/office/drawing/2014/main" id="{9A0861EE-6EED-4AC7-A512-38065ABBC894}"/>
                    </a:ext>
                  </a:extLst>
                </p:cNvPr>
                <p:cNvSpPr txBox="1">
                  <a:spLocks noChangeArrowheads="1"/>
                </p:cNvSpPr>
                <p:nvPr/>
              </p:nvSpPr>
              <p:spPr bwMode="auto">
                <a:xfrm>
                  <a:off x="1632248" y="2822974"/>
                  <a:ext cx="457200" cy="39687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a:solidFill>
                        <a:srgbClr val="000000"/>
                      </a:solidFill>
                    </a:rPr>
                    <a:t>     </a:t>
                  </a:r>
                </a:p>
              </p:txBody>
            </p:sp>
          </mc:Choice>
          <mc:Fallback xmlns="">
            <p:sp>
              <p:nvSpPr>
                <p:cNvPr id="37" name="Text Box 44"/>
                <p:cNvSpPr txBox="1">
                  <a:spLocks noRot="1" noChangeAspect="1" noMove="1" noResize="1" noEditPoints="1" noAdjustHandles="1" noChangeArrowheads="1" noChangeShapeType="1" noTextEdit="1"/>
                </p:cNvSpPr>
                <p:nvPr/>
              </p:nvSpPr>
              <p:spPr bwMode="auto">
                <a:xfrm>
                  <a:off x="1632248" y="2822974"/>
                  <a:ext cx="457200" cy="396875"/>
                </a:xfrm>
                <a:prstGeom prst="rect">
                  <a:avLst/>
                </a:prstGeom>
                <a:blipFill>
                  <a:blip r:embed="rId13"/>
                  <a:stretch>
                    <a:fillRect l="-12000" r="-9333" b="-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18" name="Text Box 57">
                  <a:extLst>
                    <a:ext uri="{FF2B5EF4-FFF2-40B4-BE49-F238E27FC236}">
                      <a16:creationId xmlns:a16="http://schemas.microsoft.com/office/drawing/2014/main" id="{93050F3D-183B-4548-8AEB-3DEA295C2D5F}"/>
                    </a:ext>
                  </a:extLst>
                </p:cNvPr>
                <p:cNvSpPr txBox="1">
                  <a:spLocks noChangeArrowheads="1"/>
                </p:cNvSpPr>
                <p:nvPr/>
              </p:nvSpPr>
              <p:spPr bwMode="auto">
                <a:xfrm>
                  <a:off x="3232448" y="2793579"/>
                  <a:ext cx="609600" cy="396875"/>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𝑖𝑛</m:t>
                            </m:r>
                          </m:sub>
                        </m:sSub>
                      </m:oMath>
                    </m:oMathPara>
                  </a14:m>
                  <a:endParaRPr lang="de-DE" altLang="de-DE" sz="2000">
                    <a:solidFill>
                      <a:srgbClr val="000000"/>
                    </a:solidFill>
                  </a:endParaRPr>
                </a:p>
              </p:txBody>
            </p:sp>
          </mc:Choice>
          <mc:Fallback xmlns="">
            <p:sp>
              <p:nvSpPr>
                <p:cNvPr id="38" name="Text Box 57"/>
                <p:cNvSpPr txBox="1">
                  <a:spLocks noRot="1" noChangeAspect="1" noMove="1" noResize="1" noEditPoints="1" noAdjustHandles="1" noChangeArrowheads="1" noChangeShapeType="1" noTextEdit="1"/>
                </p:cNvSpPr>
                <p:nvPr/>
              </p:nvSpPr>
              <p:spPr bwMode="auto">
                <a:xfrm>
                  <a:off x="3232448" y="2793579"/>
                  <a:ext cx="609600" cy="396875"/>
                </a:xfrm>
                <a:prstGeom prst="rect">
                  <a:avLst/>
                </a:prstGeom>
                <a:blipFill>
                  <a:blip r:embed="rId14"/>
                  <a:stretch>
                    <a:fillRect b="-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grpSp>
      <p:grpSp>
        <p:nvGrpSpPr>
          <p:cNvPr id="130" name="Group 53">
            <a:extLst>
              <a:ext uri="{FF2B5EF4-FFF2-40B4-BE49-F238E27FC236}">
                <a16:creationId xmlns:a16="http://schemas.microsoft.com/office/drawing/2014/main" id="{65BF8287-4466-422C-BC26-4D734E26738C}"/>
              </a:ext>
            </a:extLst>
          </p:cNvPr>
          <p:cNvGrpSpPr>
            <a:grpSpLocks/>
          </p:cNvGrpSpPr>
          <p:nvPr/>
        </p:nvGrpSpPr>
        <p:grpSpPr bwMode="auto">
          <a:xfrm>
            <a:off x="10787105" y="4359999"/>
            <a:ext cx="1249628" cy="1748185"/>
            <a:chOff x="1224" y="1200"/>
            <a:chExt cx="960" cy="1370"/>
          </a:xfrm>
        </p:grpSpPr>
        <p:grpSp>
          <p:nvGrpSpPr>
            <p:cNvPr id="131" name="Group 31">
              <a:extLst>
                <a:ext uri="{FF2B5EF4-FFF2-40B4-BE49-F238E27FC236}">
                  <a16:creationId xmlns:a16="http://schemas.microsoft.com/office/drawing/2014/main" id="{F80EB330-F2EA-4628-9B50-66DEFD3EBE99}"/>
                </a:ext>
              </a:extLst>
            </p:cNvPr>
            <p:cNvGrpSpPr>
              <a:grpSpLocks/>
            </p:cNvGrpSpPr>
            <p:nvPr/>
          </p:nvGrpSpPr>
          <p:grpSpPr bwMode="auto">
            <a:xfrm>
              <a:off x="1656" y="1200"/>
              <a:ext cx="528" cy="1370"/>
              <a:chOff x="3456" y="2544"/>
              <a:chExt cx="528" cy="1370"/>
            </a:xfrm>
          </p:grpSpPr>
          <p:grpSp>
            <p:nvGrpSpPr>
              <p:cNvPr id="134" name="Group 32">
                <a:extLst>
                  <a:ext uri="{FF2B5EF4-FFF2-40B4-BE49-F238E27FC236}">
                    <a16:creationId xmlns:a16="http://schemas.microsoft.com/office/drawing/2014/main" id="{1995744E-F9C8-4850-850E-43C804DF1424}"/>
                  </a:ext>
                </a:extLst>
              </p:cNvPr>
              <p:cNvGrpSpPr>
                <a:grpSpLocks/>
              </p:cNvGrpSpPr>
              <p:nvPr/>
            </p:nvGrpSpPr>
            <p:grpSpPr bwMode="auto">
              <a:xfrm>
                <a:off x="3696" y="2544"/>
                <a:ext cx="288" cy="480"/>
                <a:chOff x="2688" y="1968"/>
                <a:chExt cx="288" cy="480"/>
              </a:xfrm>
            </p:grpSpPr>
            <mc:AlternateContent xmlns:mc="http://schemas.openxmlformats.org/markup-compatibility/2006" xmlns:a14="http://schemas.microsoft.com/office/drawing/2010/main">
              <mc:Choice Requires="a14">
                <p:sp>
                  <p:nvSpPr>
                    <p:cNvPr id="141" name="Text Box 33">
                      <a:extLst>
                        <a:ext uri="{FF2B5EF4-FFF2-40B4-BE49-F238E27FC236}">
                          <a16:creationId xmlns:a16="http://schemas.microsoft.com/office/drawing/2014/main" id="{A48BDAE1-B850-4D7E-9779-5D08B7A1A2F4}"/>
                        </a:ext>
                      </a:extLst>
                    </p:cNvPr>
                    <p:cNvSpPr txBox="1">
                      <a:spLocks noChangeArrowheads="1"/>
                    </p:cNvSpPr>
                    <p:nvPr/>
                  </p:nvSpPr>
                  <p:spPr bwMode="auto">
                    <a:xfrm>
                      <a:off x="2688" y="1968"/>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𝑏</m:t>
                                </m:r>
                              </m:e>
                              <m:sub>
                                <m:r>
                                  <a:rPr lang="de-DE" altLang="de-DE" sz="2000" i="1">
                                    <a:solidFill>
                                      <a:srgbClr val="000000"/>
                                    </a:solidFill>
                                    <a:latin typeface="Cambria Math" panose="02040503050406030204" pitchFamily="18" charset="0"/>
                                  </a:rPr>
                                  <m:t>0</m:t>
                                </m:r>
                              </m:sub>
                            </m:sSub>
                          </m:oMath>
                        </m:oMathPara>
                      </a14:m>
                      <a:endParaRPr lang="de-DE" altLang="de-DE" sz="2000">
                        <a:solidFill>
                          <a:srgbClr val="000000"/>
                        </a:solidFill>
                      </a:endParaRPr>
                    </a:p>
                  </p:txBody>
                </p:sp>
              </mc:Choice>
              <mc:Fallback xmlns="">
                <p:sp>
                  <p:nvSpPr>
                    <p:cNvPr id="49" name="Text Box 33"/>
                    <p:cNvSpPr txBox="1">
                      <a:spLocks noRot="1" noChangeAspect="1" noMove="1" noResize="1" noEditPoints="1" noAdjustHandles="1" noChangeArrowheads="1" noChangeShapeType="1" noTextEdit="1"/>
                    </p:cNvSpPr>
                    <p:nvPr/>
                  </p:nvSpPr>
                  <p:spPr bwMode="auto">
                    <a:xfrm>
                      <a:off x="2688" y="1968"/>
                      <a:ext cx="288" cy="314"/>
                    </a:xfrm>
                    <a:prstGeom prst="rect">
                      <a:avLst/>
                    </a:prstGeom>
                    <a:blipFill>
                      <a:blip r:embed="rId15"/>
                      <a:stretch>
                        <a:fillRect l="-18033" b="-30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142" name="Line 34">
                  <a:extLst>
                    <a:ext uri="{FF2B5EF4-FFF2-40B4-BE49-F238E27FC236}">
                      <a16:creationId xmlns:a16="http://schemas.microsoft.com/office/drawing/2014/main" id="{79BE2B12-0682-4C86-BE75-EC0647491269}"/>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p:grpSp>
            <p:nvGrpSpPr>
              <p:cNvPr id="135" name="Group 35">
                <a:extLst>
                  <a:ext uri="{FF2B5EF4-FFF2-40B4-BE49-F238E27FC236}">
                    <a16:creationId xmlns:a16="http://schemas.microsoft.com/office/drawing/2014/main" id="{AA937D64-8251-4330-8DB5-9D31971C827B}"/>
                  </a:ext>
                </a:extLst>
              </p:cNvPr>
              <p:cNvGrpSpPr>
                <a:grpSpLocks/>
              </p:cNvGrpSpPr>
              <p:nvPr/>
            </p:nvGrpSpPr>
            <p:grpSpPr bwMode="auto">
              <a:xfrm>
                <a:off x="3456" y="2544"/>
                <a:ext cx="288" cy="480"/>
                <a:chOff x="2688" y="1968"/>
                <a:chExt cx="288" cy="480"/>
              </a:xfrm>
            </p:grpSpPr>
            <mc:AlternateContent xmlns:mc="http://schemas.openxmlformats.org/markup-compatibility/2006" xmlns:a14="http://schemas.microsoft.com/office/drawing/2010/main">
              <mc:Choice Requires="a14">
                <p:sp>
                  <p:nvSpPr>
                    <p:cNvPr id="139" name="Text Box 36">
                      <a:extLst>
                        <a:ext uri="{FF2B5EF4-FFF2-40B4-BE49-F238E27FC236}">
                          <a16:creationId xmlns:a16="http://schemas.microsoft.com/office/drawing/2014/main" id="{8E69CBB2-088B-42F1-B4C8-10146D74B108}"/>
                        </a:ext>
                      </a:extLst>
                    </p:cNvPr>
                    <p:cNvSpPr txBox="1">
                      <a:spLocks noChangeArrowheads="1"/>
                    </p:cNvSpPr>
                    <p:nvPr/>
                  </p:nvSpPr>
                  <p:spPr bwMode="auto">
                    <a:xfrm>
                      <a:off x="2688" y="1968"/>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𝑎</m:t>
                                </m:r>
                              </m:e>
                              <m:sub>
                                <m:r>
                                  <a:rPr lang="de-DE" altLang="de-DE" sz="2000" i="1">
                                    <a:solidFill>
                                      <a:srgbClr val="000000"/>
                                    </a:solidFill>
                                    <a:latin typeface="Cambria Math" panose="02040503050406030204" pitchFamily="18" charset="0"/>
                                  </a:rPr>
                                  <m:t>0</m:t>
                                </m:r>
                              </m:sub>
                            </m:sSub>
                          </m:oMath>
                        </m:oMathPara>
                      </a14:m>
                      <a:endParaRPr lang="de-DE" altLang="de-DE" sz="2000">
                        <a:solidFill>
                          <a:srgbClr val="000000"/>
                        </a:solidFill>
                      </a:endParaRPr>
                    </a:p>
                  </p:txBody>
                </p:sp>
              </mc:Choice>
              <mc:Fallback xmlns="">
                <p:sp>
                  <p:nvSpPr>
                    <p:cNvPr id="47" name="Text Box 36"/>
                    <p:cNvSpPr txBox="1">
                      <a:spLocks noRot="1" noChangeAspect="1" noMove="1" noResize="1" noEditPoints="1" noAdjustHandles="1" noChangeArrowheads="1" noChangeShapeType="1" noTextEdit="1"/>
                    </p:cNvSpPr>
                    <p:nvPr/>
                  </p:nvSpPr>
                  <p:spPr bwMode="auto">
                    <a:xfrm>
                      <a:off x="2688" y="1968"/>
                      <a:ext cx="288" cy="314"/>
                    </a:xfrm>
                    <a:prstGeom prst="rect">
                      <a:avLst/>
                    </a:prstGeom>
                    <a:blipFill>
                      <a:blip r:embed="rId16"/>
                      <a:stretch>
                        <a:fillRect l="-11290" b="-30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140" name="Line 37">
                  <a:extLst>
                    <a:ext uri="{FF2B5EF4-FFF2-40B4-BE49-F238E27FC236}">
                      <a16:creationId xmlns:a16="http://schemas.microsoft.com/office/drawing/2014/main" id="{B3769234-2AC7-4646-8792-3F0FB9187893}"/>
                    </a:ext>
                  </a:extLst>
                </p:cNvPr>
                <p:cNvSpPr>
                  <a:spLocks noChangeShapeType="1"/>
                </p:cNvSpPr>
                <p:nvPr/>
              </p:nvSpPr>
              <p:spPr bwMode="auto">
                <a:xfrm>
                  <a:off x="2832" y="2256"/>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grpSp>
          <mc:AlternateContent xmlns:mc="http://schemas.openxmlformats.org/markup-compatibility/2006" xmlns:a14="http://schemas.microsoft.com/office/drawing/2010/main">
            <mc:Choice Requires="a14">
              <p:sp>
                <p:nvSpPr>
                  <p:cNvPr id="136" name="Text Box 38">
                    <a:extLst>
                      <a:ext uri="{FF2B5EF4-FFF2-40B4-BE49-F238E27FC236}">
                        <a16:creationId xmlns:a16="http://schemas.microsoft.com/office/drawing/2014/main" id="{A5891F62-A34F-4F0D-84F0-D4785AEB239A}"/>
                      </a:ext>
                    </a:extLst>
                  </p:cNvPr>
                  <p:cNvSpPr txBox="1">
                    <a:spLocks noChangeArrowheads="1"/>
                  </p:cNvSpPr>
                  <p:nvPr/>
                </p:nvSpPr>
                <p:spPr bwMode="auto">
                  <a:xfrm>
                    <a:off x="3600" y="3600"/>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lvl="0" algn="ctr" eaLnBrk="1" hangingPunct="1">
                      <a:buClr>
                        <a:srgbClr val="3333CC"/>
                      </a:buClr>
                      <a:buNone/>
                      <a:defRPr/>
                    </a:pPr>
                    <a14:m>
                      <m:oMathPara xmlns:m="http://schemas.openxmlformats.org/officeDocument/2006/math">
                        <m:oMathParaPr>
                          <m:jc m:val="centerGroup"/>
                        </m:oMathParaPr>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𝑠</m:t>
                              </m:r>
                            </m:e>
                            <m:sub>
                              <m:r>
                                <a:rPr lang="de-DE" altLang="de-DE" sz="2000" i="1">
                                  <a:solidFill>
                                    <a:srgbClr val="000000"/>
                                  </a:solidFill>
                                  <a:latin typeface="Cambria Math" panose="02040503050406030204" pitchFamily="18" charset="0"/>
                                </a:rPr>
                                <m:t>0</m:t>
                              </m:r>
                            </m:sub>
                          </m:sSub>
                        </m:oMath>
                      </m:oMathPara>
                    </a14:m>
                    <a:endParaRPr lang="de-DE" altLang="de-DE" sz="2000">
                      <a:solidFill>
                        <a:srgbClr val="000000"/>
                      </a:solidFill>
                    </a:endParaRPr>
                  </a:p>
                </p:txBody>
              </p:sp>
            </mc:Choice>
            <mc:Fallback xmlns="">
              <p:sp>
                <p:nvSpPr>
                  <p:cNvPr id="44" name="Text Box 38"/>
                  <p:cNvSpPr txBox="1">
                    <a:spLocks noRot="1" noChangeAspect="1" noMove="1" noResize="1" noEditPoints="1" noAdjustHandles="1" noChangeArrowheads="1" noChangeShapeType="1" noTextEdit="1"/>
                  </p:cNvSpPr>
                  <p:nvPr/>
                </p:nvSpPr>
                <p:spPr bwMode="auto">
                  <a:xfrm>
                    <a:off x="3600" y="3600"/>
                    <a:ext cx="288" cy="314"/>
                  </a:xfrm>
                  <a:prstGeom prst="rect">
                    <a:avLst/>
                  </a:prstGeom>
                  <a:blipFill>
                    <a:blip r:embed="rId17"/>
                    <a:stretch>
                      <a:fillRect l="-8065" b="-30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sp>
            <p:nvSpPr>
              <p:cNvPr id="137" name="Line 39">
                <a:extLst>
                  <a:ext uri="{FF2B5EF4-FFF2-40B4-BE49-F238E27FC236}">
                    <a16:creationId xmlns:a16="http://schemas.microsoft.com/office/drawing/2014/main" id="{B701232D-7BA3-4283-9354-96171A71E3EF}"/>
                  </a:ext>
                </a:extLst>
              </p:cNvPr>
              <p:cNvSpPr>
                <a:spLocks noChangeShapeType="1"/>
              </p:cNvSpPr>
              <p:nvPr/>
            </p:nvSpPr>
            <p:spPr bwMode="auto">
              <a:xfrm>
                <a:off x="3744" y="3369"/>
                <a:ext cx="0" cy="2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p:sp>
            <p:nvSpPr>
              <p:cNvPr id="138" name="Text Box 40">
                <a:extLst>
                  <a:ext uri="{FF2B5EF4-FFF2-40B4-BE49-F238E27FC236}">
                    <a16:creationId xmlns:a16="http://schemas.microsoft.com/office/drawing/2014/main" id="{34DBBF1A-6B75-42ED-947A-7AF7ED39B369}"/>
                  </a:ext>
                </a:extLst>
              </p:cNvPr>
              <p:cNvSpPr txBox="1">
                <a:spLocks noChangeArrowheads="1"/>
              </p:cNvSpPr>
              <p:nvPr/>
            </p:nvSpPr>
            <p:spPr bwMode="auto">
              <a:xfrm>
                <a:off x="3504" y="3024"/>
                <a:ext cx="480" cy="345"/>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defRPr/>
                </a:pPr>
                <a:r>
                  <a:rPr lang="de-DE" altLang="de-DE" sz="2000">
                    <a:solidFill>
                      <a:srgbClr val="000000"/>
                    </a:solidFill>
                  </a:rPr>
                  <a:t>HA</a:t>
                </a:r>
              </a:p>
            </p:txBody>
          </p:sp>
        </p:grpSp>
        <p:sp>
          <p:nvSpPr>
            <p:cNvPr id="132" name="Line 43">
              <a:extLst>
                <a:ext uri="{FF2B5EF4-FFF2-40B4-BE49-F238E27FC236}">
                  <a16:creationId xmlns:a16="http://schemas.microsoft.com/office/drawing/2014/main" id="{F8F02A1E-80AC-4C61-9C3A-ECD3186CE166}"/>
                </a:ext>
              </a:extLst>
            </p:cNvPr>
            <p:cNvSpPr>
              <a:spLocks noChangeShapeType="1"/>
            </p:cNvSpPr>
            <p:nvPr/>
          </p:nvSpPr>
          <p:spPr bwMode="auto">
            <a:xfrm flipH="1">
              <a:off x="1224" y="1872"/>
              <a:ext cx="480"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a:defRPr/>
              </a:pPr>
              <a:endParaRPr lang="de-DE">
                <a:solidFill>
                  <a:srgbClr val="000000"/>
                </a:solidFill>
              </a:endParaRPr>
            </a:p>
          </p:txBody>
        </p:sp>
        <mc:AlternateContent xmlns:mc="http://schemas.openxmlformats.org/markup-compatibility/2006" xmlns:a14="http://schemas.microsoft.com/office/drawing/2010/main">
          <mc:Choice Requires="a14">
            <p:sp>
              <p:nvSpPr>
                <p:cNvPr id="133" name="Text Box 44">
                  <a:extLst>
                    <a:ext uri="{FF2B5EF4-FFF2-40B4-BE49-F238E27FC236}">
                      <a16:creationId xmlns:a16="http://schemas.microsoft.com/office/drawing/2014/main" id="{30408D1D-4627-4F4F-AC07-2E831A643BB4}"/>
                    </a:ext>
                  </a:extLst>
                </p:cNvPr>
                <p:cNvSpPr txBox="1">
                  <a:spLocks noChangeArrowheads="1"/>
                </p:cNvSpPr>
                <p:nvPr/>
              </p:nvSpPr>
              <p:spPr bwMode="auto">
                <a:xfrm>
                  <a:off x="1283" y="1862"/>
                  <a:ext cx="288" cy="314"/>
                </a:xfrm>
                <a:prstGeom prst="rect">
                  <a:avLst/>
                </a:prstGeom>
                <a:noFill/>
                <a:ln>
                  <a:noFill/>
                </a:ln>
                <a:extLst>
                  <a:ext uri="{909E8E84-426E-40DD-AFC4-6F175D3DCCD1}">
                    <a14:hiddenFill>
                      <a:solidFill>
                        <a:srgbClr val="FFFFFF"/>
                      </a:solidFill>
                    </a14:hiddenFill>
                  </a:ext>
                  <a:ext uri="{91240B29-F687-4F45-9708-019B960494DF}">
                    <a14:hiddenLine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buClr>
                      <a:srgbClr val="3333CC"/>
                    </a:buClr>
                    <a:buNone/>
                    <a:defRPr/>
                  </a:pPr>
                  <a14:m>
                    <m:oMath xmlns:m="http://schemas.openxmlformats.org/officeDocument/2006/math">
                      <m:sSub>
                        <m:sSubPr>
                          <m:ctrlPr>
                            <a:rPr lang="de-DE" altLang="de-DE" sz="2000" i="1">
                              <a:solidFill>
                                <a:srgbClr val="000000"/>
                              </a:solidFill>
                              <a:latin typeface="Cambria Math" panose="02040503050406030204" pitchFamily="18" charset="0"/>
                            </a:rPr>
                          </m:ctrlPr>
                        </m:sSubPr>
                        <m:e>
                          <m:r>
                            <a:rPr lang="de-DE" altLang="de-DE" sz="2000" i="1">
                              <a:solidFill>
                                <a:srgbClr val="000000"/>
                              </a:solidFill>
                              <a:latin typeface="Cambria Math" panose="02040503050406030204" pitchFamily="18" charset="0"/>
                            </a:rPr>
                            <m:t>𝑐</m:t>
                          </m:r>
                        </m:e>
                        <m:sub>
                          <m:r>
                            <a:rPr lang="de-DE" altLang="de-DE" sz="2000" i="1">
                              <a:solidFill>
                                <a:srgbClr val="000000"/>
                              </a:solidFill>
                              <a:latin typeface="Cambria Math" panose="02040503050406030204" pitchFamily="18" charset="0"/>
                            </a:rPr>
                            <m:t>𝑜𝑢𝑡</m:t>
                          </m:r>
                        </m:sub>
                      </m:sSub>
                    </m:oMath>
                  </a14:m>
                  <a:r>
                    <a:rPr lang="de-DE" altLang="de-DE" sz="2000">
                      <a:solidFill>
                        <a:srgbClr val="000000"/>
                      </a:solidFill>
                    </a:rPr>
                    <a:t>     </a:t>
                  </a:r>
                </a:p>
              </p:txBody>
            </p:sp>
          </mc:Choice>
          <mc:Fallback xmlns="">
            <p:sp>
              <p:nvSpPr>
                <p:cNvPr id="41" name="Text Box 44"/>
                <p:cNvSpPr txBox="1">
                  <a:spLocks noRot="1" noChangeAspect="1" noMove="1" noResize="1" noEditPoints="1" noAdjustHandles="1" noChangeArrowheads="1" noChangeShapeType="1" noTextEdit="1"/>
                </p:cNvSpPr>
                <p:nvPr/>
              </p:nvSpPr>
              <p:spPr bwMode="auto">
                <a:xfrm>
                  <a:off x="1283" y="1862"/>
                  <a:ext cx="288" cy="314"/>
                </a:xfrm>
                <a:prstGeom prst="rect">
                  <a:avLst/>
                </a:prstGeom>
                <a:blipFill>
                  <a:blip r:embed="rId18"/>
                  <a:stretch>
                    <a:fillRect l="-26230" r="-22951" b="-15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de-DE">
                      <a:noFill/>
                    </a:rPr>
                    <a:t> </a:t>
                  </a:r>
                </a:p>
              </p:txBody>
            </p:sp>
          </mc:Fallback>
        </mc:AlternateContent>
      </p:grpSp>
      <p:sp>
        <p:nvSpPr>
          <p:cNvPr id="143" name="Rechteck 142">
            <a:extLst>
              <a:ext uri="{FF2B5EF4-FFF2-40B4-BE49-F238E27FC236}">
                <a16:creationId xmlns:a16="http://schemas.microsoft.com/office/drawing/2014/main" id="{EB5A49C4-4A54-4F51-BA69-0FD09525C706}"/>
              </a:ext>
            </a:extLst>
          </p:cNvPr>
          <p:cNvSpPr/>
          <p:nvPr/>
        </p:nvSpPr>
        <p:spPr>
          <a:xfrm>
            <a:off x="10709319" y="4378160"/>
            <a:ext cx="1423294" cy="1713449"/>
          </a:xfrm>
          <a:prstGeom prst="rect">
            <a:avLst/>
          </a:prstGeom>
          <a:solidFill>
            <a:srgbClr val="CDD9E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407323281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Addierschaltung: </a:t>
            </a:r>
            <a:r>
              <a:rPr lang="de-DE" sz="3600" dirty="0" err="1"/>
              <a:t>Volladdierer</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p:sp>
        <p:nvSpPr>
          <p:cNvPr id="7" name="Textplatzhalter 2">
            <a:extLst>
              <a:ext uri="{FF2B5EF4-FFF2-40B4-BE49-F238E27FC236}">
                <a16:creationId xmlns:a16="http://schemas.microsoft.com/office/drawing/2014/main" id="{A6D028AB-2406-4B1E-9B1D-0E81AE3FEE21}"/>
              </a:ext>
            </a:extLst>
          </p:cNvPr>
          <p:cNvSpPr txBox="1">
            <a:spLocks/>
          </p:cNvSpPr>
          <p:nvPr/>
        </p:nvSpPr>
        <p:spPr>
          <a:xfrm>
            <a:off x="309959" y="1359817"/>
            <a:ext cx="3932237" cy="3811588"/>
          </a:xfrm>
          <a:prstGeom prst="rect">
            <a:avLst/>
          </a:prstGeom>
          <a:solidFill>
            <a:schemeClr val="accent5">
              <a:lumMod val="40000"/>
              <a:lumOff val="60000"/>
            </a:schemeClr>
          </a:solid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pPr>
            <a:r>
              <a:rPr lang="de-DE" altLang="de-DE" sz="2000"/>
              <a:t>um mehrstellige Dualzahlen addieren zu können benötigt man Schaltungen die auch einen Übertrag berücksichtigen können, man spricht vom Übertragseingang (CI, Carry In)</a:t>
            </a:r>
          </a:p>
          <a:p>
            <a:pPr>
              <a:spcBef>
                <a:spcPct val="0"/>
              </a:spcBef>
            </a:pPr>
            <a:r>
              <a:rPr lang="de-DE" altLang="de-DE" sz="2000"/>
              <a:t>Ausgang besteht aus einer </a:t>
            </a:r>
            <a:r>
              <a:rPr lang="de-DE" altLang="de-DE" sz="2000" b="1"/>
              <a:t>Summe</a:t>
            </a:r>
            <a:r>
              <a:rPr lang="de-DE" altLang="de-DE" sz="2000"/>
              <a:t> und einem </a:t>
            </a:r>
            <a:r>
              <a:rPr lang="de-DE" altLang="de-DE" sz="2000" b="1"/>
              <a:t>Übertragungsausgang</a:t>
            </a:r>
            <a:r>
              <a:rPr lang="de-DE" altLang="de-DE" sz="2000"/>
              <a:t> (Ü</a:t>
            </a:r>
            <a:r>
              <a:rPr lang="de-DE" altLang="de-DE" sz="2000" baseline="-25000"/>
              <a:t>A</a:t>
            </a:r>
            <a:r>
              <a:rPr lang="de-DE" altLang="de-DE" sz="2000"/>
              <a:t> oder CO – Carry Out)</a:t>
            </a:r>
            <a:endParaRPr lang="de-DE" altLang="de-DE" sz="2000" baseline="-25000"/>
          </a:p>
          <a:p>
            <a:pPr>
              <a:spcBef>
                <a:spcPct val="0"/>
              </a:spcBef>
            </a:pPr>
            <a:r>
              <a:rPr lang="de-DE" altLang="de-DE" sz="2000"/>
              <a:t>er besteht aus zwei Halbaddierern</a:t>
            </a:r>
            <a:endParaRPr lang="de-DE" altLang="de-DE" sz="2000" dirty="0"/>
          </a:p>
        </p:txBody>
      </p:sp>
      <p:pic>
        <p:nvPicPr>
          <p:cNvPr id="8" name="Picture 2" descr="https://upload.wikimedia.org/wikipedia/commons/thumb/6/6c/Volladdierer_Aufbau_DIN40900.svg/1920px-Volladdierer_Aufbau_DIN40900.svg.png">
            <a:extLst>
              <a:ext uri="{FF2B5EF4-FFF2-40B4-BE49-F238E27FC236}">
                <a16:creationId xmlns:a16="http://schemas.microsoft.com/office/drawing/2014/main" id="{D5CC8FBA-6509-491C-B8AA-28355F545866}"/>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tretch>
            <a:fillRect/>
          </a:stretch>
        </p:blipFill>
        <p:spPr bwMode="auto">
          <a:xfrm>
            <a:off x="5237425" y="2215039"/>
            <a:ext cx="6172200" cy="3507224"/>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a:extLst>
              <a:ext uri="{FF2B5EF4-FFF2-40B4-BE49-F238E27FC236}">
                <a16:creationId xmlns:a16="http://schemas.microsoft.com/office/drawing/2014/main" id="{CCB725E3-E565-4EA8-B4B4-31B437264491}"/>
              </a:ext>
            </a:extLst>
          </p:cNvPr>
          <p:cNvSpPr txBox="1">
            <a:spLocks noChangeArrowheads="1"/>
          </p:cNvSpPr>
          <p:nvPr/>
        </p:nvSpPr>
        <p:spPr bwMode="auto">
          <a:xfrm>
            <a:off x="7368533" y="5752763"/>
            <a:ext cx="26869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900" dirty="0"/>
              <a:t>Quelle: </a:t>
            </a:r>
            <a:r>
              <a:rPr lang="de-DE" altLang="de-DE" sz="900" dirty="0">
                <a:hlinkClick r:id="rId4"/>
              </a:rPr>
              <a:t>https://de.wikipedia.org/wiki/Volladdierer</a:t>
            </a:r>
            <a:endParaRPr lang="de-DE" altLang="de-DE" sz="900" dirty="0"/>
          </a:p>
          <a:p>
            <a:pPr>
              <a:spcBef>
                <a:spcPct val="0"/>
              </a:spcBef>
              <a:buClrTx/>
              <a:buSzTx/>
              <a:buFontTx/>
              <a:buNone/>
            </a:pPr>
            <a:r>
              <a:rPr lang="de-DE" altLang="de-DE" sz="900" dirty="0"/>
              <a:t>abgerufen am 19.11.2021</a:t>
            </a:r>
          </a:p>
        </p:txBody>
      </p:sp>
      <p:sp>
        <p:nvSpPr>
          <p:cNvPr id="10" name="Textfeld 5">
            <a:extLst>
              <a:ext uri="{FF2B5EF4-FFF2-40B4-BE49-F238E27FC236}">
                <a16:creationId xmlns:a16="http://schemas.microsoft.com/office/drawing/2014/main" id="{BC04FD29-2262-424C-8AEE-446270A3F469}"/>
              </a:ext>
            </a:extLst>
          </p:cNvPr>
          <p:cNvSpPr txBox="1">
            <a:spLocks noChangeArrowheads="1"/>
          </p:cNvSpPr>
          <p:nvPr/>
        </p:nvSpPr>
        <p:spPr bwMode="auto">
          <a:xfrm>
            <a:off x="8622049" y="1556703"/>
            <a:ext cx="981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a:t>Gatter:</a:t>
            </a:r>
          </a:p>
        </p:txBody>
      </p:sp>
      <p:pic>
        <p:nvPicPr>
          <p:cNvPr id="11" name="Grafik 7">
            <a:extLst>
              <a:ext uri="{FF2B5EF4-FFF2-40B4-BE49-F238E27FC236}">
                <a16:creationId xmlns:a16="http://schemas.microsoft.com/office/drawing/2014/main" id="{6B531CF1-1533-431A-9EBE-A386C099073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966661" y="1467804"/>
            <a:ext cx="168592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379361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err="1"/>
              <a:t>Volladdierer</a:t>
            </a:r>
            <a:r>
              <a:rPr lang="de-DE" sz="3600" dirty="0"/>
              <a:t> für zwei 3bit Zahlen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mc:AlternateContent xmlns:mc="http://schemas.openxmlformats.org/markup-compatibility/2006" xmlns:a14="http://schemas.microsoft.com/office/drawing/2010/main">
        <mc:Choice Requires="a14">
          <p:sp>
            <p:nvSpPr>
              <p:cNvPr id="14" name="Rechteck 13">
                <a:extLst>
                  <a:ext uri="{FF2B5EF4-FFF2-40B4-BE49-F238E27FC236}">
                    <a16:creationId xmlns:a16="http://schemas.microsoft.com/office/drawing/2014/main" id="{4D04422A-4D5D-430D-A637-8D0647FF793D}"/>
                  </a:ext>
                </a:extLst>
              </p:cNvPr>
              <p:cNvSpPr/>
              <p:nvPr/>
            </p:nvSpPr>
            <p:spPr bwMode="auto">
              <a:xfrm>
                <a:off x="8976321" y="1340768"/>
                <a:ext cx="444565" cy="400110"/>
              </a:xfrm>
              <a:prstGeom prst="rect">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𝑠</m:t>
                          </m:r>
                        </m:e>
                        <m:sub>
                          <m:r>
                            <a:rPr lang="de-DE" altLang="de-DE" i="1">
                              <a:solidFill>
                                <a:srgbClr val="000000"/>
                              </a:solidFill>
                              <a:latin typeface="Cambria Math" panose="02040503050406030204" pitchFamily="18" charset="0"/>
                            </a:rPr>
                            <m:t>0</m:t>
                          </m:r>
                        </m:sub>
                      </m:sSub>
                    </m:oMath>
                  </m:oMathPara>
                </a14:m>
                <a:endParaRPr lang="de-DE">
                  <a:solidFill>
                    <a:schemeClr val="tx1"/>
                  </a:solidFill>
                  <a:latin typeface="Tahoma" pitchFamily="34" charset="0"/>
                </a:endParaRPr>
              </a:p>
            </p:txBody>
          </p:sp>
        </mc:Choice>
        <mc:Fallback xmlns="">
          <p:sp>
            <p:nvSpPr>
              <p:cNvPr id="14" name="Rechteck 13">
                <a:extLst>
                  <a:ext uri="{FF2B5EF4-FFF2-40B4-BE49-F238E27FC236}">
                    <a16:creationId xmlns:a16="http://schemas.microsoft.com/office/drawing/2014/main" id="{4D04422A-4D5D-430D-A637-8D0647FF793D}"/>
                  </a:ext>
                </a:extLst>
              </p:cNvPr>
              <p:cNvSpPr>
                <a:spLocks noRot="1" noChangeAspect="1" noMove="1" noResize="1" noEditPoints="1" noAdjustHandles="1" noChangeArrowheads="1" noChangeShapeType="1" noTextEdit="1"/>
              </p:cNvSpPr>
              <p:nvPr/>
            </p:nvSpPr>
            <p:spPr bwMode="auto">
              <a:xfrm>
                <a:off x="8976321" y="1340768"/>
                <a:ext cx="444565" cy="400110"/>
              </a:xfrm>
              <a:prstGeom prst="rect">
                <a:avLst/>
              </a:prstGeom>
              <a:blipFill>
                <a:blip r:embed="rId3"/>
                <a:stretch>
                  <a:fillRect/>
                </a:stretch>
              </a:blipFill>
              <a:ln>
                <a:solidFill>
                  <a:schemeClr val="tx2">
                    <a:lumMod val="60000"/>
                    <a:lumOff val="40000"/>
                  </a:schemeClr>
                </a:solidFill>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24E380CB-3416-4A37-8E2B-08E264B2CEE2}"/>
                  </a:ext>
                </a:extLst>
              </p:cNvPr>
              <p:cNvSpPr/>
              <p:nvPr/>
            </p:nvSpPr>
            <p:spPr bwMode="auto">
              <a:xfrm>
                <a:off x="8976321" y="5889205"/>
                <a:ext cx="576065" cy="440121"/>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𝑐</m:t>
                          </m:r>
                        </m:e>
                        <m:sub>
                          <m:r>
                            <a:rPr lang="de-DE" altLang="de-DE" i="1">
                              <a:solidFill>
                                <a:srgbClr val="000000"/>
                              </a:solidFill>
                              <a:latin typeface="Cambria Math" panose="02040503050406030204" pitchFamily="18" charset="0"/>
                            </a:rPr>
                            <m:t>𝑜𝑢𝑡</m:t>
                          </m:r>
                        </m:sub>
                      </m:sSub>
                    </m:oMath>
                  </m:oMathPara>
                </a14:m>
                <a:endParaRPr lang="de-DE" altLang="de-DE">
                  <a:solidFill>
                    <a:srgbClr val="000000"/>
                  </a:solidFill>
                  <a:latin typeface="Tahoma" panose="020B0604030504040204" pitchFamily="34" charset="0"/>
                </a:endParaRPr>
              </a:p>
            </p:txBody>
          </p:sp>
        </mc:Choice>
        <mc:Fallback xmlns="">
          <p:sp>
            <p:nvSpPr>
              <p:cNvPr id="16" name="Rechteck 15">
                <a:extLst>
                  <a:ext uri="{FF2B5EF4-FFF2-40B4-BE49-F238E27FC236}">
                    <a16:creationId xmlns:a16="http://schemas.microsoft.com/office/drawing/2014/main" id="{24E380CB-3416-4A37-8E2B-08E264B2CEE2}"/>
                  </a:ext>
                </a:extLst>
              </p:cNvPr>
              <p:cNvSpPr>
                <a:spLocks noRot="1" noChangeAspect="1" noMove="1" noResize="1" noEditPoints="1" noAdjustHandles="1" noChangeArrowheads="1" noChangeShapeType="1" noTextEdit="1"/>
              </p:cNvSpPr>
              <p:nvPr/>
            </p:nvSpPr>
            <p:spPr bwMode="auto">
              <a:xfrm>
                <a:off x="8976321" y="5889205"/>
                <a:ext cx="576065" cy="440121"/>
              </a:xfrm>
              <a:prstGeom prst="rect">
                <a:avLst/>
              </a:prstGeom>
              <a:blipFill>
                <a:blip r:embed="rId4"/>
                <a:stretch>
                  <a:fillRect/>
                </a:stretch>
              </a:blipFill>
              <a:ln>
                <a:solidFill>
                  <a:schemeClr val="accent1">
                    <a:lumMod val="60000"/>
                    <a:lumOff val="40000"/>
                  </a:schemeClr>
                </a:solidFill>
                <a:headEnd type="none" w="med" len="med"/>
                <a:tailEnd type="none" w="med" len="med"/>
              </a:ln>
              <a:extLst/>
            </p:spPr>
            <p:txBody>
              <a:bodyPr/>
              <a:lstStyle/>
              <a:p>
                <a:r>
                  <a:rPr lang="de-DE">
                    <a:noFill/>
                  </a:rPr>
                  <a:t> </a:t>
                </a:r>
              </a:p>
            </p:txBody>
          </p:sp>
        </mc:Fallback>
      </mc:AlternateContent>
      <p:sp>
        <p:nvSpPr>
          <p:cNvPr id="17" name="Rechteck 16">
            <a:extLst>
              <a:ext uri="{FF2B5EF4-FFF2-40B4-BE49-F238E27FC236}">
                <a16:creationId xmlns:a16="http://schemas.microsoft.com/office/drawing/2014/main" id="{DB3425E3-9338-406E-A7D1-982346261CDE}"/>
              </a:ext>
            </a:extLst>
          </p:cNvPr>
          <p:cNvSpPr/>
          <p:nvPr/>
        </p:nvSpPr>
        <p:spPr bwMode="auto">
          <a:xfrm>
            <a:off x="3248196" y="1341795"/>
            <a:ext cx="576064" cy="400110"/>
          </a:xfrm>
          <a:prstGeom prst="rect">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18" name="Rechteck 17">
            <a:extLst>
              <a:ext uri="{FF2B5EF4-FFF2-40B4-BE49-F238E27FC236}">
                <a16:creationId xmlns:a16="http://schemas.microsoft.com/office/drawing/2014/main" id="{0E09999D-E06B-49C6-A251-4DC2EB002A52}"/>
              </a:ext>
            </a:extLst>
          </p:cNvPr>
          <p:cNvSpPr/>
          <p:nvPr/>
        </p:nvSpPr>
        <p:spPr bwMode="auto">
          <a:xfrm>
            <a:off x="3248825" y="1956557"/>
            <a:ext cx="576064" cy="400110"/>
          </a:xfrm>
          <a:prstGeom prst="rect">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19" name="Rechteck 18">
                <a:extLst>
                  <a:ext uri="{FF2B5EF4-FFF2-40B4-BE49-F238E27FC236}">
                    <a16:creationId xmlns:a16="http://schemas.microsoft.com/office/drawing/2014/main" id="{DCCF6B46-6D6E-425A-A991-7AA10DD0A134}"/>
                  </a:ext>
                </a:extLst>
              </p:cNvPr>
              <p:cNvSpPr/>
              <p:nvPr/>
            </p:nvSpPr>
            <p:spPr bwMode="auto">
              <a:xfrm>
                <a:off x="1754851" y="1343162"/>
                <a:ext cx="393459" cy="400110"/>
              </a:xfrm>
              <a:prstGeom prst="rect">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𝑎</m:t>
                          </m:r>
                        </m:e>
                        <m:sub>
                          <m:r>
                            <a:rPr lang="de-DE" altLang="de-DE" i="1">
                              <a:solidFill>
                                <a:srgbClr val="000000"/>
                              </a:solidFill>
                              <a:latin typeface="Cambria Math" panose="02040503050406030204" pitchFamily="18" charset="0"/>
                            </a:rPr>
                            <m:t>0</m:t>
                          </m:r>
                        </m:sub>
                      </m:sSub>
                    </m:oMath>
                  </m:oMathPara>
                </a14:m>
                <a:endParaRPr lang="de-DE">
                  <a:solidFill>
                    <a:schemeClr val="tx1"/>
                  </a:solidFill>
                  <a:latin typeface="Tahoma" pitchFamily="34" charset="0"/>
                </a:endParaRPr>
              </a:p>
            </p:txBody>
          </p:sp>
        </mc:Choice>
        <mc:Fallback xmlns="">
          <p:sp>
            <p:nvSpPr>
              <p:cNvPr id="19" name="Rechteck 18">
                <a:extLst>
                  <a:ext uri="{FF2B5EF4-FFF2-40B4-BE49-F238E27FC236}">
                    <a16:creationId xmlns:a16="http://schemas.microsoft.com/office/drawing/2014/main" id="{DCCF6B46-6D6E-425A-A991-7AA10DD0A134}"/>
                  </a:ext>
                </a:extLst>
              </p:cNvPr>
              <p:cNvSpPr>
                <a:spLocks noRot="1" noChangeAspect="1" noMove="1" noResize="1" noEditPoints="1" noAdjustHandles="1" noChangeArrowheads="1" noChangeShapeType="1" noTextEdit="1"/>
              </p:cNvSpPr>
              <p:nvPr/>
            </p:nvSpPr>
            <p:spPr bwMode="auto">
              <a:xfrm>
                <a:off x="1754851" y="1343162"/>
                <a:ext cx="393459" cy="400110"/>
              </a:xfrm>
              <a:prstGeom prst="rect">
                <a:avLst/>
              </a:prstGeom>
              <a:blipFill>
                <a:blip r:embed="rId5"/>
                <a:stretch>
                  <a:fillRect l="-3030"/>
                </a:stretch>
              </a:blipFill>
              <a:ln>
                <a:solidFill>
                  <a:schemeClr val="tx2">
                    <a:lumMod val="60000"/>
                    <a:lumOff val="40000"/>
                  </a:schemeClr>
                </a:solidFill>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 name="Rechteck 19">
                <a:extLst>
                  <a:ext uri="{FF2B5EF4-FFF2-40B4-BE49-F238E27FC236}">
                    <a16:creationId xmlns:a16="http://schemas.microsoft.com/office/drawing/2014/main" id="{B93D2FFE-015E-4D87-B4D5-10D3A9243C9D}"/>
                  </a:ext>
                </a:extLst>
              </p:cNvPr>
              <p:cNvSpPr/>
              <p:nvPr/>
            </p:nvSpPr>
            <p:spPr bwMode="auto">
              <a:xfrm>
                <a:off x="1754851" y="1957958"/>
                <a:ext cx="393459" cy="400110"/>
              </a:xfrm>
              <a:prstGeom prst="rect">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𝑏</m:t>
                          </m:r>
                        </m:e>
                        <m:sub>
                          <m:r>
                            <a:rPr lang="de-DE" altLang="de-DE" i="1">
                              <a:solidFill>
                                <a:srgbClr val="000000"/>
                              </a:solidFill>
                              <a:latin typeface="Cambria Math" panose="02040503050406030204" pitchFamily="18" charset="0"/>
                            </a:rPr>
                            <m:t>0</m:t>
                          </m:r>
                        </m:sub>
                      </m:sSub>
                    </m:oMath>
                  </m:oMathPara>
                </a14:m>
                <a:endParaRPr lang="de-DE">
                  <a:solidFill>
                    <a:schemeClr val="tx1"/>
                  </a:solidFill>
                  <a:latin typeface="Tahoma" pitchFamily="34" charset="0"/>
                </a:endParaRPr>
              </a:p>
            </p:txBody>
          </p:sp>
        </mc:Choice>
        <mc:Fallback xmlns="">
          <p:sp>
            <p:nvSpPr>
              <p:cNvPr id="20" name="Rechteck 19">
                <a:extLst>
                  <a:ext uri="{FF2B5EF4-FFF2-40B4-BE49-F238E27FC236}">
                    <a16:creationId xmlns:a16="http://schemas.microsoft.com/office/drawing/2014/main" id="{B93D2FFE-015E-4D87-B4D5-10D3A9243C9D}"/>
                  </a:ext>
                </a:extLst>
              </p:cNvPr>
              <p:cNvSpPr>
                <a:spLocks noRot="1" noChangeAspect="1" noMove="1" noResize="1" noEditPoints="1" noAdjustHandles="1" noChangeArrowheads="1" noChangeShapeType="1" noTextEdit="1"/>
              </p:cNvSpPr>
              <p:nvPr/>
            </p:nvSpPr>
            <p:spPr bwMode="auto">
              <a:xfrm>
                <a:off x="1754851" y="1957958"/>
                <a:ext cx="393459" cy="400110"/>
              </a:xfrm>
              <a:prstGeom prst="rect">
                <a:avLst/>
              </a:prstGeom>
              <a:blipFill>
                <a:blip r:embed="rId6"/>
                <a:stretch>
                  <a:fillRect l="-7576"/>
                </a:stretch>
              </a:blipFill>
              <a:ln>
                <a:solidFill>
                  <a:schemeClr val="tx2">
                    <a:lumMod val="60000"/>
                    <a:lumOff val="40000"/>
                  </a:schemeClr>
                </a:solidFill>
                <a:headEnd type="none" w="med" len="med"/>
                <a:tailEnd type="none" w="med" len="med"/>
              </a:ln>
              <a:extLst/>
            </p:spPr>
            <p:txBody>
              <a:bodyPr/>
              <a:lstStyle/>
              <a:p>
                <a:r>
                  <a:rPr lang="de-DE">
                    <a:noFill/>
                  </a:rPr>
                  <a:t> </a:t>
                </a:r>
              </a:p>
            </p:txBody>
          </p:sp>
        </mc:Fallback>
      </mc:AlternateContent>
      <p:sp>
        <p:nvSpPr>
          <p:cNvPr id="21" name="Rechteck 20">
            <a:extLst>
              <a:ext uri="{FF2B5EF4-FFF2-40B4-BE49-F238E27FC236}">
                <a16:creationId xmlns:a16="http://schemas.microsoft.com/office/drawing/2014/main" id="{3E4833EB-30CA-49ED-A28D-D99E3255876A}"/>
              </a:ext>
            </a:extLst>
          </p:cNvPr>
          <p:cNvSpPr/>
          <p:nvPr/>
        </p:nvSpPr>
        <p:spPr bwMode="auto">
          <a:xfrm>
            <a:off x="3249078" y="3264996"/>
            <a:ext cx="576064"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22" name="Rechteck 21">
            <a:extLst>
              <a:ext uri="{FF2B5EF4-FFF2-40B4-BE49-F238E27FC236}">
                <a16:creationId xmlns:a16="http://schemas.microsoft.com/office/drawing/2014/main" id="{25D4DB09-2950-442B-8960-B6FA16718431}"/>
              </a:ext>
            </a:extLst>
          </p:cNvPr>
          <p:cNvSpPr/>
          <p:nvPr/>
        </p:nvSpPr>
        <p:spPr bwMode="auto">
          <a:xfrm>
            <a:off x="3248825" y="3881589"/>
            <a:ext cx="576064"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23" name="Rechteck 22">
                <a:extLst>
                  <a:ext uri="{FF2B5EF4-FFF2-40B4-BE49-F238E27FC236}">
                    <a16:creationId xmlns:a16="http://schemas.microsoft.com/office/drawing/2014/main" id="{13F42600-45B3-4855-8028-AADD88242529}"/>
                  </a:ext>
                </a:extLst>
              </p:cNvPr>
              <p:cNvSpPr/>
              <p:nvPr/>
            </p:nvSpPr>
            <p:spPr bwMode="auto">
              <a:xfrm>
                <a:off x="1754851" y="3262262"/>
                <a:ext cx="393459"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𝑎</m:t>
                          </m:r>
                        </m:e>
                        <m:sub>
                          <m:r>
                            <a:rPr lang="de-DE" altLang="de-DE" i="1">
                              <a:solidFill>
                                <a:srgbClr val="000000"/>
                              </a:solidFill>
                              <a:latin typeface="Cambria Math" panose="02040503050406030204" pitchFamily="18" charset="0"/>
                            </a:rPr>
                            <m:t>1</m:t>
                          </m:r>
                        </m:sub>
                      </m:sSub>
                    </m:oMath>
                  </m:oMathPara>
                </a14:m>
                <a:endParaRPr lang="de-DE">
                  <a:solidFill>
                    <a:schemeClr val="tx1"/>
                  </a:solidFill>
                  <a:latin typeface="Tahoma" pitchFamily="34" charset="0"/>
                </a:endParaRPr>
              </a:p>
            </p:txBody>
          </p:sp>
        </mc:Choice>
        <mc:Fallback xmlns="">
          <p:sp>
            <p:nvSpPr>
              <p:cNvPr id="23" name="Rechteck 22">
                <a:extLst>
                  <a:ext uri="{FF2B5EF4-FFF2-40B4-BE49-F238E27FC236}">
                    <a16:creationId xmlns:a16="http://schemas.microsoft.com/office/drawing/2014/main" id="{13F42600-45B3-4855-8028-AADD88242529}"/>
                  </a:ext>
                </a:extLst>
              </p:cNvPr>
              <p:cNvSpPr>
                <a:spLocks noRot="1" noChangeAspect="1" noMove="1" noResize="1" noEditPoints="1" noAdjustHandles="1" noChangeArrowheads="1" noChangeShapeType="1" noTextEdit="1"/>
              </p:cNvSpPr>
              <p:nvPr/>
            </p:nvSpPr>
            <p:spPr bwMode="auto">
              <a:xfrm>
                <a:off x="1754851" y="3262262"/>
                <a:ext cx="393459" cy="400110"/>
              </a:xfrm>
              <a:prstGeom prst="rect">
                <a:avLst/>
              </a:prstGeom>
              <a:blipFill>
                <a:blip r:embed="rId7"/>
                <a:stretch>
                  <a:fillRect l="-1515"/>
                </a:stretch>
              </a:blipFill>
              <a:ln>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Rechteck 23">
                <a:extLst>
                  <a:ext uri="{FF2B5EF4-FFF2-40B4-BE49-F238E27FC236}">
                    <a16:creationId xmlns:a16="http://schemas.microsoft.com/office/drawing/2014/main" id="{A904B57F-05EF-4A10-BDE6-A901C1196918}"/>
                  </a:ext>
                </a:extLst>
              </p:cNvPr>
              <p:cNvSpPr/>
              <p:nvPr/>
            </p:nvSpPr>
            <p:spPr bwMode="auto">
              <a:xfrm>
                <a:off x="1754851" y="3877058"/>
                <a:ext cx="393459"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𝑏</m:t>
                          </m:r>
                        </m:e>
                        <m:sub>
                          <m:r>
                            <a:rPr lang="de-DE" altLang="de-DE" i="1">
                              <a:solidFill>
                                <a:srgbClr val="000000"/>
                              </a:solidFill>
                              <a:latin typeface="Cambria Math" panose="02040503050406030204" pitchFamily="18" charset="0"/>
                            </a:rPr>
                            <m:t>1</m:t>
                          </m:r>
                        </m:sub>
                      </m:sSub>
                    </m:oMath>
                  </m:oMathPara>
                </a14:m>
                <a:endParaRPr lang="de-DE">
                  <a:solidFill>
                    <a:schemeClr val="tx1"/>
                  </a:solidFill>
                  <a:latin typeface="Tahoma" pitchFamily="34" charset="0"/>
                </a:endParaRPr>
              </a:p>
            </p:txBody>
          </p:sp>
        </mc:Choice>
        <mc:Fallback xmlns="">
          <p:sp>
            <p:nvSpPr>
              <p:cNvPr id="24" name="Rechteck 23">
                <a:extLst>
                  <a:ext uri="{FF2B5EF4-FFF2-40B4-BE49-F238E27FC236}">
                    <a16:creationId xmlns:a16="http://schemas.microsoft.com/office/drawing/2014/main" id="{A904B57F-05EF-4A10-BDE6-A901C1196918}"/>
                  </a:ext>
                </a:extLst>
              </p:cNvPr>
              <p:cNvSpPr>
                <a:spLocks noRot="1" noChangeAspect="1" noMove="1" noResize="1" noEditPoints="1" noAdjustHandles="1" noChangeArrowheads="1" noChangeShapeType="1" noTextEdit="1"/>
              </p:cNvSpPr>
              <p:nvPr/>
            </p:nvSpPr>
            <p:spPr bwMode="auto">
              <a:xfrm>
                <a:off x="1754851" y="3877058"/>
                <a:ext cx="393459" cy="400110"/>
              </a:xfrm>
              <a:prstGeom prst="rect">
                <a:avLst/>
              </a:prstGeom>
              <a:blipFill>
                <a:blip r:embed="rId8"/>
                <a:stretch>
                  <a:fillRect l="-7576"/>
                </a:stretch>
              </a:blipFill>
              <a:ln>
                <a:headEnd type="none" w="med" len="med"/>
                <a:tailEnd type="none" w="med" len="med"/>
              </a:ln>
              <a:extLst/>
            </p:spPr>
            <p:txBody>
              <a:bodyPr/>
              <a:lstStyle/>
              <a:p>
                <a:r>
                  <a:rPr lang="de-DE">
                    <a:noFill/>
                  </a:rPr>
                  <a:t> </a:t>
                </a:r>
              </a:p>
            </p:txBody>
          </p:sp>
        </mc:Fallback>
      </mc:AlternateContent>
      <p:sp>
        <p:nvSpPr>
          <p:cNvPr id="25" name="Rechteck 24">
            <a:extLst>
              <a:ext uri="{FF2B5EF4-FFF2-40B4-BE49-F238E27FC236}">
                <a16:creationId xmlns:a16="http://schemas.microsoft.com/office/drawing/2014/main" id="{1989F3E1-61A7-460D-B2A9-D6BCD63E11FD}"/>
              </a:ext>
            </a:extLst>
          </p:cNvPr>
          <p:cNvSpPr/>
          <p:nvPr/>
        </p:nvSpPr>
        <p:spPr bwMode="auto">
          <a:xfrm>
            <a:off x="3248825" y="5229200"/>
            <a:ext cx="576064"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26" name="Rechteck 25">
            <a:extLst>
              <a:ext uri="{FF2B5EF4-FFF2-40B4-BE49-F238E27FC236}">
                <a16:creationId xmlns:a16="http://schemas.microsoft.com/office/drawing/2014/main" id="{48F9375A-CB98-436D-A3BD-7CF7A3EF5BF0}"/>
              </a:ext>
            </a:extLst>
          </p:cNvPr>
          <p:cNvSpPr/>
          <p:nvPr/>
        </p:nvSpPr>
        <p:spPr bwMode="auto">
          <a:xfrm>
            <a:off x="3248196" y="5905118"/>
            <a:ext cx="576064" cy="412234"/>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2730A9F1-ABF8-4B81-8A6E-7511A2F791E1}"/>
                  </a:ext>
                </a:extLst>
              </p:cNvPr>
              <p:cNvSpPr/>
              <p:nvPr/>
            </p:nvSpPr>
            <p:spPr bwMode="auto">
              <a:xfrm>
                <a:off x="1754851" y="5229200"/>
                <a:ext cx="393459"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𝑎</m:t>
                          </m:r>
                        </m:e>
                        <m:sub>
                          <m:r>
                            <a:rPr lang="de-DE" altLang="de-DE" i="1">
                              <a:solidFill>
                                <a:srgbClr val="000000"/>
                              </a:solidFill>
                              <a:latin typeface="Cambria Math" panose="02040503050406030204" pitchFamily="18" charset="0"/>
                            </a:rPr>
                            <m:t>2</m:t>
                          </m:r>
                        </m:sub>
                      </m:sSub>
                    </m:oMath>
                  </m:oMathPara>
                </a14:m>
                <a:endParaRPr lang="de-DE">
                  <a:solidFill>
                    <a:schemeClr val="tx1"/>
                  </a:solidFill>
                  <a:latin typeface="Tahoma" pitchFamily="34" charset="0"/>
                </a:endParaRPr>
              </a:p>
            </p:txBody>
          </p:sp>
        </mc:Choice>
        <mc:Fallback xmlns="">
          <p:sp>
            <p:nvSpPr>
              <p:cNvPr id="27" name="Rechteck 26">
                <a:extLst>
                  <a:ext uri="{FF2B5EF4-FFF2-40B4-BE49-F238E27FC236}">
                    <a16:creationId xmlns:a16="http://schemas.microsoft.com/office/drawing/2014/main" id="{2730A9F1-ABF8-4B81-8A6E-7511A2F791E1}"/>
                  </a:ext>
                </a:extLst>
              </p:cNvPr>
              <p:cNvSpPr>
                <a:spLocks noRot="1" noChangeAspect="1" noMove="1" noResize="1" noEditPoints="1" noAdjustHandles="1" noChangeArrowheads="1" noChangeShapeType="1" noTextEdit="1"/>
              </p:cNvSpPr>
              <p:nvPr/>
            </p:nvSpPr>
            <p:spPr bwMode="auto">
              <a:xfrm>
                <a:off x="1754851" y="5229200"/>
                <a:ext cx="393459" cy="400110"/>
              </a:xfrm>
              <a:prstGeom prst="rect">
                <a:avLst/>
              </a:prstGeom>
              <a:blipFill>
                <a:blip r:embed="rId9"/>
                <a:stretch>
                  <a:fillRect l="-3030"/>
                </a:stretch>
              </a:blipFill>
              <a:ln>
                <a:solidFill>
                  <a:schemeClr val="accent1">
                    <a:lumMod val="60000"/>
                    <a:lumOff val="40000"/>
                  </a:schemeClr>
                </a:solidFill>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8" name="Rechteck 27">
                <a:extLst>
                  <a:ext uri="{FF2B5EF4-FFF2-40B4-BE49-F238E27FC236}">
                    <a16:creationId xmlns:a16="http://schemas.microsoft.com/office/drawing/2014/main" id="{F4A0ABF9-4F6C-40D4-B754-1A1408F41B69}"/>
                  </a:ext>
                </a:extLst>
              </p:cNvPr>
              <p:cNvSpPr/>
              <p:nvPr/>
            </p:nvSpPr>
            <p:spPr bwMode="auto">
              <a:xfrm>
                <a:off x="1752601" y="5909210"/>
                <a:ext cx="393459"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𝑏</m:t>
                          </m:r>
                        </m:e>
                        <m:sub>
                          <m:r>
                            <a:rPr lang="de-DE" altLang="de-DE" i="1">
                              <a:solidFill>
                                <a:srgbClr val="000000"/>
                              </a:solidFill>
                              <a:latin typeface="Cambria Math" panose="02040503050406030204" pitchFamily="18" charset="0"/>
                            </a:rPr>
                            <m:t>2</m:t>
                          </m:r>
                        </m:sub>
                      </m:sSub>
                    </m:oMath>
                  </m:oMathPara>
                </a14:m>
                <a:endParaRPr lang="de-DE">
                  <a:solidFill>
                    <a:schemeClr val="tx1"/>
                  </a:solidFill>
                  <a:latin typeface="Tahoma" pitchFamily="34" charset="0"/>
                </a:endParaRPr>
              </a:p>
            </p:txBody>
          </p:sp>
        </mc:Choice>
        <mc:Fallback xmlns="">
          <p:sp>
            <p:nvSpPr>
              <p:cNvPr id="28" name="Rechteck 27">
                <a:extLst>
                  <a:ext uri="{FF2B5EF4-FFF2-40B4-BE49-F238E27FC236}">
                    <a16:creationId xmlns:a16="http://schemas.microsoft.com/office/drawing/2014/main" id="{F4A0ABF9-4F6C-40D4-B754-1A1408F41B69}"/>
                  </a:ext>
                </a:extLst>
              </p:cNvPr>
              <p:cNvSpPr>
                <a:spLocks noRot="1" noChangeAspect="1" noMove="1" noResize="1" noEditPoints="1" noAdjustHandles="1" noChangeArrowheads="1" noChangeShapeType="1" noTextEdit="1"/>
              </p:cNvSpPr>
              <p:nvPr/>
            </p:nvSpPr>
            <p:spPr bwMode="auto">
              <a:xfrm>
                <a:off x="1752601" y="5909210"/>
                <a:ext cx="393459" cy="400110"/>
              </a:xfrm>
              <a:prstGeom prst="rect">
                <a:avLst/>
              </a:prstGeom>
              <a:blipFill>
                <a:blip r:embed="rId10"/>
                <a:stretch>
                  <a:fillRect l="-7576"/>
                </a:stretch>
              </a:blipFill>
              <a:ln>
                <a:solidFill>
                  <a:schemeClr val="accent1">
                    <a:lumMod val="60000"/>
                    <a:lumOff val="40000"/>
                  </a:schemeClr>
                </a:solidFill>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63A33CC5-87A1-4EDF-BA87-3D15D083A3EB}"/>
                  </a:ext>
                </a:extLst>
              </p:cNvPr>
              <p:cNvSpPr/>
              <p:nvPr/>
            </p:nvSpPr>
            <p:spPr bwMode="auto">
              <a:xfrm>
                <a:off x="8963803" y="4653571"/>
                <a:ext cx="444565"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𝑠</m:t>
                          </m:r>
                        </m:e>
                        <m:sub>
                          <m:r>
                            <a:rPr lang="de-DE" altLang="de-DE" i="1">
                              <a:solidFill>
                                <a:srgbClr val="000000"/>
                              </a:solidFill>
                              <a:latin typeface="Cambria Math" panose="02040503050406030204" pitchFamily="18" charset="0"/>
                            </a:rPr>
                            <m:t>2</m:t>
                          </m:r>
                        </m:sub>
                      </m:sSub>
                    </m:oMath>
                  </m:oMathPara>
                </a14:m>
                <a:endParaRPr lang="de-DE">
                  <a:solidFill>
                    <a:schemeClr val="tx1"/>
                  </a:solidFill>
                  <a:latin typeface="Tahoma" pitchFamily="34" charset="0"/>
                </a:endParaRPr>
              </a:p>
            </p:txBody>
          </p:sp>
        </mc:Choice>
        <mc:Fallback xmlns="">
          <p:sp>
            <p:nvSpPr>
              <p:cNvPr id="29" name="Rechteck 28">
                <a:extLst>
                  <a:ext uri="{FF2B5EF4-FFF2-40B4-BE49-F238E27FC236}">
                    <a16:creationId xmlns:a16="http://schemas.microsoft.com/office/drawing/2014/main" id="{63A33CC5-87A1-4EDF-BA87-3D15D083A3EB}"/>
                  </a:ext>
                </a:extLst>
              </p:cNvPr>
              <p:cNvSpPr>
                <a:spLocks noRot="1" noChangeAspect="1" noMove="1" noResize="1" noEditPoints="1" noAdjustHandles="1" noChangeArrowheads="1" noChangeShapeType="1" noTextEdit="1"/>
              </p:cNvSpPr>
              <p:nvPr/>
            </p:nvSpPr>
            <p:spPr bwMode="auto">
              <a:xfrm>
                <a:off x="8963803" y="4653571"/>
                <a:ext cx="444565" cy="400110"/>
              </a:xfrm>
              <a:prstGeom prst="rect">
                <a:avLst/>
              </a:prstGeom>
              <a:blipFill>
                <a:blip r:embed="rId11"/>
                <a:stretch>
                  <a:fillRect/>
                </a:stretch>
              </a:blipFill>
              <a:ln>
                <a:solidFill>
                  <a:schemeClr val="accent1">
                    <a:lumMod val="60000"/>
                    <a:lumOff val="40000"/>
                  </a:schemeClr>
                </a:solidFill>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398C3DFF-6105-4CDB-B780-0E2C8ACDEF74}"/>
                  </a:ext>
                </a:extLst>
              </p:cNvPr>
              <p:cNvSpPr/>
              <p:nvPr/>
            </p:nvSpPr>
            <p:spPr bwMode="auto">
              <a:xfrm>
                <a:off x="8963804" y="1957735"/>
                <a:ext cx="444565"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spAutoFit/>
              </a:bodyPr>
              <a:lstStyle/>
              <a:p>
                <a:pPr algn="ctr" eaLnBrk="1" hangingPunct="1">
                  <a:spcBef>
                    <a:spcPct val="50000"/>
                  </a:spcBef>
                </a:pPr>
                <a14:m>
                  <m:oMathPara xmlns:m="http://schemas.openxmlformats.org/officeDocument/2006/math">
                    <m:oMathParaPr>
                      <m:jc m:val="centerGroup"/>
                    </m:oMathParaPr>
                    <m:oMath xmlns:m="http://schemas.openxmlformats.org/officeDocument/2006/math">
                      <m:sSub>
                        <m:sSubPr>
                          <m:ctrlPr>
                            <a:rPr lang="de-DE" altLang="de-DE" i="1">
                              <a:solidFill>
                                <a:srgbClr val="000000"/>
                              </a:solidFill>
                              <a:latin typeface="Cambria Math" panose="02040503050406030204" pitchFamily="18" charset="0"/>
                            </a:rPr>
                          </m:ctrlPr>
                        </m:sSubPr>
                        <m:e>
                          <m:r>
                            <a:rPr lang="de-DE" altLang="de-DE" i="1">
                              <a:solidFill>
                                <a:srgbClr val="000000"/>
                              </a:solidFill>
                              <a:latin typeface="Cambria Math" panose="02040503050406030204" pitchFamily="18" charset="0"/>
                            </a:rPr>
                            <m:t>𝑠</m:t>
                          </m:r>
                        </m:e>
                        <m:sub>
                          <m:r>
                            <a:rPr lang="de-DE" altLang="de-DE" i="1">
                              <a:solidFill>
                                <a:srgbClr val="000000"/>
                              </a:solidFill>
                              <a:latin typeface="Cambria Math" panose="02040503050406030204" pitchFamily="18" charset="0"/>
                            </a:rPr>
                            <m:t>1</m:t>
                          </m:r>
                        </m:sub>
                      </m:sSub>
                    </m:oMath>
                  </m:oMathPara>
                </a14:m>
                <a:endParaRPr lang="de-DE">
                  <a:solidFill>
                    <a:schemeClr val="tx1"/>
                  </a:solidFill>
                  <a:latin typeface="Tahoma" pitchFamily="34" charset="0"/>
                </a:endParaRPr>
              </a:p>
            </p:txBody>
          </p:sp>
        </mc:Choice>
        <mc:Fallback xmlns="">
          <p:sp>
            <p:nvSpPr>
              <p:cNvPr id="30" name="Rechteck 29">
                <a:extLst>
                  <a:ext uri="{FF2B5EF4-FFF2-40B4-BE49-F238E27FC236}">
                    <a16:creationId xmlns:a16="http://schemas.microsoft.com/office/drawing/2014/main" id="{398C3DFF-6105-4CDB-B780-0E2C8ACDEF74}"/>
                  </a:ext>
                </a:extLst>
              </p:cNvPr>
              <p:cNvSpPr>
                <a:spLocks noRot="1" noChangeAspect="1" noMove="1" noResize="1" noEditPoints="1" noAdjustHandles="1" noChangeArrowheads="1" noChangeShapeType="1" noTextEdit="1"/>
              </p:cNvSpPr>
              <p:nvPr/>
            </p:nvSpPr>
            <p:spPr bwMode="auto">
              <a:xfrm>
                <a:off x="8963804" y="1957735"/>
                <a:ext cx="444565" cy="400110"/>
              </a:xfrm>
              <a:prstGeom prst="rect">
                <a:avLst/>
              </a:prstGeom>
              <a:blipFill>
                <a:blip r:embed="rId12"/>
                <a:stretch>
                  <a:fillRect/>
                </a:stretch>
              </a:blipFill>
              <a:ln>
                <a:headEnd type="none" w="med" len="med"/>
                <a:tailEnd type="none" w="med" len="med"/>
              </a:ln>
              <a:extLst/>
            </p:spPr>
            <p:txBody>
              <a:bodyPr/>
              <a:lstStyle/>
              <a:p>
                <a:r>
                  <a:rPr lang="de-DE">
                    <a:noFill/>
                  </a:rPr>
                  <a:t> </a:t>
                </a:r>
              </a:p>
            </p:txBody>
          </p:sp>
        </mc:Fallback>
      </mc:AlternateContent>
      <p:sp>
        <p:nvSpPr>
          <p:cNvPr id="31" name="Rechteck 30">
            <a:extLst>
              <a:ext uri="{FF2B5EF4-FFF2-40B4-BE49-F238E27FC236}">
                <a16:creationId xmlns:a16="http://schemas.microsoft.com/office/drawing/2014/main" id="{83F2D777-ED64-40E0-979C-2D090022809F}"/>
              </a:ext>
            </a:extLst>
          </p:cNvPr>
          <p:cNvSpPr/>
          <p:nvPr/>
        </p:nvSpPr>
        <p:spPr bwMode="auto">
          <a:xfrm>
            <a:off x="4528396" y="1956107"/>
            <a:ext cx="576064"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32" name="Rechteck 31">
            <a:extLst>
              <a:ext uri="{FF2B5EF4-FFF2-40B4-BE49-F238E27FC236}">
                <a16:creationId xmlns:a16="http://schemas.microsoft.com/office/drawing/2014/main" id="{7BB7F249-B430-4823-8AE8-B74B47A7D37F}"/>
              </a:ext>
            </a:extLst>
          </p:cNvPr>
          <p:cNvSpPr/>
          <p:nvPr/>
        </p:nvSpPr>
        <p:spPr bwMode="auto">
          <a:xfrm>
            <a:off x="4943872" y="2642584"/>
            <a:ext cx="576064"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p:sp>
        <p:nvSpPr>
          <p:cNvPr id="33" name="Rechteck 32">
            <a:extLst>
              <a:ext uri="{FF2B5EF4-FFF2-40B4-BE49-F238E27FC236}">
                <a16:creationId xmlns:a16="http://schemas.microsoft.com/office/drawing/2014/main" id="{0DFB95E6-D324-4F5D-9694-2CCF8EA3977F}"/>
              </a:ext>
            </a:extLst>
          </p:cNvPr>
          <p:cNvSpPr/>
          <p:nvPr/>
        </p:nvSpPr>
        <p:spPr bwMode="auto">
          <a:xfrm>
            <a:off x="6700990" y="4653136"/>
            <a:ext cx="576064"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=1</a:t>
            </a:r>
          </a:p>
        </p:txBody>
      </p:sp>
      <p:sp>
        <p:nvSpPr>
          <p:cNvPr id="34" name="Rechteck 33">
            <a:extLst>
              <a:ext uri="{FF2B5EF4-FFF2-40B4-BE49-F238E27FC236}">
                <a16:creationId xmlns:a16="http://schemas.microsoft.com/office/drawing/2014/main" id="{30971995-2648-42DF-BFBA-2ACD7AF6B096}"/>
              </a:ext>
            </a:extLst>
          </p:cNvPr>
          <p:cNvSpPr/>
          <p:nvPr/>
        </p:nvSpPr>
        <p:spPr bwMode="auto">
          <a:xfrm>
            <a:off x="7277054" y="5230491"/>
            <a:ext cx="576064"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r>
              <a:rPr lang="de-DE">
                <a:solidFill>
                  <a:schemeClr val="tx1"/>
                </a:solidFill>
                <a:latin typeface="Tahoma" pitchFamily="34" charset="0"/>
              </a:rPr>
              <a:t>&amp;</a:t>
            </a:r>
          </a:p>
        </p:txBody>
      </p:sp>
      <mc:AlternateContent xmlns:mc="http://schemas.openxmlformats.org/markup-compatibility/2006" xmlns:a14="http://schemas.microsoft.com/office/drawing/2010/main">
        <mc:Choice Requires="a14">
          <p:sp>
            <p:nvSpPr>
              <p:cNvPr id="35" name="Rechteck 34">
                <a:extLst>
                  <a:ext uri="{FF2B5EF4-FFF2-40B4-BE49-F238E27FC236}">
                    <a16:creationId xmlns:a16="http://schemas.microsoft.com/office/drawing/2014/main" id="{BF4147AF-2371-46BC-90A0-A47CE7AA28D3}"/>
                  </a:ext>
                </a:extLst>
              </p:cNvPr>
              <p:cNvSpPr/>
              <p:nvPr/>
            </p:nvSpPr>
            <p:spPr bwMode="auto">
              <a:xfrm>
                <a:off x="5879976" y="3877058"/>
                <a:ext cx="576064" cy="400110"/>
              </a:xfrm>
              <a:prstGeom prst="rect">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14:m>
                  <m:oMath xmlns:m="http://schemas.openxmlformats.org/officeDocument/2006/math">
                    <m:r>
                      <a:rPr lang="de-DE" i="1">
                        <a:solidFill>
                          <a:schemeClr val="tx1"/>
                        </a:solidFill>
                        <a:latin typeface="Cambria Math" panose="02040503050406030204" pitchFamily="18" charset="0"/>
                        <a:ea typeface="Cambria Math" panose="02040503050406030204" pitchFamily="18" charset="0"/>
                      </a:rPr>
                      <m:t>≥</m:t>
                    </m:r>
                  </m:oMath>
                </a14:m>
                <a:r>
                  <a:rPr lang="de-DE">
                    <a:solidFill>
                      <a:schemeClr val="tx1"/>
                    </a:solidFill>
                    <a:latin typeface="Tahoma" pitchFamily="34" charset="0"/>
                  </a:rPr>
                  <a:t>1</a:t>
                </a:r>
              </a:p>
            </p:txBody>
          </p:sp>
        </mc:Choice>
        <mc:Fallback xmlns="">
          <p:sp>
            <p:nvSpPr>
              <p:cNvPr id="35" name="Rechteck 34">
                <a:extLst>
                  <a:ext uri="{FF2B5EF4-FFF2-40B4-BE49-F238E27FC236}">
                    <a16:creationId xmlns:a16="http://schemas.microsoft.com/office/drawing/2014/main" id="{BF4147AF-2371-46BC-90A0-A47CE7AA28D3}"/>
                  </a:ext>
                </a:extLst>
              </p:cNvPr>
              <p:cNvSpPr>
                <a:spLocks noRot="1" noChangeAspect="1" noMove="1" noResize="1" noEditPoints="1" noAdjustHandles="1" noChangeArrowheads="1" noChangeShapeType="1" noTextEdit="1"/>
              </p:cNvSpPr>
              <p:nvPr/>
            </p:nvSpPr>
            <p:spPr bwMode="auto">
              <a:xfrm>
                <a:off x="5879976" y="3877058"/>
                <a:ext cx="576064" cy="400110"/>
              </a:xfrm>
              <a:prstGeom prst="rect">
                <a:avLst/>
              </a:prstGeom>
              <a:blipFill>
                <a:blip r:embed="rId13"/>
                <a:stretch>
                  <a:fillRect t="-5882" b="-13235"/>
                </a:stretch>
              </a:blipFill>
              <a:ln>
                <a:headEnd type="none" w="med" len="med"/>
                <a:tailEnd type="none" w="med" len="med"/>
              </a:ln>
              <a:extLst/>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5A747CA-A741-4109-A486-3C74EC34D6DF}"/>
                  </a:ext>
                </a:extLst>
              </p:cNvPr>
              <p:cNvSpPr/>
              <p:nvPr/>
            </p:nvSpPr>
            <p:spPr bwMode="auto">
              <a:xfrm>
                <a:off x="7702419" y="5909210"/>
                <a:ext cx="576064" cy="400110"/>
              </a:xfrm>
              <a:prstGeom prst="rect">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eaLnBrk="1" hangingPunct="1">
                  <a:spcBef>
                    <a:spcPct val="50000"/>
                  </a:spcBef>
                </a:pPr>
                <a14:m>
                  <m:oMath xmlns:m="http://schemas.openxmlformats.org/officeDocument/2006/math">
                    <m:r>
                      <a:rPr lang="de-DE" i="1">
                        <a:solidFill>
                          <a:schemeClr val="tx1"/>
                        </a:solidFill>
                        <a:latin typeface="Cambria Math" panose="02040503050406030204" pitchFamily="18" charset="0"/>
                        <a:ea typeface="Cambria Math" panose="02040503050406030204" pitchFamily="18" charset="0"/>
                      </a:rPr>
                      <m:t>≥</m:t>
                    </m:r>
                  </m:oMath>
                </a14:m>
                <a:r>
                  <a:rPr lang="de-DE">
                    <a:solidFill>
                      <a:schemeClr val="tx1"/>
                    </a:solidFill>
                    <a:latin typeface="Tahoma" pitchFamily="34" charset="0"/>
                  </a:rPr>
                  <a:t>1</a:t>
                </a:r>
              </a:p>
            </p:txBody>
          </p:sp>
        </mc:Choice>
        <mc:Fallback xmlns="">
          <p:sp>
            <p:nvSpPr>
              <p:cNvPr id="36" name="Rechteck 35">
                <a:extLst>
                  <a:ext uri="{FF2B5EF4-FFF2-40B4-BE49-F238E27FC236}">
                    <a16:creationId xmlns:a16="http://schemas.microsoft.com/office/drawing/2014/main" id="{15A747CA-A741-4109-A486-3C74EC34D6DF}"/>
                  </a:ext>
                </a:extLst>
              </p:cNvPr>
              <p:cNvSpPr>
                <a:spLocks noRot="1" noChangeAspect="1" noMove="1" noResize="1" noEditPoints="1" noAdjustHandles="1" noChangeArrowheads="1" noChangeShapeType="1" noTextEdit="1"/>
              </p:cNvSpPr>
              <p:nvPr/>
            </p:nvSpPr>
            <p:spPr bwMode="auto">
              <a:xfrm>
                <a:off x="7702419" y="5909210"/>
                <a:ext cx="576064" cy="400110"/>
              </a:xfrm>
              <a:prstGeom prst="rect">
                <a:avLst/>
              </a:prstGeom>
              <a:blipFill>
                <a:blip r:embed="rId14"/>
                <a:stretch>
                  <a:fillRect t="-5882" b="-13235"/>
                </a:stretch>
              </a:blipFill>
              <a:ln>
                <a:solidFill>
                  <a:schemeClr val="accent1">
                    <a:lumMod val="60000"/>
                    <a:lumOff val="40000"/>
                  </a:schemeClr>
                </a:solidFill>
                <a:headEnd type="none" w="med" len="med"/>
                <a:tailEnd type="none" w="med" len="med"/>
              </a:ln>
              <a:extLst/>
            </p:spPr>
            <p:txBody>
              <a:bodyPr/>
              <a:lstStyle/>
              <a:p>
                <a:r>
                  <a:rPr lang="de-DE">
                    <a:noFill/>
                  </a:rPr>
                  <a:t> </a:t>
                </a:r>
              </a:p>
            </p:txBody>
          </p:sp>
        </mc:Fallback>
      </mc:AlternateContent>
      <p:cxnSp>
        <p:nvCxnSpPr>
          <p:cNvPr id="37" name="Gewinkelter Verbinder 5">
            <a:extLst>
              <a:ext uri="{FF2B5EF4-FFF2-40B4-BE49-F238E27FC236}">
                <a16:creationId xmlns:a16="http://schemas.microsoft.com/office/drawing/2014/main" id="{BE7182A4-87C9-4867-A21D-7A1C99A1CFE2}"/>
              </a:ext>
            </a:extLst>
          </p:cNvPr>
          <p:cNvCxnSpPr>
            <a:stCxn id="19" idx="3"/>
            <a:endCxn id="17" idx="1"/>
          </p:cNvCxnSpPr>
          <p:nvPr/>
        </p:nvCxnSpPr>
        <p:spPr bwMode="auto">
          <a:xfrm flipV="1">
            <a:off x="2148310" y="1541851"/>
            <a:ext cx="1099887" cy="1367"/>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38" name="Gewinkelter Verbinder 35">
            <a:extLst>
              <a:ext uri="{FF2B5EF4-FFF2-40B4-BE49-F238E27FC236}">
                <a16:creationId xmlns:a16="http://schemas.microsoft.com/office/drawing/2014/main" id="{0DD87325-1A5D-4821-AC71-BE50B97503B5}"/>
              </a:ext>
            </a:extLst>
          </p:cNvPr>
          <p:cNvCxnSpPr>
            <a:stCxn id="19" idx="3"/>
            <a:endCxn id="18" idx="1"/>
          </p:cNvCxnSpPr>
          <p:nvPr/>
        </p:nvCxnSpPr>
        <p:spPr bwMode="auto">
          <a:xfrm>
            <a:off x="2148309" y="1543218"/>
            <a:ext cx="1100516" cy="613395"/>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39" name="Gewinkelter Verbinder 36">
            <a:extLst>
              <a:ext uri="{FF2B5EF4-FFF2-40B4-BE49-F238E27FC236}">
                <a16:creationId xmlns:a16="http://schemas.microsoft.com/office/drawing/2014/main" id="{13E53FBE-A485-489E-9B35-BF31031FB06E}"/>
              </a:ext>
            </a:extLst>
          </p:cNvPr>
          <p:cNvCxnSpPr>
            <a:stCxn id="20" idx="3"/>
            <a:endCxn id="17" idx="1"/>
          </p:cNvCxnSpPr>
          <p:nvPr/>
        </p:nvCxnSpPr>
        <p:spPr bwMode="auto">
          <a:xfrm flipV="1">
            <a:off x="2148310" y="1541851"/>
            <a:ext cx="1099887" cy="616163"/>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0" name="Gewinkelter Verbinder 37">
            <a:extLst>
              <a:ext uri="{FF2B5EF4-FFF2-40B4-BE49-F238E27FC236}">
                <a16:creationId xmlns:a16="http://schemas.microsoft.com/office/drawing/2014/main" id="{FBAC8946-8357-439A-A2B3-9ECF9E5AD8B2}"/>
              </a:ext>
            </a:extLst>
          </p:cNvPr>
          <p:cNvCxnSpPr>
            <a:stCxn id="20" idx="3"/>
            <a:endCxn id="18" idx="1"/>
          </p:cNvCxnSpPr>
          <p:nvPr/>
        </p:nvCxnSpPr>
        <p:spPr bwMode="auto">
          <a:xfrm flipV="1">
            <a:off x="2148309" y="2156613"/>
            <a:ext cx="1100516" cy="1401"/>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1" name="Gewinkelter Verbinder 38">
            <a:extLst>
              <a:ext uri="{FF2B5EF4-FFF2-40B4-BE49-F238E27FC236}">
                <a16:creationId xmlns:a16="http://schemas.microsoft.com/office/drawing/2014/main" id="{F7A90CE6-1B65-46B1-9798-2635A3A32774}"/>
              </a:ext>
            </a:extLst>
          </p:cNvPr>
          <p:cNvCxnSpPr>
            <a:stCxn id="23" idx="3"/>
            <a:endCxn id="22" idx="1"/>
          </p:cNvCxnSpPr>
          <p:nvPr/>
        </p:nvCxnSpPr>
        <p:spPr bwMode="auto">
          <a:xfrm>
            <a:off x="2148309" y="3462318"/>
            <a:ext cx="1100516" cy="619327"/>
          </a:xfrm>
          <a:prstGeom prst="bentConnector3">
            <a:avLst>
              <a:gd name="adj1" fmla="val 50000"/>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2" name="Gewinkelter Verbinder 40">
            <a:extLst>
              <a:ext uri="{FF2B5EF4-FFF2-40B4-BE49-F238E27FC236}">
                <a16:creationId xmlns:a16="http://schemas.microsoft.com/office/drawing/2014/main" id="{8470EED1-CD06-468A-8E9A-8A16A9BA131E}"/>
              </a:ext>
            </a:extLst>
          </p:cNvPr>
          <p:cNvCxnSpPr>
            <a:stCxn id="23" idx="3"/>
            <a:endCxn id="21" idx="1"/>
          </p:cNvCxnSpPr>
          <p:nvPr/>
        </p:nvCxnSpPr>
        <p:spPr bwMode="auto">
          <a:xfrm>
            <a:off x="2148310" y="3462317"/>
            <a:ext cx="1100769" cy="2734"/>
          </a:xfrm>
          <a:prstGeom prst="bentConnector3">
            <a:avLst>
              <a:gd name="adj1" fmla="val 50000"/>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3" name="Gewinkelter Verbinder 42">
            <a:extLst>
              <a:ext uri="{FF2B5EF4-FFF2-40B4-BE49-F238E27FC236}">
                <a16:creationId xmlns:a16="http://schemas.microsoft.com/office/drawing/2014/main" id="{19AAB8A5-2145-406B-8188-CEFD2AE6E25F}"/>
              </a:ext>
            </a:extLst>
          </p:cNvPr>
          <p:cNvCxnSpPr>
            <a:stCxn id="24" idx="3"/>
            <a:endCxn id="21" idx="1"/>
          </p:cNvCxnSpPr>
          <p:nvPr/>
        </p:nvCxnSpPr>
        <p:spPr bwMode="auto">
          <a:xfrm flipV="1">
            <a:off x="2148310" y="3465051"/>
            <a:ext cx="1100769" cy="612062"/>
          </a:xfrm>
          <a:prstGeom prst="bentConnector3">
            <a:avLst>
              <a:gd name="adj1" fmla="val 50000"/>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4" name="Gewinkelter Verbinder 44">
            <a:extLst>
              <a:ext uri="{FF2B5EF4-FFF2-40B4-BE49-F238E27FC236}">
                <a16:creationId xmlns:a16="http://schemas.microsoft.com/office/drawing/2014/main" id="{6915C172-CEAA-4B8C-959A-52F04A23E3BF}"/>
              </a:ext>
            </a:extLst>
          </p:cNvPr>
          <p:cNvCxnSpPr>
            <a:stCxn id="24" idx="3"/>
            <a:endCxn id="22" idx="1"/>
          </p:cNvCxnSpPr>
          <p:nvPr/>
        </p:nvCxnSpPr>
        <p:spPr bwMode="auto">
          <a:xfrm>
            <a:off x="2148309" y="4077114"/>
            <a:ext cx="1100516" cy="4531"/>
          </a:xfrm>
          <a:prstGeom prst="bentConnector3">
            <a:avLst>
              <a:gd name="adj1" fmla="val 50000"/>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5" name="Gewinkelter Verbinder 50">
            <a:extLst>
              <a:ext uri="{FF2B5EF4-FFF2-40B4-BE49-F238E27FC236}">
                <a16:creationId xmlns:a16="http://schemas.microsoft.com/office/drawing/2014/main" id="{DA54992D-EA65-4449-A3D4-2652C867646E}"/>
              </a:ext>
            </a:extLst>
          </p:cNvPr>
          <p:cNvCxnSpPr>
            <a:stCxn id="27" idx="3"/>
            <a:endCxn id="26" idx="1"/>
          </p:cNvCxnSpPr>
          <p:nvPr/>
        </p:nvCxnSpPr>
        <p:spPr bwMode="auto">
          <a:xfrm>
            <a:off x="2148310" y="5429255"/>
            <a:ext cx="1099886" cy="681980"/>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6" name="Gewinkelter Verbinder 52">
            <a:extLst>
              <a:ext uri="{FF2B5EF4-FFF2-40B4-BE49-F238E27FC236}">
                <a16:creationId xmlns:a16="http://schemas.microsoft.com/office/drawing/2014/main" id="{51A8C5D3-ADA5-4CEB-84C9-3B37C56CDCC0}"/>
              </a:ext>
            </a:extLst>
          </p:cNvPr>
          <p:cNvCxnSpPr>
            <a:stCxn id="28" idx="3"/>
            <a:endCxn id="25" idx="1"/>
          </p:cNvCxnSpPr>
          <p:nvPr/>
        </p:nvCxnSpPr>
        <p:spPr bwMode="auto">
          <a:xfrm flipV="1">
            <a:off x="2146060" y="5429255"/>
            <a:ext cx="1102765" cy="680010"/>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7" name="Gewinkelter Verbinder 54">
            <a:extLst>
              <a:ext uri="{FF2B5EF4-FFF2-40B4-BE49-F238E27FC236}">
                <a16:creationId xmlns:a16="http://schemas.microsoft.com/office/drawing/2014/main" id="{E01000A6-37F6-4519-8B34-68A54ADC7602}"/>
              </a:ext>
            </a:extLst>
          </p:cNvPr>
          <p:cNvCxnSpPr>
            <a:stCxn id="27" idx="3"/>
            <a:endCxn id="26" idx="1"/>
          </p:cNvCxnSpPr>
          <p:nvPr/>
        </p:nvCxnSpPr>
        <p:spPr bwMode="auto">
          <a:xfrm>
            <a:off x="2148310" y="5429255"/>
            <a:ext cx="1099886" cy="681980"/>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8" name="Gewinkelter Verbinder 56">
            <a:extLst>
              <a:ext uri="{FF2B5EF4-FFF2-40B4-BE49-F238E27FC236}">
                <a16:creationId xmlns:a16="http://schemas.microsoft.com/office/drawing/2014/main" id="{7AE037CD-8233-4EAC-8328-BCC7D2B192D0}"/>
              </a:ext>
            </a:extLst>
          </p:cNvPr>
          <p:cNvCxnSpPr>
            <a:stCxn id="28" idx="3"/>
            <a:endCxn id="25" idx="1"/>
          </p:cNvCxnSpPr>
          <p:nvPr/>
        </p:nvCxnSpPr>
        <p:spPr bwMode="auto">
          <a:xfrm flipV="1">
            <a:off x="2146060" y="5429255"/>
            <a:ext cx="1102765" cy="680010"/>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49" name="Gewinkelter Verbinder 71">
            <a:extLst>
              <a:ext uri="{FF2B5EF4-FFF2-40B4-BE49-F238E27FC236}">
                <a16:creationId xmlns:a16="http://schemas.microsoft.com/office/drawing/2014/main" id="{5C08C65F-A0D8-4815-AAB9-B8AE5A12712E}"/>
              </a:ext>
            </a:extLst>
          </p:cNvPr>
          <p:cNvCxnSpPr>
            <a:stCxn id="31" idx="3"/>
            <a:endCxn id="30" idx="1"/>
          </p:cNvCxnSpPr>
          <p:nvPr/>
        </p:nvCxnSpPr>
        <p:spPr bwMode="auto">
          <a:xfrm>
            <a:off x="5104461" y="2156162"/>
            <a:ext cx="3859343" cy="1628"/>
          </a:xfrm>
          <a:prstGeom prst="bentConnector3">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0" name="Gewinkelter Verbinder 131">
            <a:extLst>
              <a:ext uri="{FF2B5EF4-FFF2-40B4-BE49-F238E27FC236}">
                <a16:creationId xmlns:a16="http://schemas.microsoft.com/office/drawing/2014/main" id="{D7600893-2A95-4610-8C1A-DB674FE8D0E3}"/>
              </a:ext>
            </a:extLst>
          </p:cNvPr>
          <p:cNvCxnSpPr>
            <a:stCxn id="33" idx="3"/>
            <a:endCxn id="29" idx="1"/>
          </p:cNvCxnSpPr>
          <p:nvPr/>
        </p:nvCxnSpPr>
        <p:spPr bwMode="auto">
          <a:xfrm>
            <a:off x="7277054" y="4853192"/>
            <a:ext cx="1686748" cy="435"/>
          </a:xfrm>
          <a:prstGeom prst="bentConnector3">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1" name="Gewinkelter Verbinder 135">
            <a:extLst>
              <a:ext uri="{FF2B5EF4-FFF2-40B4-BE49-F238E27FC236}">
                <a16:creationId xmlns:a16="http://schemas.microsoft.com/office/drawing/2014/main" id="{1339B1A6-6A6D-4967-8615-E8894E015464}"/>
              </a:ext>
            </a:extLst>
          </p:cNvPr>
          <p:cNvCxnSpPr>
            <a:stCxn id="34" idx="3"/>
            <a:endCxn id="36" idx="1"/>
          </p:cNvCxnSpPr>
          <p:nvPr/>
        </p:nvCxnSpPr>
        <p:spPr bwMode="auto">
          <a:xfrm flipH="1">
            <a:off x="7702419" y="5430546"/>
            <a:ext cx="150699" cy="678719"/>
          </a:xfrm>
          <a:prstGeom prst="bentConnector5">
            <a:avLst>
              <a:gd name="adj1" fmla="val -151693"/>
              <a:gd name="adj2" fmla="val 51340"/>
              <a:gd name="adj3" fmla="val 251693"/>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2" name="Gewinkelter Verbinder 138">
            <a:extLst>
              <a:ext uri="{FF2B5EF4-FFF2-40B4-BE49-F238E27FC236}">
                <a16:creationId xmlns:a16="http://schemas.microsoft.com/office/drawing/2014/main" id="{B8DB1D35-8249-49F3-BE96-953A1F568CEC}"/>
              </a:ext>
            </a:extLst>
          </p:cNvPr>
          <p:cNvCxnSpPr>
            <a:stCxn id="36" idx="3"/>
            <a:endCxn id="16" idx="1"/>
          </p:cNvCxnSpPr>
          <p:nvPr/>
        </p:nvCxnSpPr>
        <p:spPr bwMode="auto">
          <a:xfrm>
            <a:off x="8278483" y="6109265"/>
            <a:ext cx="697838" cy="1"/>
          </a:xfrm>
          <a:prstGeom prst="bentConnector3">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3" name="Gewinkelter Verbinder 281">
            <a:extLst>
              <a:ext uri="{FF2B5EF4-FFF2-40B4-BE49-F238E27FC236}">
                <a16:creationId xmlns:a16="http://schemas.microsoft.com/office/drawing/2014/main" id="{BDF9A334-C940-4CC4-8A47-81C494EBBA2A}"/>
              </a:ext>
            </a:extLst>
          </p:cNvPr>
          <p:cNvCxnSpPr>
            <a:stCxn id="17" idx="3"/>
            <a:endCxn id="14" idx="1"/>
          </p:cNvCxnSpPr>
          <p:nvPr/>
        </p:nvCxnSpPr>
        <p:spPr bwMode="auto">
          <a:xfrm flipV="1">
            <a:off x="3824260" y="1540824"/>
            <a:ext cx="5152060" cy="1027"/>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4" name="Gewinkelter Verbinder 284">
            <a:extLst>
              <a:ext uri="{FF2B5EF4-FFF2-40B4-BE49-F238E27FC236}">
                <a16:creationId xmlns:a16="http://schemas.microsoft.com/office/drawing/2014/main" id="{236392DC-F7D7-40DB-95F1-3E30B0089C38}"/>
              </a:ext>
            </a:extLst>
          </p:cNvPr>
          <p:cNvCxnSpPr>
            <a:stCxn id="18" idx="3"/>
            <a:endCxn id="31" idx="1"/>
          </p:cNvCxnSpPr>
          <p:nvPr/>
        </p:nvCxnSpPr>
        <p:spPr bwMode="auto">
          <a:xfrm flipV="1">
            <a:off x="3824890" y="2156162"/>
            <a:ext cx="703507" cy="450"/>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5" name="Gewinkelter Verbinder 287">
            <a:extLst>
              <a:ext uri="{FF2B5EF4-FFF2-40B4-BE49-F238E27FC236}">
                <a16:creationId xmlns:a16="http://schemas.microsoft.com/office/drawing/2014/main" id="{F315E3CD-DACC-4BA4-9516-624236C42CAB}"/>
              </a:ext>
            </a:extLst>
          </p:cNvPr>
          <p:cNvCxnSpPr>
            <a:stCxn id="18" idx="3"/>
            <a:endCxn id="32" idx="1"/>
          </p:cNvCxnSpPr>
          <p:nvPr/>
        </p:nvCxnSpPr>
        <p:spPr bwMode="auto">
          <a:xfrm>
            <a:off x="3824890" y="2156613"/>
            <a:ext cx="1118983" cy="686027"/>
          </a:xfrm>
          <a:prstGeom prst="bentConnector3">
            <a:avLst/>
          </a:prstGeom>
          <a:ln>
            <a:solidFill>
              <a:schemeClr val="tx2">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6" name="Gewinkelter Verbinder 290">
            <a:extLst>
              <a:ext uri="{FF2B5EF4-FFF2-40B4-BE49-F238E27FC236}">
                <a16:creationId xmlns:a16="http://schemas.microsoft.com/office/drawing/2014/main" id="{74C36338-E46E-458B-8BE1-BBB7EA7C2E40}"/>
              </a:ext>
            </a:extLst>
          </p:cNvPr>
          <p:cNvCxnSpPr>
            <a:stCxn id="22" idx="3"/>
            <a:endCxn id="35" idx="1"/>
          </p:cNvCxnSpPr>
          <p:nvPr/>
        </p:nvCxnSpPr>
        <p:spPr bwMode="auto">
          <a:xfrm flipV="1">
            <a:off x="3824890" y="4077114"/>
            <a:ext cx="2055087" cy="4531"/>
          </a:xfrm>
          <a:prstGeom prst="bentConnector3">
            <a:avLst>
              <a:gd name="adj1" fmla="val 50000"/>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7" name="Gewinkelter Verbinder 293">
            <a:extLst>
              <a:ext uri="{FF2B5EF4-FFF2-40B4-BE49-F238E27FC236}">
                <a16:creationId xmlns:a16="http://schemas.microsoft.com/office/drawing/2014/main" id="{CC7C2E20-FBD2-48AF-A0E9-8C871A63E1F0}"/>
              </a:ext>
            </a:extLst>
          </p:cNvPr>
          <p:cNvCxnSpPr>
            <a:stCxn id="21" idx="3"/>
            <a:endCxn id="31" idx="2"/>
          </p:cNvCxnSpPr>
          <p:nvPr/>
        </p:nvCxnSpPr>
        <p:spPr bwMode="auto">
          <a:xfrm flipV="1">
            <a:off x="3825142" y="2356217"/>
            <a:ext cx="991286" cy="1108834"/>
          </a:xfrm>
          <a:prstGeom prst="bentConnector2">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8" name="Gewinkelter Verbinder 296">
            <a:extLst>
              <a:ext uri="{FF2B5EF4-FFF2-40B4-BE49-F238E27FC236}">
                <a16:creationId xmlns:a16="http://schemas.microsoft.com/office/drawing/2014/main" id="{42D9788C-9DEA-44A9-B3B7-91E6FDFCA229}"/>
              </a:ext>
            </a:extLst>
          </p:cNvPr>
          <p:cNvCxnSpPr>
            <a:stCxn id="21" idx="3"/>
            <a:endCxn id="32" idx="2"/>
          </p:cNvCxnSpPr>
          <p:nvPr/>
        </p:nvCxnSpPr>
        <p:spPr bwMode="auto">
          <a:xfrm flipV="1">
            <a:off x="3825142" y="3042695"/>
            <a:ext cx="1406762" cy="422357"/>
          </a:xfrm>
          <a:prstGeom prst="bentConnector2">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59" name="Gewinkelter Verbinder 306">
            <a:extLst>
              <a:ext uri="{FF2B5EF4-FFF2-40B4-BE49-F238E27FC236}">
                <a16:creationId xmlns:a16="http://schemas.microsoft.com/office/drawing/2014/main" id="{60FB8AE3-20F9-48CE-BB99-8E86CFFE620F}"/>
              </a:ext>
            </a:extLst>
          </p:cNvPr>
          <p:cNvCxnSpPr>
            <a:stCxn id="32" idx="3"/>
            <a:endCxn id="35" idx="1"/>
          </p:cNvCxnSpPr>
          <p:nvPr/>
        </p:nvCxnSpPr>
        <p:spPr bwMode="auto">
          <a:xfrm>
            <a:off x="5519936" y="2842639"/>
            <a:ext cx="360040" cy="1234474"/>
          </a:xfrm>
          <a:prstGeom prst="bentConnector3">
            <a:avLst>
              <a:gd name="adj1" fmla="val 50000"/>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60" name="Gewinkelter Verbinder 325">
            <a:extLst>
              <a:ext uri="{FF2B5EF4-FFF2-40B4-BE49-F238E27FC236}">
                <a16:creationId xmlns:a16="http://schemas.microsoft.com/office/drawing/2014/main" id="{8BBA2D4B-2CB9-4818-B699-70261FC0FD7F}"/>
              </a:ext>
            </a:extLst>
          </p:cNvPr>
          <p:cNvCxnSpPr>
            <a:stCxn id="25" idx="3"/>
            <a:endCxn id="34" idx="1"/>
          </p:cNvCxnSpPr>
          <p:nvPr/>
        </p:nvCxnSpPr>
        <p:spPr bwMode="auto">
          <a:xfrm>
            <a:off x="3824889" y="5429255"/>
            <a:ext cx="3452165" cy="1291"/>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61" name="Gewinkelter Verbinder 328">
            <a:extLst>
              <a:ext uri="{FF2B5EF4-FFF2-40B4-BE49-F238E27FC236}">
                <a16:creationId xmlns:a16="http://schemas.microsoft.com/office/drawing/2014/main" id="{71005182-D54D-49B3-8C90-7E922DE026BC}"/>
              </a:ext>
            </a:extLst>
          </p:cNvPr>
          <p:cNvCxnSpPr>
            <a:stCxn id="25" idx="3"/>
            <a:endCxn id="33" idx="1"/>
          </p:cNvCxnSpPr>
          <p:nvPr/>
        </p:nvCxnSpPr>
        <p:spPr bwMode="auto">
          <a:xfrm flipV="1">
            <a:off x="3824889" y="4853191"/>
            <a:ext cx="2876101" cy="576064"/>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62" name="Gewinkelter Verbinder 331">
            <a:extLst>
              <a:ext uri="{FF2B5EF4-FFF2-40B4-BE49-F238E27FC236}">
                <a16:creationId xmlns:a16="http://schemas.microsoft.com/office/drawing/2014/main" id="{78B2E457-545C-43E8-8356-0DD0DBEEBF64}"/>
              </a:ext>
            </a:extLst>
          </p:cNvPr>
          <p:cNvCxnSpPr>
            <a:stCxn id="35" idx="3"/>
            <a:endCxn id="33" idx="0"/>
          </p:cNvCxnSpPr>
          <p:nvPr/>
        </p:nvCxnSpPr>
        <p:spPr bwMode="auto">
          <a:xfrm>
            <a:off x="6456040" y="4077114"/>
            <a:ext cx="532982" cy="576023"/>
          </a:xfrm>
          <a:prstGeom prst="bentConnector2">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63" name="Gewinkelter Verbinder 335">
            <a:extLst>
              <a:ext uri="{FF2B5EF4-FFF2-40B4-BE49-F238E27FC236}">
                <a16:creationId xmlns:a16="http://schemas.microsoft.com/office/drawing/2014/main" id="{03F51D7E-107D-4B65-8238-AE8EBCCD3894}"/>
              </a:ext>
            </a:extLst>
          </p:cNvPr>
          <p:cNvCxnSpPr>
            <a:stCxn id="35" idx="3"/>
            <a:endCxn id="34" idx="0"/>
          </p:cNvCxnSpPr>
          <p:nvPr/>
        </p:nvCxnSpPr>
        <p:spPr bwMode="auto">
          <a:xfrm>
            <a:off x="6456040" y="4077113"/>
            <a:ext cx="1109046" cy="1153378"/>
          </a:xfrm>
          <a:prstGeom prst="bentConnector2">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cxnSp>
      <p:cxnSp>
        <p:nvCxnSpPr>
          <p:cNvPr id="64" name="Gewinkelter Verbinder 348">
            <a:extLst>
              <a:ext uri="{FF2B5EF4-FFF2-40B4-BE49-F238E27FC236}">
                <a16:creationId xmlns:a16="http://schemas.microsoft.com/office/drawing/2014/main" id="{465BD4EF-AD98-49E6-B632-CA7E01495447}"/>
              </a:ext>
            </a:extLst>
          </p:cNvPr>
          <p:cNvCxnSpPr>
            <a:stCxn id="26" idx="3"/>
            <a:endCxn id="36" idx="1"/>
          </p:cNvCxnSpPr>
          <p:nvPr/>
        </p:nvCxnSpPr>
        <p:spPr bwMode="auto">
          <a:xfrm flipV="1">
            <a:off x="3824260" y="6109265"/>
            <a:ext cx="3878159" cy="1970"/>
          </a:xfrm>
          <a:prstGeom prst="bentConnector3">
            <a:avLst>
              <a:gd name="adj1" fmla="val 50000"/>
            </a:avLst>
          </a:prstGeom>
          <a:ln>
            <a:solidFill>
              <a:schemeClr val="accent1">
                <a:lumMod val="60000"/>
                <a:lumOff val="40000"/>
              </a:schemeClr>
            </a:solidFill>
            <a:headEnd type="none" w="med" len="med"/>
            <a:tailEnd type="none" w="med" len="med"/>
          </a:ln>
          <a:extLst/>
        </p:spPr>
        <p:style>
          <a:lnRef idx="2">
            <a:schemeClr val="accent2"/>
          </a:lnRef>
          <a:fillRef idx="1">
            <a:schemeClr val="lt1"/>
          </a:fillRef>
          <a:effectRef idx="0">
            <a:schemeClr val="accent2"/>
          </a:effectRef>
          <a:fontRef idx="minor">
            <a:schemeClr val="dk1"/>
          </a:fontRef>
        </p:style>
      </p:cxnSp>
    </p:spTree>
    <p:extLst>
      <p:ext uri="{BB962C8B-B14F-4D97-AF65-F5344CB8AC3E}">
        <p14:creationId xmlns:p14="http://schemas.microsoft.com/office/powerpoint/2010/main" val="383225035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err="1"/>
              <a:t>Volladdierer</a:t>
            </a:r>
            <a:r>
              <a:rPr lang="de-DE" sz="3600" dirty="0"/>
              <a:t> für zwei 3bit Zahlen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23525" y="365557"/>
            <a:ext cx="525054" cy="1235797"/>
          </a:xfrm>
          <a:prstGeom prst="rect">
            <a:avLst/>
          </a:prstGeom>
        </p:spPr>
      </p:pic>
      <p:pic>
        <p:nvPicPr>
          <p:cNvPr id="65" name="Grafik 64">
            <a:extLst>
              <a:ext uri="{FF2B5EF4-FFF2-40B4-BE49-F238E27FC236}">
                <a16:creationId xmlns:a16="http://schemas.microsoft.com/office/drawing/2014/main" id="{4B08C7A5-77F3-4AD9-B0D8-AA4CF671B82A}"/>
              </a:ext>
            </a:extLst>
          </p:cNvPr>
          <p:cNvPicPr>
            <a:picLocks noChangeAspect="1"/>
          </p:cNvPicPr>
          <p:nvPr/>
        </p:nvPicPr>
        <p:blipFill>
          <a:blip r:embed="rId3"/>
          <a:stretch>
            <a:fillRect/>
          </a:stretch>
        </p:blipFill>
        <p:spPr>
          <a:xfrm>
            <a:off x="160867" y="1691120"/>
            <a:ext cx="10555173" cy="4324954"/>
          </a:xfrm>
          <a:prstGeom prst="rect">
            <a:avLst/>
          </a:prstGeom>
        </p:spPr>
      </p:pic>
    </p:spTree>
    <p:extLst>
      <p:ext uri="{BB962C8B-B14F-4D97-AF65-F5344CB8AC3E}">
        <p14:creationId xmlns:p14="http://schemas.microsoft.com/office/powerpoint/2010/main" val="187701900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pic>
        <p:nvPicPr>
          <p:cNvPr id="15" name="Grafik 14">
            <a:extLst>
              <a:ext uri="{FF2B5EF4-FFF2-40B4-BE49-F238E27FC236}">
                <a16:creationId xmlns:a16="http://schemas.microsoft.com/office/drawing/2014/main" id="{F9434716-1A8E-4E4F-A674-4AAC295BF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0511" y="1528873"/>
            <a:ext cx="525054" cy="1235797"/>
          </a:xfrm>
          <a:prstGeom prst="rect">
            <a:avLst/>
          </a:prstGeom>
        </p:spPr>
      </p:pic>
      <p:pic>
        <p:nvPicPr>
          <p:cNvPr id="7" name="Grafik 6">
            <a:extLst>
              <a:ext uri="{FF2B5EF4-FFF2-40B4-BE49-F238E27FC236}">
                <a16:creationId xmlns:a16="http://schemas.microsoft.com/office/drawing/2014/main" id="{FE1A92DC-D8F7-43EB-B6E8-77E84ED99380}"/>
              </a:ext>
            </a:extLst>
          </p:cNvPr>
          <p:cNvPicPr>
            <a:picLocks noChangeAspect="1"/>
          </p:cNvPicPr>
          <p:nvPr/>
        </p:nvPicPr>
        <p:blipFill>
          <a:blip r:embed="rId3"/>
          <a:stretch>
            <a:fillRect/>
          </a:stretch>
        </p:blipFill>
        <p:spPr>
          <a:xfrm>
            <a:off x="178096" y="527620"/>
            <a:ext cx="8894537" cy="5413500"/>
          </a:xfrm>
          <a:prstGeom prst="rect">
            <a:avLst/>
          </a:prstGeom>
        </p:spPr>
      </p:pic>
      <p:sp>
        <p:nvSpPr>
          <p:cNvPr id="8" name="Rechteck 7">
            <a:extLst>
              <a:ext uri="{FF2B5EF4-FFF2-40B4-BE49-F238E27FC236}">
                <a16:creationId xmlns:a16="http://schemas.microsoft.com/office/drawing/2014/main" id="{428112CE-4A50-4248-AECB-623656930FAE}"/>
              </a:ext>
            </a:extLst>
          </p:cNvPr>
          <p:cNvSpPr/>
          <p:nvPr/>
        </p:nvSpPr>
        <p:spPr bwMode="auto">
          <a:xfrm>
            <a:off x="1507417" y="193869"/>
            <a:ext cx="2613890" cy="1834743"/>
          </a:xfrm>
          <a:prstGeom prst="rect">
            <a:avLst/>
          </a:prstGeom>
          <a:solidFill>
            <a:schemeClr val="accent1">
              <a:lumMod val="60000"/>
              <a:lumOff val="40000"/>
              <a:alpha val="10000"/>
            </a:schemeClr>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t" anchorCtr="0" compatLnSpc="1">
            <a:prstTxWarp prst="textNoShape">
              <a:avLst/>
            </a:prstTxWarp>
            <a:noAutofit/>
          </a:bodyPr>
          <a:lstStyle/>
          <a:p>
            <a:pPr eaLnBrk="1" hangingPunct="1">
              <a:spcBef>
                <a:spcPct val="50000"/>
              </a:spcBef>
            </a:pPr>
            <a:r>
              <a:rPr lang="de-DE" dirty="0" err="1"/>
              <a:t>Halbaddierer</a:t>
            </a:r>
            <a:endParaRPr lang="de-DE" dirty="0"/>
          </a:p>
        </p:txBody>
      </p:sp>
      <p:sp>
        <p:nvSpPr>
          <p:cNvPr id="9" name="Rechteck 8">
            <a:extLst>
              <a:ext uri="{FF2B5EF4-FFF2-40B4-BE49-F238E27FC236}">
                <a16:creationId xmlns:a16="http://schemas.microsoft.com/office/drawing/2014/main" id="{FCCC1A26-30A7-4D25-9609-1BB6C9BC0348}"/>
              </a:ext>
            </a:extLst>
          </p:cNvPr>
          <p:cNvSpPr/>
          <p:nvPr/>
        </p:nvSpPr>
        <p:spPr bwMode="auto">
          <a:xfrm>
            <a:off x="952955" y="2111797"/>
            <a:ext cx="4968552" cy="2059429"/>
          </a:xfrm>
          <a:prstGeom prst="rect">
            <a:avLst/>
          </a:prstGeom>
          <a:solidFill>
            <a:schemeClr val="accent1">
              <a:lumMod val="60000"/>
              <a:lumOff val="40000"/>
              <a:alpha val="10000"/>
            </a:schemeClr>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t" anchorCtr="0" compatLnSpc="1">
            <a:prstTxWarp prst="textNoShape">
              <a:avLst/>
            </a:prstTxWarp>
            <a:noAutofit/>
          </a:bodyPr>
          <a:lstStyle/>
          <a:p>
            <a:pPr eaLnBrk="1" hangingPunct="1">
              <a:spcBef>
                <a:spcPct val="50000"/>
              </a:spcBef>
            </a:pPr>
            <a:r>
              <a:rPr lang="de-DE"/>
              <a:t>Volladdierer</a:t>
            </a:r>
            <a:endParaRPr lang="de-DE" dirty="0"/>
          </a:p>
        </p:txBody>
      </p:sp>
      <p:sp>
        <p:nvSpPr>
          <p:cNvPr id="10" name="Rechteck 9">
            <a:extLst>
              <a:ext uri="{FF2B5EF4-FFF2-40B4-BE49-F238E27FC236}">
                <a16:creationId xmlns:a16="http://schemas.microsoft.com/office/drawing/2014/main" id="{0248B466-BC04-480A-8CFD-63366DB3DDAB}"/>
              </a:ext>
            </a:extLst>
          </p:cNvPr>
          <p:cNvSpPr/>
          <p:nvPr/>
        </p:nvSpPr>
        <p:spPr bwMode="auto">
          <a:xfrm>
            <a:off x="160867" y="4218696"/>
            <a:ext cx="5256584" cy="1872208"/>
          </a:xfrm>
          <a:prstGeom prst="rect">
            <a:avLst/>
          </a:prstGeom>
          <a:solidFill>
            <a:schemeClr val="accent1">
              <a:lumMod val="60000"/>
              <a:lumOff val="40000"/>
              <a:alpha val="10000"/>
            </a:schemeClr>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t" anchorCtr="0" compatLnSpc="1">
            <a:prstTxWarp prst="textNoShape">
              <a:avLst/>
            </a:prstTxWarp>
            <a:noAutofit/>
          </a:bodyPr>
          <a:lstStyle/>
          <a:p>
            <a:pPr eaLnBrk="1" hangingPunct="1">
              <a:spcBef>
                <a:spcPct val="50000"/>
              </a:spcBef>
            </a:pPr>
            <a:r>
              <a:rPr lang="de-DE"/>
              <a:t>Volladdierer</a:t>
            </a:r>
            <a:endParaRPr lang="de-DE" dirty="0"/>
          </a:p>
        </p:txBody>
      </p:sp>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C79FAA5E-1D54-435F-912D-A279A7A00138}"/>
                  </a:ext>
                </a:extLst>
              </p:cNvPr>
              <p:cNvSpPr txBox="1"/>
              <p:nvPr/>
            </p:nvSpPr>
            <p:spPr>
              <a:xfrm>
                <a:off x="1745044" y="481900"/>
                <a:ext cx="45768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600" i="1">
                              <a:latin typeface="Cambria Math" panose="02040503050406030204" pitchFamily="18" charset="0"/>
                            </a:rPr>
                          </m:ctrlPr>
                        </m:sSubPr>
                        <m:e>
                          <m:r>
                            <a:rPr lang="de-DE" sz="1600" i="1">
                              <a:latin typeface="Cambria Math" panose="02040503050406030204" pitchFamily="18" charset="0"/>
                            </a:rPr>
                            <m:t>𝑎</m:t>
                          </m:r>
                        </m:e>
                        <m:sub>
                          <m:r>
                            <a:rPr lang="de-DE" sz="1600" i="1">
                              <a:latin typeface="Cambria Math" panose="02040503050406030204" pitchFamily="18" charset="0"/>
                            </a:rPr>
                            <m:t>0</m:t>
                          </m:r>
                        </m:sub>
                      </m:sSub>
                    </m:oMath>
                  </m:oMathPara>
                </a14:m>
                <a:endParaRPr lang="de-DE" sz="1600" dirty="0"/>
              </a:p>
            </p:txBody>
          </p:sp>
        </mc:Choice>
        <mc:Fallback xmlns="">
          <p:sp>
            <p:nvSpPr>
              <p:cNvPr id="11" name="Textfeld 10">
                <a:extLst>
                  <a:ext uri="{FF2B5EF4-FFF2-40B4-BE49-F238E27FC236}">
                    <a16:creationId xmlns:a16="http://schemas.microsoft.com/office/drawing/2014/main" id="{C79FAA5E-1D54-435F-912D-A279A7A00138}"/>
                  </a:ext>
                </a:extLst>
              </p:cNvPr>
              <p:cNvSpPr txBox="1">
                <a:spLocks noRot="1" noChangeAspect="1" noMove="1" noResize="1" noEditPoints="1" noAdjustHandles="1" noChangeArrowheads="1" noChangeShapeType="1" noTextEdit="1"/>
              </p:cNvSpPr>
              <p:nvPr/>
            </p:nvSpPr>
            <p:spPr>
              <a:xfrm>
                <a:off x="1745044" y="481900"/>
                <a:ext cx="457689" cy="338554"/>
              </a:xfrm>
              <a:prstGeom prst="rect">
                <a:avLst/>
              </a:prstGeom>
              <a:blipFill>
                <a:blip r:embed="rId4"/>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63038A17-97EF-42C9-A5D2-CDB39E2970CD}"/>
                  </a:ext>
                </a:extLst>
              </p:cNvPr>
              <p:cNvSpPr txBox="1"/>
              <p:nvPr/>
            </p:nvSpPr>
            <p:spPr>
              <a:xfrm>
                <a:off x="1057193" y="2426116"/>
                <a:ext cx="45768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600" i="1">
                              <a:latin typeface="Cambria Math" panose="02040503050406030204" pitchFamily="18" charset="0"/>
                            </a:rPr>
                          </m:ctrlPr>
                        </m:sSubPr>
                        <m:e>
                          <m:r>
                            <a:rPr lang="de-DE" sz="1600" i="1">
                              <a:latin typeface="Cambria Math" panose="02040503050406030204" pitchFamily="18" charset="0"/>
                            </a:rPr>
                            <m:t>𝑎</m:t>
                          </m:r>
                        </m:e>
                        <m:sub>
                          <m:r>
                            <a:rPr lang="de-DE" sz="1600" i="1">
                              <a:latin typeface="Cambria Math" panose="02040503050406030204" pitchFamily="18" charset="0"/>
                            </a:rPr>
                            <m:t>1</m:t>
                          </m:r>
                        </m:sub>
                      </m:sSub>
                    </m:oMath>
                  </m:oMathPara>
                </a14:m>
                <a:endParaRPr lang="de-DE" sz="1600" dirty="0"/>
              </a:p>
            </p:txBody>
          </p:sp>
        </mc:Choice>
        <mc:Fallback xmlns="">
          <p:sp>
            <p:nvSpPr>
              <p:cNvPr id="12" name="Textfeld 11">
                <a:extLst>
                  <a:ext uri="{FF2B5EF4-FFF2-40B4-BE49-F238E27FC236}">
                    <a16:creationId xmlns:a16="http://schemas.microsoft.com/office/drawing/2014/main" id="{63038A17-97EF-42C9-A5D2-CDB39E2970CD}"/>
                  </a:ext>
                </a:extLst>
              </p:cNvPr>
              <p:cNvSpPr txBox="1">
                <a:spLocks noRot="1" noChangeAspect="1" noMove="1" noResize="1" noEditPoints="1" noAdjustHandles="1" noChangeArrowheads="1" noChangeShapeType="1" noTextEdit="1"/>
              </p:cNvSpPr>
              <p:nvPr/>
            </p:nvSpPr>
            <p:spPr>
              <a:xfrm>
                <a:off x="1057193" y="2426116"/>
                <a:ext cx="457689" cy="338554"/>
              </a:xfrm>
              <a:prstGeom prst="rect">
                <a:avLst/>
              </a:prstGeom>
              <a:blipFill>
                <a:blip r:embed="rId5"/>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1AE1BE9F-4443-4BF7-8EB7-FD41826D25CE}"/>
                  </a:ext>
                </a:extLst>
              </p:cNvPr>
              <p:cNvSpPr txBox="1"/>
              <p:nvPr/>
            </p:nvSpPr>
            <p:spPr>
              <a:xfrm>
                <a:off x="207770" y="4442340"/>
                <a:ext cx="45768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600" i="1">
                              <a:latin typeface="Cambria Math" panose="02040503050406030204" pitchFamily="18" charset="0"/>
                            </a:rPr>
                          </m:ctrlPr>
                        </m:sSubPr>
                        <m:e>
                          <m:r>
                            <a:rPr lang="de-DE" sz="1600" i="1">
                              <a:latin typeface="Cambria Math" panose="02040503050406030204" pitchFamily="18" charset="0"/>
                            </a:rPr>
                            <m:t>𝑎</m:t>
                          </m:r>
                        </m:e>
                        <m:sub>
                          <m:r>
                            <a:rPr lang="de-DE" sz="1600" i="1">
                              <a:latin typeface="Cambria Math" panose="02040503050406030204" pitchFamily="18" charset="0"/>
                            </a:rPr>
                            <m:t>2</m:t>
                          </m:r>
                        </m:sub>
                      </m:sSub>
                    </m:oMath>
                  </m:oMathPara>
                </a14:m>
                <a:endParaRPr lang="de-DE" sz="1600" dirty="0"/>
              </a:p>
            </p:txBody>
          </p:sp>
        </mc:Choice>
        <mc:Fallback xmlns="">
          <p:sp>
            <p:nvSpPr>
              <p:cNvPr id="14" name="Textfeld 13">
                <a:extLst>
                  <a:ext uri="{FF2B5EF4-FFF2-40B4-BE49-F238E27FC236}">
                    <a16:creationId xmlns:a16="http://schemas.microsoft.com/office/drawing/2014/main" id="{1AE1BE9F-4443-4BF7-8EB7-FD41826D25CE}"/>
                  </a:ext>
                </a:extLst>
              </p:cNvPr>
              <p:cNvSpPr txBox="1">
                <a:spLocks noRot="1" noChangeAspect="1" noMove="1" noResize="1" noEditPoints="1" noAdjustHandles="1" noChangeArrowheads="1" noChangeShapeType="1" noTextEdit="1"/>
              </p:cNvSpPr>
              <p:nvPr/>
            </p:nvSpPr>
            <p:spPr>
              <a:xfrm>
                <a:off x="207770" y="4442340"/>
                <a:ext cx="457689" cy="338554"/>
              </a:xfrm>
              <a:prstGeom prst="rect">
                <a:avLst/>
              </a:prstGeom>
              <a:blipFill>
                <a:blip r:embed="rId6"/>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6" name="Textfeld 15">
                <a:extLst>
                  <a:ext uri="{FF2B5EF4-FFF2-40B4-BE49-F238E27FC236}">
                    <a16:creationId xmlns:a16="http://schemas.microsoft.com/office/drawing/2014/main" id="{4D6B56E8-334E-4BC6-89A8-4E71D7B083A4}"/>
                  </a:ext>
                </a:extLst>
              </p:cNvPr>
              <p:cNvSpPr txBox="1"/>
              <p:nvPr/>
            </p:nvSpPr>
            <p:spPr>
              <a:xfrm>
                <a:off x="1745044" y="1129972"/>
                <a:ext cx="44794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600" i="1">
                              <a:latin typeface="Cambria Math" panose="02040503050406030204" pitchFamily="18" charset="0"/>
                            </a:rPr>
                          </m:ctrlPr>
                        </m:sSubPr>
                        <m:e>
                          <m:r>
                            <a:rPr lang="de-DE" sz="1600" i="1">
                              <a:latin typeface="Cambria Math" panose="02040503050406030204" pitchFamily="18" charset="0"/>
                            </a:rPr>
                            <m:t>𝑏</m:t>
                          </m:r>
                        </m:e>
                        <m:sub>
                          <m:r>
                            <a:rPr lang="de-DE" sz="1600" i="1">
                              <a:latin typeface="Cambria Math" panose="02040503050406030204" pitchFamily="18" charset="0"/>
                            </a:rPr>
                            <m:t>0</m:t>
                          </m:r>
                        </m:sub>
                      </m:sSub>
                    </m:oMath>
                  </m:oMathPara>
                </a14:m>
                <a:endParaRPr lang="de-DE" sz="1600" dirty="0"/>
              </a:p>
            </p:txBody>
          </p:sp>
        </mc:Choice>
        <mc:Fallback xmlns="">
          <p:sp>
            <p:nvSpPr>
              <p:cNvPr id="16" name="Textfeld 15">
                <a:extLst>
                  <a:ext uri="{FF2B5EF4-FFF2-40B4-BE49-F238E27FC236}">
                    <a16:creationId xmlns:a16="http://schemas.microsoft.com/office/drawing/2014/main" id="{4D6B56E8-334E-4BC6-89A8-4E71D7B083A4}"/>
                  </a:ext>
                </a:extLst>
              </p:cNvPr>
              <p:cNvSpPr txBox="1">
                <a:spLocks noRot="1" noChangeAspect="1" noMove="1" noResize="1" noEditPoints="1" noAdjustHandles="1" noChangeArrowheads="1" noChangeShapeType="1" noTextEdit="1"/>
              </p:cNvSpPr>
              <p:nvPr/>
            </p:nvSpPr>
            <p:spPr>
              <a:xfrm>
                <a:off x="1745044" y="1129972"/>
                <a:ext cx="447943" cy="338554"/>
              </a:xfrm>
              <a:prstGeom prst="rect">
                <a:avLst/>
              </a:prstGeom>
              <a:blipFill>
                <a:blip r:embed="rId7"/>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0D9DE111-F9D1-4569-B3B5-1F4D152DE8FF}"/>
                  </a:ext>
                </a:extLst>
              </p:cNvPr>
              <p:cNvSpPr txBox="1"/>
              <p:nvPr/>
            </p:nvSpPr>
            <p:spPr>
              <a:xfrm>
                <a:off x="1057192" y="3047900"/>
                <a:ext cx="443198"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600" i="1">
                              <a:latin typeface="Cambria Math" panose="02040503050406030204" pitchFamily="18" charset="0"/>
                            </a:rPr>
                          </m:ctrlPr>
                        </m:sSubPr>
                        <m:e>
                          <m:r>
                            <a:rPr lang="de-DE" sz="1600" i="1">
                              <a:latin typeface="Cambria Math" panose="02040503050406030204" pitchFamily="18" charset="0"/>
                            </a:rPr>
                            <m:t>𝑏</m:t>
                          </m:r>
                        </m:e>
                        <m:sub>
                          <m:r>
                            <a:rPr lang="de-DE" sz="1600" i="1">
                              <a:latin typeface="Cambria Math" panose="02040503050406030204" pitchFamily="18" charset="0"/>
                            </a:rPr>
                            <m:t>1</m:t>
                          </m:r>
                        </m:sub>
                      </m:sSub>
                    </m:oMath>
                  </m:oMathPara>
                </a14:m>
                <a:endParaRPr lang="de-DE" sz="1600" dirty="0"/>
              </a:p>
            </p:txBody>
          </p:sp>
        </mc:Choice>
        <mc:Fallback xmlns="">
          <p:sp>
            <p:nvSpPr>
              <p:cNvPr id="17" name="Textfeld 16">
                <a:extLst>
                  <a:ext uri="{FF2B5EF4-FFF2-40B4-BE49-F238E27FC236}">
                    <a16:creationId xmlns:a16="http://schemas.microsoft.com/office/drawing/2014/main" id="{0D9DE111-F9D1-4569-B3B5-1F4D152DE8FF}"/>
                  </a:ext>
                </a:extLst>
              </p:cNvPr>
              <p:cNvSpPr txBox="1">
                <a:spLocks noRot="1" noChangeAspect="1" noMove="1" noResize="1" noEditPoints="1" noAdjustHandles="1" noChangeArrowheads="1" noChangeShapeType="1" noTextEdit="1"/>
              </p:cNvSpPr>
              <p:nvPr/>
            </p:nvSpPr>
            <p:spPr>
              <a:xfrm>
                <a:off x="1057192" y="3047900"/>
                <a:ext cx="443198" cy="338554"/>
              </a:xfrm>
              <a:prstGeom prst="rect">
                <a:avLst/>
              </a:prstGeom>
              <a:blipFill>
                <a:blip r:embed="rId8"/>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8" name="Textfeld 17">
                <a:extLst>
                  <a:ext uri="{FF2B5EF4-FFF2-40B4-BE49-F238E27FC236}">
                    <a16:creationId xmlns:a16="http://schemas.microsoft.com/office/drawing/2014/main" id="{52C9EEB6-8B44-4DFB-9DC6-0804BD84FD27}"/>
                  </a:ext>
                </a:extLst>
              </p:cNvPr>
              <p:cNvSpPr txBox="1"/>
              <p:nvPr/>
            </p:nvSpPr>
            <p:spPr>
              <a:xfrm>
                <a:off x="207770" y="5086984"/>
                <a:ext cx="44794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600" i="1">
                              <a:latin typeface="Cambria Math" panose="02040503050406030204" pitchFamily="18" charset="0"/>
                            </a:rPr>
                          </m:ctrlPr>
                        </m:sSubPr>
                        <m:e>
                          <m:r>
                            <a:rPr lang="de-DE" sz="1600" i="1">
                              <a:latin typeface="Cambria Math" panose="02040503050406030204" pitchFamily="18" charset="0"/>
                            </a:rPr>
                            <m:t>𝑏</m:t>
                          </m:r>
                        </m:e>
                        <m:sub>
                          <m:r>
                            <a:rPr lang="de-DE" sz="1600" i="1">
                              <a:latin typeface="Cambria Math" panose="02040503050406030204" pitchFamily="18" charset="0"/>
                            </a:rPr>
                            <m:t>2</m:t>
                          </m:r>
                        </m:sub>
                      </m:sSub>
                    </m:oMath>
                  </m:oMathPara>
                </a14:m>
                <a:endParaRPr lang="de-DE" sz="1600" dirty="0"/>
              </a:p>
            </p:txBody>
          </p:sp>
        </mc:Choice>
        <mc:Fallback xmlns="">
          <p:sp>
            <p:nvSpPr>
              <p:cNvPr id="18" name="Textfeld 17">
                <a:extLst>
                  <a:ext uri="{FF2B5EF4-FFF2-40B4-BE49-F238E27FC236}">
                    <a16:creationId xmlns:a16="http://schemas.microsoft.com/office/drawing/2014/main" id="{52C9EEB6-8B44-4DFB-9DC6-0804BD84FD27}"/>
                  </a:ext>
                </a:extLst>
              </p:cNvPr>
              <p:cNvSpPr txBox="1">
                <a:spLocks noRot="1" noChangeAspect="1" noMove="1" noResize="1" noEditPoints="1" noAdjustHandles="1" noChangeArrowheads="1" noChangeShapeType="1" noTextEdit="1"/>
              </p:cNvSpPr>
              <p:nvPr/>
            </p:nvSpPr>
            <p:spPr>
              <a:xfrm>
                <a:off x="207770" y="5086984"/>
                <a:ext cx="447943" cy="338554"/>
              </a:xfrm>
              <a:prstGeom prst="rect">
                <a:avLst/>
              </a:prstGeom>
              <a:blipFill>
                <a:blip r:embed="rId9"/>
                <a:stretch>
                  <a:fillRect/>
                </a:stretch>
              </a:blipFill>
            </p:spPr>
            <p:txBody>
              <a:bodyPr/>
              <a:lstStyle/>
              <a:p>
                <a:r>
                  <a:rPr lang="de-DE">
                    <a:noFill/>
                  </a:rPr>
                  <a:t> </a:t>
                </a:r>
              </a:p>
            </p:txBody>
          </p:sp>
        </mc:Fallback>
      </mc:AlternateContent>
      <p:sp>
        <p:nvSpPr>
          <p:cNvPr id="19" name="Rechteck 18">
            <a:extLst>
              <a:ext uri="{FF2B5EF4-FFF2-40B4-BE49-F238E27FC236}">
                <a16:creationId xmlns:a16="http://schemas.microsoft.com/office/drawing/2014/main" id="{DB2AAD32-8F51-4DA7-9C1F-CEDC7052E6B2}"/>
              </a:ext>
            </a:extLst>
          </p:cNvPr>
          <p:cNvSpPr/>
          <p:nvPr/>
        </p:nvSpPr>
        <p:spPr bwMode="auto">
          <a:xfrm>
            <a:off x="6849992" y="625917"/>
            <a:ext cx="2124361" cy="5184575"/>
          </a:xfrm>
          <a:prstGeom prst="rect">
            <a:avLst/>
          </a:prstGeom>
          <a:solidFill>
            <a:srgbClr val="F37D7D">
              <a:alpha val="9804"/>
            </a:srgbClr>
          </a:solidFill>
          <a:ln w="9525" cap="flat" cmpd="sng" algn="ctr">
            <a:solidFill>
              <a:schemeClr val="tx1"/>
            </a:solidFill>
            <a:prstDash val="solid"/>
            <a:round/>
            <a:headEnd type="none" w="med" len="med"/>
            <a:tailEnd type="none" w="med" len="med"/>
          </a:ln>
          <a:effectLst>
            <a:prstShdw prst="shdw17" dist="17961" dir="2700000">
              <a:srgbClr val="FFFFFF">
                <a:gamma/>
                <a:shade val="60000"/>
                <a:invGamma/>
              </a:srgbClr>
            </a:prstShdw>
          </a:effectLst>
          <a:extLst/>
        </p:spPr>
        <p:txBody>
          <a:bodyPr vert="horz" wrap="square" lIns="91440" tIns="45720" rIns="91440" bIns="45720" numCol="1" rtlCol="0" anchor="b" anchorCtr="0" compatLnSpc="1">
            <a:prstTxWarp prst="textNoShape">
              <a:avLst/>
            </a:prstTxWarp>
            <a:noAutofit/>
          </a:bodyPr>
          <a:lstStyle/>
          <a:p>
            <a:pPr algn="r" eaLnBrk="1" hangingPunct="1">
              <a:spcBef>
                <a:spcPct val="50000"/>
              </a:spcBef>
            </a:pPr>
            <a:r>
              <a:rPr lang="de-DE" dirty="0"/>
              <a:t>Ergebnis</a:t>
            </a:r>
          </a:p>
        </p:txBody>
      </p:sp>
    </p:spTree>
    <p:extLst>
      <p:ext uri="{BB962C8B-B14F-4D97-AF65-F5344CB8AC3E}">
        <p14:creationId xmlns:p14="http://schemas.microsoft.com/office/powerpoint/2010/main" val="116379970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sp>
        <p:nvSpPr>
          <p:cNvPr id="20" name="Text Box 4">
            <a:extLst>
              <a:ext uri="{FF2B5EF4-FFF2-40B4-BE49-F238E27FC236}">
                <a16:creationId xmlns:a16="http://schemas.microsoft.com/office/drawing/2014/main" id="{16F2E7B2-4308-4BA0-BDCF-3067E3D1DB6A}"/>
              </a:ext>
            </a:extLst>
          </p:cNvPr>
          <p:cNvSpPr txBox="1">
            <a:spLocks noChangeArrowheads="1"/>
          </p:cNvSpPr>
          <p:nvPr/>
        </p:nvSpPr>
        <p:spPr bwMode="auto">
          <a:xfrm>
            <a:off x="1512960" y="1161069"/>
            <a:ext cx="2372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a</a:t>
            </a:r>
            <a:r>
              <a:rPr lang="de-DE" altLang="de-DE" sz="2000" baseline="-25000">
                <a:latin typeface="Arial" panose="020B0604020202020204" pitchFamily="34" charset="0"/>
              </a:rPr>
              <a:t>3</a:t>
            </a:r>
          </a:p>
        </p:txBody>
      </p:sp>
      <p:sp>
        <p:nvSpPr>
          <p:cNvPr id="21" name="Text Box 5">
            <a:extLst>
              <a:ext uri="{FF2B5EF4-FFF2-40B4-BE49-F238E27FC236}">
                <a16:creationId xmlns:a16="http://schemas.microsoft.com/office/drawing/2014/main" id="{631CCF39-08FB-471B-9A44-428FCB800949}"/>
              </a:ext>
            </a:extLst>
          </p:cNvPr>
          <p:cNvSpPr txBox="1">
            <a:spLocks noChangeArrowheads="1"/>
          </p:cNvSpPr>
          <p:nvPr/>
        </p:nvSpPr>
        <p:spPr bwMode="auto">
          <a:xfrm>
            <a:off x="1903485" y="1161069"/>
            <a:ext cx="2372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a</a:t>
            </a:r>
            <a:r>
              <a:rPr lang="de-DE" altLang="de-DE" sz="2000" baseline="-25000">
                <a:latin typeface="Arial" panose="020B0604020202020204" pitchFamily="34" charset="0"/>
              </a:rPr>
              <a:t>2</a:t>
            </a:r>
          </a:p>
        </p:txBody>
      </p:sp>
      <p:sp>
        <p:nvSpPr>
          <p:cNvPr id="22" name="Line 6">
            <a:extLst>
              <a:ext uri="{FF2B5EF4-FFF2-40B4-BE49-F238E27FC236}">
                <a16:creationId xmlns:a16="http://schemas.microsoft.com/office/drawing/2014/main" id="{D9694BA8-DDA9-451E-AF8A-6719C896D4C6}"/>
              </a:ext>
            </a:extLst>
          </p:cNvPr>
          <p:cNvSpPr>
            <a:spLocks noChangeShapeType="1"/>
          </p:cNvSpPr>
          <p:nvPr/>
        </p:nvSpPr>
        <p:spPr bwMode="auto">
          <a:xfrm flipH="1">
            <a:off x="2016550" y="1542068"/>
            <a:ext cx="0" cy="1219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3" name="Rectangle 7">
            <a:extLst>
              <a:ext uri="{FF2B5EF4-FFF2-40B4-BE49-F238E27FC236}">
                <a16:creationId xmlns:a16="http://schemas.microsoft.com/office/drawing/2014/main" id="{D414A17B-5B4D-4CAF-8C95-BED9938B513F}"/>
              </a:ext>
            </a:extLst>
          </p:cNvPr>
          <p:cNvSpPr>
            <a:spLocks noChangeArrowheads="1"/>
          </p:cNvSpPr>
          <p:nvPr/>
        </p:nvSpPr>
        <p:spPr bwMode="auto">
          <a:xfrm>
            <a:off x="3400850" y="3529619"/>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4" name="Text Box 8">
            <a:extLst>
              <a:ext uri="{FF2B5EF4-FFF2-40B4-BE49-F238E27FC236}">
                <a16:creationId xmlns:a16="http://schemas.microsoft.com/office/drawing/2014/main" id="{22F680D7-6AAD-480C-BC2A-49C2135B1354}"/>
              </a:ext>
            </a:extLst>
          </p:cNvPr>
          <p:cNvSpPr txBox="1">
            <a:spLocks noChangeArrowheads="1"/>
          </p:cNvSpPr>
          <p:nvPr/>
        </p:nvSpPr>
        <p:spPr bwMode="auto">
          <a:xfrm>
            <a:off x="3483400" y="3751868"/>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sym typeface="Symbol" panose="05050102010706020507" pitchFamily="18" charset="2"/>
              </a:rPr>
              <a:t>HA</a:t>
            </a:r>
            <a:endParaRPr lang="de-DE" altLang="de-DE" sz="2000">
              <a:latin typeface="Arial" panose="020B0604020202020204" pitchFamily="34" charset="0"/>
            </a:endParaRPr>
          </a:p>
        </p:txBody>
      </p:sp>
      <p:sp>
        <p:nvSpPr>
          <p:cNvPr id="25" name="Line 9">
            <a:extLst>
              <a:ext uri="{FF2B5EF4-FFF2-40B4-BE49-F238E27FC236}">
                <a16:creationId xmlns:a16="http://schemas.microsoft.com/office/drawing/2014/main" id="{1CEB96E2-E092-4016-8E64-775938C09575}"/>
              </a:ext>
            </a:extLst>
          </p:cNvPr>
          <p:cNvSpPr>
            <a:spLocks noChangeShapeType="1"/>
          </p:cNvSpPr>
          <p:nvPr/>
        </p:nvSpPr>
        <p:spPr bwMode="auto">
          <a:xfrm>
            <a:off x="1635550" y="2532668"/>
            <a:ext cx="5181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6" name="Line 10">
            <a:extLst>
              <a:ext uri="{FF2B5EF4-FFF2-40B4-BE49-F238E27FC236}">
                <a16:creationId xmlns:a16="http://schemas.microsoft.com/office/drawing/2014/main" id="{1A621A11-9DF1-4BCF-8382-4B6664F9A7D0}"/>
              </a:ext>
            </a:extLst>
          </p:cNvPr>
          <p:cNvSpPr>
            <a:spLocks noChangeShapeType="1"/>
          </p:cNvSpPr>
          <p:nvPr/>
        </p:nvSpPr>
        <p:spPr bwMode="auto">
          <a:xfrm>
            <a:off x="2397550" y="3447068"/>
            <a:ext cx="2133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27" name="Rectangle 11">
            <a:extLst>
              <a:ext uri="{FF2B5EF4-FFF2-40B4-BE49-F238E27FC236}">
                <a16:creationId xmlns:a16="http://schemas.microsoft.com/office/drawing/2014/main" id="{B3CBE541-5253-4A31-A009-071584EB1B59}"/>
              </a:ext>
            </a:extLst>
          </p:cNvPr>
          <p:cNvSpPr>
            <a:spLocks noChangeArrowheads="1"/>
          </p:cNvSpPr>
          <p:nvPr/>
        </p:nvSpPr>
        <p:spPr bwMode="auto">
          <a:xfrm>
            <a:off x="4543850" y="3069244"/>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8" name="Text Box 12">
            <a:extLst>
              <a:ext uri="{FF2B5EF4-FFF2-40B4-BE49-F238E27FC236}">
                <a16:creationId xmlns:a16="http://schemas.microsoft.com/office/drawing/2014/main" id="{05E0C8BB-2601-478B-A05E-ABEE64EF72BA}"/>
              </a:ext>
            </a:extLst>
          </p:cNvPr>
          <p:cNvSpPr txBox="1">
            <a:spLocks noChangeArrowheads="1"/>
          </p:cNvSpPr>
          <p:nvPr/>
        </p:nvSpPr>
        <p:spPr bwMode="auto">
          <a:xfrm>
            <a:off x="4626400" y="3291493"/>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sym typeface="Symbol" panose="05050102010706020507" pitchFamily="18" charset="2"/>
              </a:rPr>
              <a:t>VA</a:t>
            </a:r>
            <a:endParaRPr lang="de-DE" altLang="de-DE" sz="2000">
              <a:latin typeface="Arial" panose="020B0604020202020204" pitchFamily="34" charset="0"/>
            </a:endParaRPr>
          </a:p>
        </p:txBody>
      </p:sp>
      <p:sp>
        <p:nvSpPr>
          <p:cNvPr id="29" name="Line 13">
            <a:extLst>
              <a:ext uri="{FF2B5EF4-FFF2-40B4-BE49-F238E27FC236}">
                <a16:creationId xmlns:a16="http://schemas.microsoft.com/office/drawing/2014/main" id="{44CC2DA4-3B27-4AA9-A1BF-E1404064D0A9}"/>
              </a:ext>
            </a:extLst>
          </p:cNvPr>
          <p:cNvSpPr>
            <a:spLocks noChangeShapeType="1"/>
          </p:cNvSpPr>
          <p:nvPr/>
        </p:nvSpPr>
        <p:spPr bwMode="auto">
          <a:xfrm>
            <a:off x="2778551" y="3675668"/>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0" name="Text Box 14">
            <a:extLst>
              <a:ext uri="{FF2B5EF4-FFF2-40B4-BE49-F238E27FC236}">
                <a16:creationId xmlns:a16="http://schemas.microsoft.com/office/drawing/2014/main" id="{51A95E44-9104-42F5-A579-5878391645EB}"/>
              </a:ext>
            </a:extLst>
          </p:cNvPr>
          <p:cNvSpPr txBox="1">
            <a:spLocks noChangeArrowheads="1"/>
          </p:cNvSpPr>
          <p:nvPr/>
        </p:nvSpPr>
        <p:spPr bwMode="auto">
          <a:xfrm>
            <a:off x="2284485" y="1161069"/>
            <a:ext cx="2372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a</a:t>
            </a:r>
            <a:r>
              <a:rPr lang="de-DE" altLang="de-DE" sz="2000" baseline="-25000">
                <a:latin typeface="Arial" panose="020B0604020202020204" pitchFamily="34" charset="0"/>
              </a:rPr>
              <a:t>1</a:t>
            </a:r>
          </a:p>
        </p:txBody>
      </p:sp>
      <p:sp>
        <p:nvSpPr>
          <p:cNvPr id="31" name="Line 15">
            <a:extLst>
              <a:ext uri="{FF2B5EF4-FFF2-40B4-BE49-F238E27FC236}">
                <a16:creationId xmlns:a16="http://schemas.microsoft.com/office/drawing/2014/main" id="{BFDA20CB-4291-45D4-9F82-2FC973823864}"/>
              </a:ext>
            </a:extLst>
          </p:cNvPr>
          <p:cNvSpPr>
            <a:spLocks noChangeShapeType="1"/>
          </p:cNvSpPr>
          <p:nvPr/>
        </p:nvSpPr>
        <p:spPr bwMode="auto">
          <a:xfrm flipH="1">
            <a:off x="2397550" y="1542068"/>
            <a:ext cx="0" cy="1676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2" name="Line 16">
            <a:extLst>
              <a:ext uri="{FF2B5EF4-FFF2-40B4-BE49-F238E27FC236}">
                <a16:creationId xmlns:a16="http://schemas.microsoft.com/office/drawing/2014/main" id="{D50FF8D3-FD68-4426-A8F3-D7A7852986CF}"/>
              </a:ext>
            </a:extLst>
          </p:cNvPr>
          <p:cNvSpPr>
            <a:spLocks noChangeShapeType="1"/>
          </p:cNvSpPr>
          <p:nvPr/>
        </p:nvSpPr>
        <p:spPr bwMode="auto">
          <a:xfrm flipH="1">
            <a:off x="1635550" y="1542068"/>
            <a:ext cx="0" cy="762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3" name="Text Box 17">
            <a:extLst>
              <a:ext uri="{FF2B5EF4-FFF2-40B4-BE49-F238E27FC236}">
                <a16:creationId xmlns:a16="http://schemas.microsoft.com/office/drawing/2014/main" id="{FF0FF886-99C9-4B68-B796-3D14F3856CE4}"/>
              </a:ext>
            </a:extLst>
          </p:cNvPr>
          <p:cNvSpPr txBox="1">
            <a:spLocks noChangeArrowheads="1"/>
          </p:cNvSpPr>
          <p:nvPr/>
        </p:nvSpPr>
        <p:spPr bwMode="auto">
          <a:xfrm>
            <a:off x="2665485" y="1161069"/>
            <a:ext cx="2372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a</a:t>
            </a:r>
            <a:r>
              <a:rPr lang="de-DE" altLang="de-DE" sz="2000" baseline="-25000">
                <a:latin typeface="Arial" panose="020B0604020202020204" pitchFamily="34" charset="0"/>
              </a:rPr>
              <a:t>0</a:t>
            </a:r>
          </a:p>
        </p:txBody>
      </p:sp>
      <p:sp>
        <p:nvSpPr>
          <p:cNvPr id="34" name="Line 18">
            <a:extLst>
              <a:ext uri="{FF2B5EF4-FFF2-40B4-BE49-F238E27FC236}">
                <a16:creationId xmlns:a16="http://schemas.microsoft.com/office/drawing/2014/main" id="{822C4C9E-11E1-40B6-94C7-6580A61E8553}"/>
              </a:ext>
            </a:extLst>
          </p:cNvPr>
          <p:cNvSpPr>
            <a:spLocks noChangeShapeType="1"/>
          </p:cNvSpPr>
          <p:nvPr/>
        </p:nvSpPr>
        <p:spPr bwMode="auto">
          <a:xfrm flipH="1">
            <a:off x="2778550" y="1542068"/>
            <a:ext cx="0" cy="2133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35" name="Text Box 19">
            <a:extLst>
              <a:ext uri="{FF2B5EF4-FFF2-40B4-BE49-F238E27FC236}">
                <a16:creationId xmlns:a16="http://schemas.microsoft.com/office/drawing/2014/main" id="{860924AF-8330-4037-9471-AB8FAEDEC72B}"/>
              </a:ext>
            </a:extLst>
          </p:cNvPr>
          <p:cNvSpPr txBox="1">
            <a:spLocks noChangeArrowheads="1"/>
          </p:cNvSpPr>
          <p:nvPr/>
        </p:nvSpPr>
        <p:spPr bwMode="auto">
          <a:xfrm>
            <a:off x="1543123" y="5199669"/>
            <a:ext cx="23724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b</a:t>
            </a:r>
            <a:r>
              <a:rPr lang="de-DE" altLang="de-DE" sz="2000" baseline="-25000">
                <a:latin typeface="Arial" panose="020B0604020202020204" pitchFamily="34" charset="0"/>
              </a:rPr>
              <a:t>3</a:t>
            </a:r>
          </a:p>
        </p:txBody>
      </p:sp>
      <p:sp>
        <p:nvSpPr>
          <p:cNvPr id="36" name="Text Box 20">
            <a:extLst>
              <a:ext uri="{FF2B5EF4-FFF2-40B4-BE49-F238E27FC236}">
                <a16:creationId xmlns:a16="http://schemas.microsoft.com/office/drawing/2014/main" id="{6A4E0AF7-6464-492E-AFCA-29A36A53CD72}"/>
              </a:ext>
            </a:extLst>
          </p:cNvPr>
          <p:cNvSpPr txBox="1">
            <a:spLocks noChangeArrowheads="1"/>
          </p:cNvSpPr>
          <p:nvPr/>
        </p:nvSpPr>
        <p:spPr bwMode="auto">
          <a:xfrm>
            <a:off x="1933648" y="5199669"/>
            <a:ext cx="23724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b</a:t>
            </a:r>
            <a:r>
              <a:rPr lang="de-DE" altLang="de-DE" sz="2000" baseline="-25000">
                <a:latin typeface="Arial" panose="020B0604020202020204" pitchFamily="34" charset="0"/>
              </a:rPr>
              <a:t>2</a:t>
            </a:r>
          </a:p>
        </p:txBody>
      </p:sp>
      <p:sp>
        <p:nvSpPr>
          <p:cNvPr id="37" name="Text Box 21">
            <a:extLst>
              <a:ext uri="{FF2B5EF4-FFF2-40B4-BE49-F238E27FC236}">
                <a16:creationId xmlns:a16="http://schemas.microsoft.com/office/drawing/2014/main" id="{0D9F900B-03B2-4A4A-859C-C2CCA3438881}"/>
              </a:ext>
            </a:extLst>
          </p:cNvPr>
          <p:cNvSpPr txBox="1">
            <a:spLocks noChangeArrowheads="1"/>
          </p:cNvSpPr>
          <p:nvPr/>
        </p:nvSpPr>
        <p:spPr bwMode="auto">
          <a:xfrm>
            <a:off x="2314648" y="5199669"/>
            <a:ext cx="23724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b</a:t>
            </a:r>
            <a:r>
              <a:rPr lang="de-DE" altLang="de-DE" sz="2000" baseline="-25000">
                <a:latin typeface="Arial" panose="020B0604020202020204" pitchFamily="34" charset="0"/>
              </a:rPr>
              <a:t>1</a:t>
            </a:r>
          </a:p>
        </p:txBody>
      </p:sp>
      <p:sp>
        <p:nvSpPr>
          <p:cNvPr id="38" name="Text Box 22">
            <a:extLst>
              <a:ext uri="{FF2B5EF4-FFF2-40B4-BE49-F238E27FC236}">
                <a16:creationId xmlns:a16="http://schemas.microsoft.com/office/drawing/2014/main" id="{6A86C2BE-2541-4E3B-A076-BB637D1221A5}"/>
              </a:ext>
            </a:extLst>
          </p:cNvPr>
          <p:cNvSpPr txBox="1">
            <a:spLocks noChangeArrowheads="1"/>
          </p:cNvSpPr>
          <p:nvPr/>
        </p:nvSpPr>
        <p:spPr bwMode="auto">
          <a:xfrm>
            <a:off x="2695648" y="5199669"/>
            <a:ext cx="23724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b</a:t>
            </a:r>
            <a:r>
              <a:rPr lang="de-DE" altLang="de-DE" sz="2000" baseline="-25000">
                <a:latin typeface="Arial" panose="020B0604020202020204" pitchFamily="34" charset="0"/>
              </a:rPr>
              <a:t>0</a:t>
            </a:r>
          </a:p>
        </p:txBody>
      </p:sp>
      <p:sp>
        <p:nvSpPr>
          <p:cNvPr id="39" name="Line 23">
            <a:extLst>
              <a:ext uri="{FF2B5EF4-FFF2-40B4-BE49-F238E27FC236}">
                <a16:creationId xmlns:a16="http://schemas.microsoft.com/office/drawing/2014/main" id="{724102CB-6F62-4B94-A6D0-60AF830E4BF2}"/>
              </a:ext>
            </a:extLst>
          </p:cNvPr>
          <p:cNvSpPr>
            <a:spLocks noChangeShapeType="1"/>
          </p:cNvSpPr>
          <p:nvPr/>
        </p:nvSpPr>
        <p:spPr bwMode="auto">
          <a:xfrm flipH="1">
            <a:off x="2016550" y="2989868"/>
            <a:ext cx="0" cy="2209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0" name="Line 24">
            <a:extLst>
              <a:ext uri="{FF2B5EF4-FFF2-40B4-BE49-F238E27FC236}">
                <a16:creationId xmlns:a16="http://schemas.microsoft.com/office/drawing/2014/main" id="{737E69DC-AAB8-494F-AC7A-F91BA3CA9B85}"/>
              </a:ext>
            </a:extLst>
          </p:cNvPr>
          <p:cNvSpPr>
            <a:spLocks noChangeShapeType="1"/>
          </p:cNvSpPr>
          <p:nvPr/>
        </p:nvSpPr>
        <p:spPr bwMode="auto">
          <a:xfrm flipH="1">
            <a:off x="2397550" y="3447068"/>
            <a:ext cx="0" cy="1752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1" name="Line 25">
            <a:extLst>
              <a:ext uri="{FF2B5EF4-FFF2-40B4-BE49-F238E27FC236}">
                <a16:creationId xmlns:a16="http://schemas.microsoft.com/office/drawing/2014/main" id="{262E89F4-1DF6-4415-B5EB-603EFBD28B23}"/>
              </a:ext>
            </a:extLst>
          </p:cNvPr>
          <p:cNvSpPr>
            <a:spLocks noChangeShapeType="1"/>
          </p:cNvSpPr>
          <p:nvPr/>
        </p:nvSpPr>
        <p:spPr bwMode="auto">
          <a:xfrm flipH="1">
            <a:off x="1635550" y="2532668"/>
            <a:ext cx="0" cy="266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2" name="Line 26">
            <a:extLst>
              <a:ext uri="{FF2B5EF4-FFF2-40B4-BE49-F238E27FC236}">
                <a16:creationId xmlns:a16="http://schemas.microsoft.com/office/drawing/2014/main" id="{82FECD0F-239B-4B70-890A-95C3C974EB7A}"/>
              </a:ext>
            </a:extLst>
          </p:cNvPr>
          <p:cNvSpPr>
            <a:spLocks noChangeShapeType="1"/>
          </p:cNvSpPr>
          <p:nvPr/>
        </p:nvSpPr>
        <p:spPr bwMode="auto">
          <a:xfrm flipH="1">
            <a:off x="2778550" y="4132868"/>
            <a:ext cx="0" cy="1066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3" name="Line 27">
            <a:extLst>
              <a:ext uri="{FF2B5EF4-FFF2-40B4-BE49-F238E27FC236}">
                <a16:creationId xmlns:a16="http://schemas.microsoft.com/office/drawing/2014/main" id="{230668B9-EBA8-4BA8-945F-4566E3044200}"/>
              </a:ext>
            </a:extLst>
          </p:cNvPr>
          <p:cNvSpPr>
            <a:spLocks noChangeShapeType="1"/>
          </p:cNvSpPr>
          <p:nvPr/>
        </p:nvSpPr>
        <p:spPr bwMode="auto">
          <a:xfrm>
            <a:off x="2778551" y="4132868"/>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4" name="Line 28">
            <a:extLst>
              <a:ext uri="{FF2B5EF4-FFF2-40B4-BE49-F238E27FC236}">
                <a16:creationId xmlns:a16="http://schemas.microsoft.com/office/drawing/2014/main" id="{C8C35441-0795-4C91-90F4-F8C99DA51720}"/>
              </a:ext>
            </a:extLst>
          </p:cNvPr>
          <p:cNvSpPr>
            <a:spLocks noChangeShapeType="1"/>
          </p:cNvSpPr>
          <p:nvPr/>
        </p:nvSpPr>
        <p:spPr bwMode="auto">
          <a:xfrm>
            <a:off x="3921550" y="4132868"/>
            <a:ext cx="403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5" name="Line 29">
            <a:extLst>
              <a:ext uri="{FF2B5EF4-FFF2-40B4-BE49-F238E27FC236}">
                <a16:creationId xmlns:a16="http://schemas.microsoft.com/office/drawing/2014/main" id="{1E5FDE63-6421-4D79-9730-545FBCD26927}"/>
              </a:ext>
            </a:extLst>
          </p:cNvPr>
          <p:cNvSpPr>
            <a:spLocks noChangeShapeType="1"/>
          </p:cNvSpPr>
          <p:nvPr/>
        </p:nvSpPr>
        <p:spPr bwMode="auto">
          <a:xfrm>
            <a:off x="3921551" y="3675668"/>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6" name="Line 30">
            <a:extLst>
              <a:ext uri="{FF2B5EF4-FFF2-40B4-BE49-F238E27FC236}">
                <a16:creationId xmlns:a16="http://schemas.microsoft.com/office/drawing/2014/main" id="{839C68C5-8316-41CF-84EF-8D3FE036E4ED}"/>
              </a:ext>
            </a:extLst>
          </p:cNvPr>
          <p:cNvSpPr>
            <a:spLocks noChangeShapeType="1"/>
          </p:cNvSpPr>
          <p:nvPr/>
        </p:nvSpPr>
        <p:spPr bwMode="auto">
          <a:xfrm>
            <a:off x="2397550" y="3218468"/>
            <a:ext cx="2133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7" name="Line 31">
            <a:extLst>
              <a:ext uri="{FF2B5EF4-FFF2-40B4-BE49-F238E27FC236}">
                <a16:creationId xmlns:a16="http://schemas.microsoft.com/office/drawing/2014/main" id="{AC82AA0F-AAEE-4797-A626-33453F4C6A5C}"/>
              </a:ext>
            </a:extLst>
          </p:cNvPr>
          <p:cNvSpPr>
            <a:spLocks noChangeShapeType="1"/>
          </p:cNvSpPr>
          <p:nvPr/>
        </p:nvSpPr>
        <p:spPr bwMode="auto">
          <a:xfrm>
            <a:off x="5055026" y="3675668"/>
            <a:ext cx="2905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8" name="Line 32">
            <a:extLst>
              <a:ext uri="{FF2B5EF4-FFF2-40B4-BE49-F238E27FC236}">
                <a16:creationId xmlns:a16="http://schemas.microsoft.com/office/drawing/2014/main" id="{8554050B-9FB0-48EB-AEE5-34FFB7B414E3}"/>
              </a:ext>
            </a:extLst>
          </p:cNvPr>
          <p:cNvSpPr>
            <a:spLocks noChangeShapeType="1"/>
          </p:cNvSpPr>
          <p:nvPr/>
        </p:nvSpPr>
        <p:spPr bwMode="auto">
          <a:xfrm>
            <a:off x="5055026" y="3218468"/>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49" name="Rectangle 33">
            <a:extLst>
              <a:ext uri="{FF2B5EF4-FFF2-40B4-BE49-F238E27FC236}">
                <a16:creationId xmlns:a16="http://schemas.microsoft.com/office/drawing/2014/main" id="{A0FFB9B2-13F0-4E86-893B-1D79C2A17A37}"/>
              </a:ext>
            </a:extLst>
          </p:cNvPr>
          <p:cNvSpPr>
            <a:spLocks noChangeArrowheads="1"/>
          </p:cNvSpPr>
          <p:nvPr/>
        </p:nvSpPr>
        <p:spPr bwMode="auto">
          <a:xfrm>
            <a:off x="5674150" y="2608869"/>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0" name="Text Box 34">
            <a:extLst>
              <a:ext uri="{FF2B5EF4-FFF2-40B4-BE49-F238E27FC236}">
                <a16:creationId xmlns:a16="http://schemas.microsoft.com/office/drawing/2014/main" id="{CBD53264-7D58-4647-A86D-02B95D2636FC}"/>
              </a:ext>
            </a:extLst>
          </p:cNvPr>
          <p:cNvSpPr txBox="1">
            <a:spLocks noChangeArrowheads="1"/>
          </p:cNvSpPr>
          <p:nvPr/>
        </p:nvSpPr>
        <p:spPr bwMode="auto">
          <a:xfrm>
            <a:off x="5756700" y="2831118"/>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sym typeface="Symbol" panose="05050102010706020507" pitchFamily="18" charset="2"/>
              </a:rPr>
              <a:t>VA</a:t>
            </a:r>
            <a:endParaRPr lang="de-DE" altLang="de-DE" sz="2000">
              <a:latin typeface="Arial" panose="020B0604020202020204" pitchFamily="34" charset="0"/>
            </a:endParaRPr>
          </a:p>
        </p:txBody>
      </p:sp>
      <p:sp>
        <p:nvSpPr>
          <p:cNvPr id="51" name="Line 35">
            <a:extLst>
              <a:ext uri="{FF2B5EF4-FFF2-40B4-BE49-F238E27FC236}">
                <a16:creationId xmlns:a16="http://schemas.microsoft.com/office/drawing/2014/main" id="{BA874984-A7B8-42D0-9696-5BD345A3AB6B}"/>
              </a:ext>
            </a:extLst>
          </p:cNvPr>
          <p:cNvSpPr>
            <a:spLocks noChangeShapeType="1"/>
          </p:cNvSpPr>
          <p:nvPr/>
        </p:nvSpPr>
        <p:spPr bwMode="auto">
          <a:xfrm>
            <a:off x="6185326" y="3215294"/>
            <a:ext cx="1774825" cy="3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2" name="Line 36">
            <a:extLst>
              <a:ext uri="{FF2B5EF4-FFF2-40B4-BE49-F238E27FC236}">
                <a16:creationId xmlns:a16="http://schemas.microsoft.com/office/drawing/2014/main" id="{C6AB84F9-2D79-4873-8C95-D93EB985AA2C}"/>
              </a:ext>
            </a:extLst>
          </p:cNvPr>
          <p:cNvSpPr>
            <a:spLocks noChangeShapeType="1"/>
          </p:cNvSpPr>
          <p:nvPr/>
        </p:nvSpPr>
        <p:spPr bwMode="auto">
          <a:xfrm>
            <a:off x="6185326" y="2758093"/>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3" name="Line 37">
            <a:extLst>
              <a:ext uri="{FF2B5EF4-FFF2-40B4-BE49-F238E27FC236}">
                <a16:creationId xmlns:a16="http://schemas.microsoft.com/office/drawing/2014/main" id="{6BE9C740-6448-42BC-B73E-215F110506F0}"/>
              </a:ext>
            </a:extLst>
          </p:cNvPr>
          <p:cNvSpPr>
            <a:spLocks noChangeShapeType="1"/>
          </p:cNvSpPr>
          <p:nvPr/>
        </p:nvSpPr>
        <p:spPr bwMode="auto">
          <a:xfrm>
            <a:off x="2016550" y="2989868"/>
            <a:ext cx="3657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4" name="Line 38">
            <a:extLst>
              <a:ext uri="{FF2B5EF4-FFF2-40B4-BE49-F238E27FC236}">
                <a16:creationId xmlns:a16="http://schemas.microsoft.com/office/drawing/2014/main" id="{F39253BF-5BD5-4D6B-AB80-1536F2763EEF}"/>
              </a:ext>
            </a:extLst>
          </p:cNvPr>
          <p:cNvSpPr>
            <a:spLocks noChangeShapeType="1"/>
          </p:cNvSpPr>
          <p:nvPr/>
        </p:nvSpPr>
        <p:spPr bwMode="auto">
          <a:xfrm>
            <a:off x="2016550" y="2761268"/>
            <a:ext cx="3657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5" name="Rectangle 39">
            <a:extLst>
              <a:ext uri="{FF2B5EF4-FFF2-40B4-BE49-F238E27FC236}">
                <a16:creationId xmlns:a16="http://schemas.microsoft.com/office/drawing/2014/main" id="{F50E1A54-81BB-4B18-B9E8-0992BF36A190}"/>
              </a:ext>
            </a:extLst>
          </p:cNvPr>
          <p:cNvSpPr>
            <a:spLocks noChangeArrowheads="1"/>
          </p:cNvSpPr>
          <p:nvPr/>
        </p:nvSpPr>
        <p:spPr bwMode="auto">
          <a:xfrm>
            <a:off x="6817150" y="2151669"/>
            <a:ext cx="520700" cy="758825"/>
          </a:xfrm>
          <a:prstGeom prst="rect">
            <a:avLst/>
          </a:prstGeom>
          <a:solidFill>
            <a:srgbClr val="D9FFDB"/>
          </a:solidFill>
          <a:ln w="25400">
            <a:solidFill>
              <a:schemeClr val="tx1"/>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56" name="Text Box 40">
            <a:extLst>
              <a:ext uri="{FF2B5EF4-FFF2-40B4-BE49-F238E27FC236}">
                <a16:creationId xmlns:a16="http://schemas.microsoft.com/office/drawing/2014/main" id="{2B62500F-ABFB-4A97-B357-425469944B5C}"/>
              </a:ext>
            </a:extLst>
          </p:cNvPr>
          <p:cNvSpPr txBox="1">
            <a:spLocks noChangeArrowheads="1"/>
          </p:cNvSpPr>
          <p:nvPr/>
        </p:nvSpPr>
        <p:spPr bwMode="auto">
          <a:xfrm>
            <a:off x="6899700" y="2373918"/>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sym typeface="Symbol" panose="05050102010706020507" pitchFamily="18" charset="2"/>
              </a:rPr>
              <a:t>VA</a:t>
            </a:r>
            <a:endParaRPr lang="de-DE" altLang="de-DE" sz="2000">
              <a:latin typeface="Arial" panose="020B0604020202020204" pitchFamily="34" charset="0"/>
            </a:endParaRPr>
          </a:p>
        </p:txBody>
      </p:sp>
      <p:sp>
        <p:nvSpPr>
          <p:cNvPr id="57" name="Line 41">
            <a:extLst>
              <a:ext uri="{FF2B5EF4-FFF2-40B4-BE49-F238E27FC236}">
                <a16:creationId xmlns:a16="http://schemas.microsoft.com/office/drawing/2014/main" id="{4E3A48FF-FB27-402D-8311-6383874D5DC2}"/>
              </a:ext>
            </a:extLst>
          </p:cNvPr>
          <p:cNvSpPr>
            <a:spLocks noChangeShapeType="1"/>
          </p:cNvSpPr>
          <p:nvPr/>
        </p:nvSpPr>
        <p:spPr bwMode="auto">
          <a:xfrm>
            <a:off x="7328326" y="2758093"/>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8" name="Line 42">
            <a:extLst>
              <a:ext uri="{FF2B5EF4-FFF2-40B4-BE49-F238E27FC236}">
                <a16:creationId xmlns:a16="http://schemas.microsoft.com/office/drawing/2014/main" id="{7F5F0768-3C5F-4826-AE3E-4EA8F2C998FF}"/>
              </a:ext>
            </a:extLst>
          </p:cNvPr>
          <p:cNvSpPr>
            <a:spLocks noChangeShapeType="1"/>
          </p:cNvSpPr>
          <p:nvPr/>
        </p:nvSpPr>
        <p:spPr bwMode="auto">
          <a:xfrm>
            <a:off x="7328326" y="2300893"/>
            <a:ext cx="619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59" name="Line 43">
            <a:extLst>
              <a:ext uri="{FF2B5EF4-FFF2-40B4-BE49-F238E27FC236}">
                <a16:creationId xmlns:a16="http://schemas.microsoft.com/office/drawing/2014/main" id="{9032AD35-7CAE-4D26-974A-69F012F56054}"/>
              </a:ext>
            </a:extLst>
          </p:cNvPr>
          <p:cNvSpPr>
            <a:spLocks noChangeShapeType="1"/>
          </p:cNvSpPr>
          <p:nvPr/>
        </p:nvSpPr>
        <p:spPr bwMode="auto">
          <a:xfrm>
            <a:off x="1635550" y="2304068"/>
            <a:ext cx="5181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de-DE"/>
          </a:p>
        </p:txBody>
      </p:sp>
      <p:sp>
        <p:nvSpPr>
          <p:cNvPr id="60" name="Text Box 44">
            <a:extLst>
              <a:ext uri="{FF2B5EF4-FFF2-40B4-BE49-F238E27FC236}">
                <a16:creationId xmlns:a16="http://schemas.microsoft.com/office/drawing/2014/main" id="{105AE23F-C569-4B54-AA93-49C1672937DB}"/>
              </a:ext>
            </a:extLst>
          </p:cNvPr>
          <p:cNvSpPr txBox="1">
            <a:spLocks noChangeArrowheads="1"/>
          </p:cNvSpPr>
          <p:nvPr/>
        </p:nvSpPr>
        <p:spPr bwMode="auto">
          <a:xfrm>
            <a:off x="1406950" y="15420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61" name="Text Box 45">
            <a:extLst>
              <a:ext uri="{FF2B5EF4-FFF2-40B4-BE49-F238E27FC236}">
                <a16:creationId xmlns:a16="http://schemas.microsoft.com/office/drawing/2014/main" id="{D76CEF79-E7CC-428F-B964-2DB47CD59B87}"/>
              </a:ext>
            </a:extLst>
          </p:cNvPr>
          <p:cNvSpPr txBox="1">
            <a:spLocks noChangeArrowheads="1"/>
          </p:cNvSpPr>
          <p:nvPr/>
        </p:nvSpPr>
        <p:spPr bwMode="auto">
          <a:xfrm>
            <a:off x="1798373" y="15420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0</a:t>
            </a:r>
            <a:endParaRPr lang="de-DE" altLang="de-DE" sz="2000" baseline="-25000">
              <a:solidFill>
                <a:schemeClr val="tx2"/>
              </a:solidFill>
              <a:latin typeface="Arial" panose="020B0604020202020204" pitchFamily="34" charset="0"/>
            </a:endParaRPr>
          </a:p>
        </p:txBody>
      </p:sp>
      <p:sp>
        <p:nvSpPr>
          <p:cNvPr id="62" name="Text Box 46">
            <a:extLst>
              <a:ext uri="{FF2B5EF4-FFF2-40B4-BE49-F238E27FC236}">
                <a16:creationId xmlns:a16="http://schemas.microsoft.com/office/drawing/2014/main" id="{7216A247-0137-4B6E-913F-9DD4D2D91B24}"/>
              </a:ext>
            </a:extLst>
          </p:cNvPr>
          <p:cNvSpPr txBox="1">
            <a:spLocks noChangeArrowheads="1"/>
          </p:cNvSpPr>
          <p:nvPr/>
        </p:nvSpPr>
        <p:spPr bwMode="auto">
          <a:xfrm>
            <a:off x="2179373" y="15420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0</a:t>
            </a:r>
            <a:endParaRPr lang="de-DE" altLang="de-DE" sz="2000" baseline="-25000">
              <a:solidFill>
                <a:schemeClr val="tx2"/>
              </a:solidFill>
              <a:latin typeface="Arial" panose="020B0604020202020204" pitchFamily="34" charset="0"/>
            </a:endParaRPr>
          </a:p>
        </p:txBody>
      </p:sp>
      <p:sp>
        <p:nvSpPr>
          <p:cNvPr id="63" name="Text Box 47">
            <a:extLst>
              <a:ext uri="{FF2B5EF4-FFF2-40B4-BE49-F238E27FC236}">
                <a16:creationId xmlns:a16="http://schemas.microsoft.com/office/drawing/2014/main" id="{CBA82C4B-8795-41C0-B045-55FCC2CDFDEA}"/>
              </a:ext>
            </a:extLst>
          </p:cNvPr>
          <p:cNvSpPr txBox="1">
            <a:spLocks noChangeArrowheads="1"/>
          </p:cNvSpPr>
          <p:nvPr/>
        </p:nvSpPr>
        <p:spPr bwMode="auto">
          <a:xfrm>
            <a:off x="8117029" y="3980469"/>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s</a:t>
            </a:r>
            <a:r>
              <a:rPr lang="de-DE" altLang="de-DE" sz="2000" baseline="-25000">
                <a:latin typeface="Arial" panose="020B0604020202020204" pitchFamily="34" charset="0"/>
              </a:rPr>
              <a:t>0</a:t>
            </a:r>
          </a:p>
        </p:txBody>
      </p:sp>
      <p:sp>
        <p:nvSpPr>
          <p:cNvPr id="64" name="Text Box 48">
            <a:extLst>
              <a:ext uri="{FF2B5EF4-FFF2-40B4-BE49-F238E27FC236}">
                <a16:creationId xmlns:a16="http://schemas.microsoft.com/office/drawing/2014/main" id="{FC0E4699-DCB3-49B3-ACE6-E7723058BF48}"/>
              </a:ext>
            </a:extLst>
          </p:cNvPr>
          <p:cNvSpPr txBox="1">
            <a:spLocks noChangeArrowheads="1"/>
          </p:cNvSpPr>
          <p:nvPr/>
        </p:nvSpPr>
        <p:spPr bwMode="auto">
          <a:xfrm>
            <a:off x="8117029" y="3523269"/>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s</a:t>
            </a:r>
            <a:r>
              <a:rPr lang="de-DE" altLang="de-DE" sz="2000" baseline="-25000">
                <a:latin typeface="Arial" panose="020B0604020202020204" pitchFamily="34" charset="0"/>
              </a:rPr>
              <a:t>1</a:t>
            </a:r>
          </a:p>
        </p:txBody>
      </p:sp>
      <p:sp>
        <p:nvSpPr>
          <p:cNvPr id="65" name="Text Box 49">
            <a:extLst>
              <a:ext uri="{FF2B5EF4-FFF2-40B4-BE49-F238E27FC236}">
                <a16:creationId xmlns:a16="http://schemas.microsoft.com/office/drawing/2014/main" id="{B5A836F0-E808-44F1-982C-903746A490DE}"/>
              </a:ext>
            </a:extLst>
          </p:cNvPr>
          <p:cNvSpPr txBox="1">
            <a:spLocks noChangeArrowheads="1"/>
          </p:cNvSpPr>
          <p:nvPr/>
        </p:nvSpPr>
        <p:spPr bwMode="auto">
          <a:xfrm>
            <a:off x="8117029" y="3066069"/>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s</a:t>
            </a:r>
            <a:r>
              <a:rPr lang="de-DE" altLang="de-DE" sz="2000" baseline="-25000">
                <a:latin typeface="Arial" panose="020B0604020202020204" pitchFamily="34" charset="0"/>
              </a:rPr>
              <a:t>2</a:t>
            </a:r>
          </a:p>
        </p:txBody>
      </p:sp>
      <p:sp>
        <p:nvSpPr>
          <p:cNvPr id="66" name="Text Box 50">
            <a:extLst>
              <a:ext uri="{FF2B5EF4-FFF2-40B4-BE49-F238E27FC236}">
                <a16:creationId xmlns:a16="http://schemas.microsoft.com/office/drawing/2014/main" id="{82155285-C6CE-4052-B143-22B04D001327}"/>
              </a:ext>
            </a:extLst>
          </p:cNvPr>
          <p:cNvSpPr txBox="1">
            <a:spLocks noChangeArrowheads="1"/>
          </p:cNvSpPr>
          <p:nvPr/>
        </p:nvSpPr>
        <p:spPr bwMode="auto">
          <a:xfrm>
            <a:off x="8117029" y="2608869"/>
            <a:ext cx="2228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s</a:t>
            </a:r>
            <a:r>
              <a:rPr lang="de-DE" altLang="de-DE" sz="2000" baseline="-25000">
                <a:latin typeface="Arial" panose="020B0604020202020204" pitchFamily="34" charset="0"/>
              </a:rPr>
              <a:t>3</a:t>
            </a:r>
          </a:p>
        </p:txBody>
      </p:sp>
      <p:sp>
        <p:nvSpPr>
          <p:cNvPr id="67" name="Text Box 51">
            <a:extLst>
              <a:ext uri="{FF2B5EF4-FFF2-40B4-BE49-F238E27FC236}">
                <a16:creationId xmlns:a16="http://schemas.microsoft.com/office/drawing/2014/main" id="{547E5A94-27EA-482B-BA50-53187C259AE4}"/>
              </a:ext>
            </a:extLst>
          </p:cNvPr>
          <p:cNvSpPr txBox="1">
            <a:spLocks noChangeArrowheads="1"/>
          </p:cNvSpPr>
          <p:nvPr/>
        </p:nvSpPr>
        <p:spPr bwMode="auto">
          <a:xfrm>
            <a:off x="8157898" y="21516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latin typeface="Arial" panose="020B0604020202020204" pitchFamily="34" charset="0"/>
              </a:rPr>
              <a:t>ü</a:t>
            </a:r>
            <a:endParaRPr lang="de-DE" altLang="de-DE" sz="2000" baseline="-25000">
              <a:latin typeface="Arial" panose="020B0604020202020204" pitchFamily="34" charset="0"/>
            </a:endParaRPr>
          </a:p>
        </p:txBody>
      </p:sp>
      <p:sp>
        <p:nvSpPr>
          <p:cNvPr id="68" name="Text Box 52">
            <a:extLst>
              <a:ext uri="{FF2B5EF4-FFF2-40B4-BE49-F238E27FC236}">
                <a16:creationId xmlns:a16="http://schemas.microsoft.com/office/drawing/2014/main" id="{7951F955-8409-4361-B655-67E25714A0B6}"/>
              </a:ext>
            </a:extLst>
          </p:cNvPr>
          <p:cNvSpPr txBox="1">
            <a:spLocks noChangeArrowheads="1"/>
          </p:cNvSpPr>
          <p:nvPr/>
        </p:nvSpPr>
        <p:spPr bwMode="auto">
          <a:xfrm>
            <a:off x="3865279" y="1221393"/>
            <a:ext cx="491433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2000" dirty="0">
                <a:solidFill>
                  <a:schemeClr val="tx2"/>
                </a:solidFill>
                <a:latin typeface="Arial" panose="020B0604020202020204" pitchFamily="34" charset="0"/>
              </a:rPr>
              <a:t>Beispiel:   (1001)</a:t>
            </a:r>
            <a:r>
              <a:rPr lang="de-DE" altLang="de-DE" sz="2000" baseline="-25000" dirty="0">
                <a:solidFill>
                  <a:schemeClr val="tx2"/>
                </a:solidFill>
                <a:latin typeface="Arial" panose="020B0604020202020204" pitchFamily="34" charset="0"/>
              </a:rPr>
              <a:t>2</a:t>
            </a:r>
            <a:r>
              <a:rPr lang="de-DE" altLang="de-DE" sz="2000" dirty="0">
                <a:solidFill>
                  <a:schemeClr val="tx2"/>
                </a:solidFill>
                <a:latin typeface="Arial" panose="020B0604020202020204" pitchFamily="34" charset="0"/>
              </a:rPr>
              <a:t> + (1011)</a:t>
            </a:r>
            <a:r>
              <a:rPr lang="de-DE" altLang="de-DE" sz="2000" baseline="-25000" dirty="0">
                <a:solidFill>
                  <a:schemeClr val="tx2"/>
                </a:solidFill>
                <a:latin typeface="Arial" panose="020B0604020202020204" pitchFamily="34" charset="0"/>
              </a:rPr>
              <a:t>2</a:t>
            </a:r>
            <a:r>
              <a:rPr lang="de-DE" altLang="de-DE" sz="2000" dirty="0">
                <a:solidFill>
                  <a:schemeClr val="tx2"/>
                </a:solidFill>
                <a:latin typeface="Arial" panose="020B0604020202020204" pitchFamily="34" charset="0"/>
              </a:rPr>
              <a:t> = (10100)</a:t>
            </a:r>
            <a:r>
              <a:rPr lang="de-DE" altLang="de-DE" sz="2000" baseline="-25000" dirty="0">
                <a:solidFill>
                  <a:schemeClr val="tx2"/>
                </a:solidFill>
                <a:latin typeface="Arial" panose="020B0604020202020204" pitchFamily="34" charset="0"/>
              </a:rPr>
              <a:t>2</a:t>
            </a:r>
            <a:r>
              <a:rPr lang="de-DE" altLang="de-DE" sz="2000" dirty="0">
                <a:solidFill>
                  <a:schemeClr val="tx2"/>
                </a:solidFill>
                <a:latin typeface="Arial" panose="020B0604020202020204" pitchFamily="34" charset="0"/>
              </a:rPr>
              <a:t> </a:t>
            </a:r>
          </a:p>
        </p:txBody>
      </p:sp>
      <p:sp>
        <p:nvSpPr>
          <p:cNvPr id="69" name="Text Box 53">
            <a:extLst>
              <a:ext uri="{FF2B5EF4-FFF2-40B4-BE49-F238E27FC236}">
                <a16:creationId xmlns:a16="http://schemas.microsoft.com/office/drawing/2014/main" id="{10F05F68-FA46-482B-A817-2077B97714B3}"/>
              </a:ext>
            </a:extLst>
          </p:cNvPr>
          <p:cNvSpPr txBox="1">
            <a:spLocks noChangeArrowheads="1"/>
          </p:cNvSpPr>
          <p:nvPr/>
        </p:nvSpPr>
        <p:spPr bwMode="auto">
          <a:xfrm>
            <a:off x="2560373" y="15420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70" name="Text Box 54">
            <a:extLst>
              <a:ext uri="{FF2B5EF4-FFF2-40B4-BE49-F238E27FC236}">
                <a16:creationId xmlns:a16="http://schemas.microsoft.com/office/drawing/2014/main" id="{8701D3CA-2EEC-4EB0-89EF-73682198330B}"/>
              </a:ext>
            </a:extLst>
          </p:cNvPr>
          <p:cNvSpPr txBox="1">
            <a:spLocks noChangeArrowheads="1"/>
          </p:cNvSpPr>
          <p:nvPr/>
        </p:nvSpPr>
        <p:spPr bwMode="auto">
          <a:xfrm>
            <a:off x="1406950" y="48186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71" name="Text Box 55">
            <a:extLst>
              <a:ext uri="{FF2B5EF4-FFF2-40B4-BE49-F238E27FC236}">
                <a16:creationId xmlns:a16="http://schemas.microsoft.com/office/drawing/2014/main" id="{3FAC12E8-0EC5-4A6A-B464-94DFB893C13A}"/>
              </a:ext>
            </a:extLst>
          </p:cNvPr>
          <p:cNvSpPr txBox="1">
            <a:spLocks noChangeArrowheads="1"/>
          </p:cNvSpPr>
          <p:nvPr/>
        </p:nvSpPr>
        <p:spPr bwMode="auto">
          <a:xfrm>
            <a:off x="1798373" y="48186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0</a:t>
            </a:r>
            <a:endParaRPr lang="de-DE" altLang="de-DE" sz="2000" baseline="-25000">
              <a:solidFill>
                <a:schemeClr val="tx2"/>
              </a:solidFill>
              <a:latin typeface="Arial" panose="020B0604020202020204" pitchFamily="34" charset="0"/>
            </a:endParaRPr>
          </a:p>
        </p:txBody>
      </p:sp>
      <p:sp>
        <p:nvSpPr>
          <p:cNvPr id="72" name="Text Box 56">
            <a:extLst>
              <a:ext uri="{FF2B5EF4-FFF2-40B4-BE49-F238E27FC236}">
                <a16:creationId xmlns:a16="http://schemas.microsoft.com/office/drawing/2014/main" id="{4D769557-3370-4E98-B1AB-3FE5595FB2AB}"/>
              </a:ext>
            </a:extLst>
          </p:cNvPr>
          <p:cNvSpPr txBox="1">
            <a:spLocks noChangeArrowheads="1"/>
          </p:cNvSpPr>
          <p:nvPr/>
        </p:nvSpPr>
        <p:spPr bwMode="auto">
          <a:xfrm>
            <a:off x="2179373" y="48186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73" name="Text Box 57">
            <a:extLst>
              <a:ext uri="{FF2B5EF4-FFF2-40B4-BE49-F238E27FC236}">
                <a16:creationId xmlns:a16="http://schemas.microsoft.com/office/drawing/2014/main" id="{C953ADCE-79DB-4291-9F33-B05ED588BB6B}"/>
              </a:ext>
            </a:extLst>
          </p:cNvPr>
          <p:cNvSpPr txBox="1">
            <a:spLocks noChangeArrowheads="1"/>
          </p:cNvSpPr>
          <p:nvPr/>
        </p:nvSpPr>
        <p:spPr bwMode="auto">
          <a:xfrm>
            <a:off x="2560373" y="4818669"/>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74" name="Text Box 58">
            <a:extLst>
              <a:ext uri="{FF2B5EF4-FFF2-40B4-BE49-F238E27FC236}">
                <a16:creationId xmlns:a16="http://schemas.microsoft.com/office/drawing/2014/main" id="{CC888179-E85A-4BB1-8039-2D514E422CC3}"/>
              </a:ext>
            </a:extLst>
          </p:cNvPr>
          <p:cNvSpPr txBox="1">
            <a:spLocks noChangeArrowheads="1"/>
          </p:cNvSpPr>
          <p:nvPr/>
        </p:nvSpPr>
        <p:spPr bwMode="auto">
          <a:xfrm>
            <a:off x="7731550" y="38280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0</a:t>
            </a:r>
            <a:endParaRPr lang="de-DE" altLang="de-DE" sz="2000" baseline="-25000">
              <a:solidFill>
                <a:schemeClr val="tx2"/>
              </a:solidFill>
              <a:latin typeface="Arial" panose="020B0604020202020204" pitchFamily="34" charset="0"/>
            </a:endParaRPr>
          </a:p>
        </p:txBody>
      </p:sp>
      <p:sp>
        <p:nvSpPr>
          <p:cNvPr id="75" name="Text Box 59">
            <a:extLst>
              <a:ext uri="{FF2B5EF4-FFF2-40B4-BE49-F238E27FC236}">
                <a16:creationId xmlns:a16="http://schemas.microsoft.com/office/drawing/2014/main" id="{13C424A6-C0A7-4D87-93CA-936F27C112BC}"/>
              </a:ext>
            </a:extLst>
          </p:cNvPr>
          <p:cNvSpPr txBox="1">
            <a:spLocks noChangeArrowheads="1"/>
          </p:cNvSpPr>
          <p:nvPr/>
        </p:nvSpPr>
        <p:spPr bwMode="auto">
          <a:xfrm>
            <a:off x="7731550" y="33708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0</a:t>
            </a:r>
            <a:endParaRPr lang="de-DE" altLang="de-DE" sz="2000" baseline="-25000">
              <a:solidFill>
                <a:schemeClr val="tx2"/>
              </a:solidFill>
              <a:latin typeface="Arial" panose="020B0604020202020204" pitchFamily="34" charset="0"/>
            </a:endParaRPr>
          </a:p>
        </p:txBody>
      </p:sp>
      <p:sp>
        <p:nvSpPr>
          <p:cNvPr id="76" name="Text Box 60">
            <a:extLst>
              <a:ext uri="{FF2B5EF4-FFF2-40B4-BE49-F238E27FC236}">
                <a16:creationId xmlns:a16="http://schemas.microsoft.com/office/drawing/2014/main" id="{D2E3901A-D91C-4B52-8403-BF74803A776C}"/>
              </a:ext>
            </a:extLst>
          </p:cNvPr>
          <p:cNvSpPr txBox="1">
            <a:spLocks noChangeArrowheads="1"/>
          </p:cNvSpPr>
          <p:nvPr/>
        </p:nvSpPr>
        <p:spPr bwMode="auto">
          <a:xfrm>
            <a:off x="7731550" y="29136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77" name="Text Box 61">
            <a:extLst>
              <a:ext uri="{FF2B5EF4-FFF2-40B4-BE49-F238E27FC236}">
                <a16:creationId xmlns:a16="http://schemas.microsoft.com/office/drawing/2014/main" id="{C95275D7-32B4-4CD4-A408-314F91820794}"/>
              </a:ext>
            </a:extLst>
          </p:cNvPr>
          <p:cNvSpPr txBox="1">
            <a:spLocks noChangeArrowheads="1"/>
          </p:cNvSpPr>
          <p:nvPr/>
        </p:nvSpPr>
        <p:spPr bwMode="auto">
          <a:xfrm>
            <a:off x="7731550" y="24564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0</a:t>
            </a:r>
            <a:endParaRPr lang="de-DE" altLang="de-DE" sz="2000" baseline="-25000">
              <a:solidFill>
                <a:schemeClr val="tx2"/>
              </a:solidFill>
              <a:latin typeface="Arial" panose="020B0604020202020204" pitchFamily="34" charset="0"/>
            </a:endParaRPr>
          </a:p>
        </p:txBody>
      </p:sp>
      <p:sp>
        <p:nvSpPr>
          <p:cNvPr id="78" name="Text Box 62">
            <a:extLst>
              <a:ext uri="{FF2B5EF4-FFF2-40B4-BE49-F238E27FC236}">
                <a16:creationId xmlns:a16="http://schemas.microsoft.com/office/drawing/2014/main" id="{A51FDF11-394B-4D55-9A70-4B0F04BA440B}"/>
              </a:ext>
            </a:extLst>
          </p:cNvPr>
          <p:cNvSpPr txBox="1">
            <a:spLocks noChangeArrowheads="1"/>
          </p:cNvSpPr>
          <p:nvPr/>
        </p:nvSpPr>
        <p:spPr bwMode="auto">
          <a:xfrm>
            <a:off x="7731550" y="1999268"/>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de-DE" altLang="de-DE" sz="2000">
                <a:solidFill>
                  <a:schemeClr val="tx2"/>
                </a:solidFill>
                <a:latin typeface="Arial" panose="020B0604020202020204" pitchFamily="34" charset="0"/>
              </a:rPr>
              <a:t>1</a:t>
            </a:r>
            <a:endParaRPr lang="de-DE" altLang="de-DE" sz="2000" baseline="-25000">
              <a:solidFill>
                <a:schemeClr val="tx2"/>
              </a:solidFill>
              <a:latin typeface="Arial" panose="020B0604020202020204" pitchFamily="34" charset="0"/>
            </a:endParaRP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a:xfrm>
            <a:off x="160867" y="320675"/>
            <a:ext cx="9109909" cy="1325563"/>
          </a:xfrm>
        </p:spPr>
        <p:txBody>
          <a:bodyPr>
            <a:normAutofit/>
          </a:bodyPr>
          <a:lstStyle/>
          <a:p>
            <a:r>
              <a:rPr lang="de-DE" altLang="de-DE" sz="2800" dirty="0"/>
              <a:t>4-Bit-Paralleladdierer mit Bausteinen</a:t>
            </a:r>
            <a:endParaRPr lang="de-DE" sz="2800" dirty="0"/>
          </a:p>
        </p:txBody>
      </p:sp>
    </p:spTree>
    <p:extLst>
      <p:ext uri="{BB962C8B-B14F-4D97-AF65-F5344CB8AC3E}">
        <p14:creationId xmlns:p14="http://schemas.microsoft.com/office/powerpoint/2010/main" val="155476089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33617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err="1">
                <a:latin typeface="Arial" panose="020B0604020202020204" pitchFamily="34" charset="0"/>
                <a:cs typeface="Arial" panose="020B0604020202020204" pitchFamily="34" charset="0"/>
              </a:rPr>
              <a:t>Addierer</a:t>
            </a:r>
            <a:endParaRPr lang="de-DE" sz="1400" dirty="0">
              <a:latin typeface="Arial" panose="020B0604020202020204" pitchFamily="34" charset="0"/>
              <a:cs typeface="Arial" panose="020B0604020202020204" pitchFamily="34" charset="0"/>
            </a:endParaRP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4 Bit…</a:t>
            </a:r>
            <a:br>
              <a:rPr lang="de-DE" altLang="de-DE" sz="3600" dirty="0"/>
            </a:br>
            <a:r>
              <a:rPr lang="de-DE" altLang="de-DE" sz="3600" dirty="0" err="1"/>
              <a:t>Inkrementierer</a:t>
            </a:r>
            <a:r>
              <a:rPr lang="de-DE" altLang="de-DE" sz="3600" dirty="0"/>
              <a:t> &amp; Komparator</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p:txBody>
          <a:bodyPr/>
          <a:lstStyle/>
          <a:p>
            <a:r>
              <a:rPr lang="de-DE" dirty="0"/>
              <a:t>Definieren und erklären Sie einen 4-Bit-Inkrementierer</a:t>
            </a:r>
          </a:p>
          <a:p>
            <a:r>
              <a:rPr lang="de-DE" dirty="0"/>
              <a:t>Definieren und erklären Sie einen 4-Bit-Komparator</a:t>
            </a:r>
          </a:p>
          <a:p>
            <a:r>
              <a:rPr lang="de-DE" dirty="0"/>
              <a:t>Geben Sie je ein Beispiel an</a:t>
            </a:r>
          </a:p>
        </p:txBody>
      </p:sp>
      <p:pic>
        <p:nvPicPr>
          <p:cNvPr id="79" name="Grafik 78">
            <a:extLst>
              <a:ext uri="{FF2B5EF4-FFF2-40B4-BE49-F238E27FC236}">
                <a16:creationId xmlns:a16="http://schemas.microsoft.com/office/drawing/2014/main" id="{28F6B300-8352-4D06-8F74-22949EABD4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4353" y="1494447"/>
            <a:ext cx="1076780" cy="1443263"/>
          </a:xfrm>
          <a:prstGeom prst="rect">
            <a:avLst/>
          </a:prstGeom>
        </p:spPr>
      </p:pic>
    </p:spTree>
    <p:extLst>
      <p:ext uri="{BB962C8B-B14F-4D97-AF65-F5344CB8AC3E}">
        <p14:creationId xmlns:p14="http://schemas.microsoft.com/office/powerpoint/2010/main" val="1481042863"/>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normAutofit lnSpcReduction="10000"/>
          </a:bodyPr>
          <a:lstStyle/>
          <a:p>
            <a:pPr algn="r"/>
            <a:r>
              <a:rPr lang="de-DE" dirty="0">
                <a:solidFill>
                  <a:srgbClr val="009633"/>
                </a:solidFill>
              </a:rPr>
              <a:t>BGY Klasse 12 – Informatiksysteme</a:t>
            </a:r>
          </a:p>
          <a:p>
            <a:r>
              <a:rPr lang="de-DE" dirty="0"/>
              <a:t>Grundschaltungen der Digitaltechnik</a:t>
            </a:r>
          </a:p>
          <a:p>
            <a:r>
              <a:rPr lang="de-DE" dirty="0"/>
              <a:t>R/S- und D-Flipflop</a:t>
            </a:r>
          </a:p>
          <a:p>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375232374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Bisher: Schaltnetze</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523220"/>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endParaRPr lang="de-DE" sz="1400" dirty="0">
              <a:latin typeface="Arial" panose="020B0604020202020204" pitchFamily="34" charset="0"/>
              <a:cs typeface="Arial" panose="020B0604020202020204" pitchFamily="34" charset="0"/>
            </a:endParaRPr>
          </a:p>
        </p:txBody>
      </p:sp>
      <p:sp>
        <p:nvSpPr>
          <p:cNvPr id="9" name="Text Box 3">
            <a:extLst>
              <a:ext uri="{FF2B5EF4-FFF2-40B4-BE49-F238E27FC236}">
                <a16:creationId xmlns:a16="http://schemas.microsoft.com/office/drawing/2014/main" id="{C5DB7B71-F3ED-484B-BC6C-5055A4CB2AE1}"/>
              </a:ext>
            </a:extLst>
          </p:cNvPr>
          <p:cNvSpPr txBox="1">
            <a:spLocks noChangeArrowheads="1"/>
          </p:cNvSpPr>
          <p:nvPr/>
        </p:nvSpPr>
        <p:spPr bwMode="auto">
          <a:xfrm>
            <a:off x="4838328" y="2049051"/>
            <a:ext cx="1981200" cy="1066800"/>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a:latin typeface="Arial" panose="020B0604020202020204" pitchFamily="34" charset="0"/>
              </a:rPr>
              <a:t>Schalt</a:t>
            </a:r>
            <a:r>
              <a:rPr lang="de-DE" altLang="de-DE" sz="2400" b="1">
                <a:latin typeface="Arial" panose="020B0604020202020204" pitchFamily="34" charset="0"/>
              </a:rPr>
              <a:t>netz</a:t>
            </a:r>
          </a:p>
          <a:p>
            <a:pPr algn="ctr" eaLnBrk="1" hangingPunct="1">
              <a:spcBef>
                <a:spcPct val="50000"/>
              </a:spcBef>
              <a:buClr>
                <a:schemeClr val="folHlink"/>
              </a:buClr>
              <a:buFont typeface="Wingdings" panose="05000000000000000000" pitchFamily="2" charset="2"/>
              <a:buNone/>
            </a:pPr>
            <a:r>
              <a:rPr lang="de-DE" altLang="de-DE" sz="2400" b="1">
                <a:latin typeface="Arial" panose="020B0604020202020204" pitchFamily="34" charset="0"/>
              </a:rPr>
              <a:t>y = f(x)</a:t>
            </a:r>
          </a:p>
        </p:txBody>
      </p:sp>
      <p:sp>
        <p:nvSpPr>
          <p:cNvPr id="10" name="Line 6">
            <a:extLst>
              <a:ext uri="{FF2B5EF4-FFF2-40B4-BE49-F238E27FC236}">
                <a16:creationId xmlns:a16="http://schemas.microsoft.com/office/drawing/2014/main" id="{3FA47409-48F7-4A91-BD81-B0B9D58625AA}"/>
              </a:ext>
            </a:extLst>
          </p:cNvPr>
          <p:cNvSpPr>
            <a:spLocks noChangeShapeType="1"/>
          </p:cNvSpPr>
          <p:nvPr/>
        </p:nvSpPr>
        <p:spPr bwMode="auto">
          <a:xfrm>
            <a:off x="6819528" y="2582451"/>
            <a:ext cx="106680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11" name="Line 7">
            <a:extLst>
              <a:ext uri="{FF2B5EF4-FFF2-40B4-BE49-F238E27FC236}">
                <a16:creationId xmlns:a16="http://schemas.microsoft.com/office/drawing/2014/main" id="{F9FC4B66-008F-4F98-8EE9-67F865230742}"/>
              </a:ext>
            </a:extLst>
          </p:cNvPr>
          <p:cNvSpPr>
            <a:spLocks noChangeShapeType="1"/>
          </p:cNvSpPr>
          <p:nvPr/>
        </p:nvSpPr>
        <p:spPr bwMode="auto">
          <a:xfrm>
            <a:off x="3619128" y="2582451"/>
            <a:ext cx="121920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grpSp>
        <p:nvGrpSpPr>
          <p:cNvPr id="12" name="Group 8">
            <a:extLst>
              <a:ext uri="{FF2B5EF4-FFF2-40B4-BE49-F238E27FC236}">
                <a16:creationId xmlns:a16="http://schemas.microsoft.com/office/drawing/2014/main" id="{6D4A109A-76A4-4159-945C-F2A203D1DF62}"/>
              </a:ext>
            </a:extLst>
          </p:cNvPr>
          <p:cNvGrpSpPr>
            <a:grpSpLocks/>
          </p:cNvGrpSpPr>
          <p:nvPr/>
        </p:nvGrpSpPr>
        <p:grpSpPr bwMode="auto">
          <a:xfrm>
            <a:off x="1714128" y="2125251"/>
            <a:ext cx="1905000" cy="914400"/>
            <a:chOff x="768" y="1104"/>
            <a:chExt cx="1200" cy="576"/>
          </a:xfrm>
        </p:grpSpPr>
        <p:sp>
          <p:nvSpPr>
            <p:cNvPr id="14" name="Text Box 9">
              <a:extLst>
                <a:ext uri="{FF2B5EF4-FFF2-40B4-BE49-F238E27FC236}">
                  <a16:creationId xmlns:a16="http://schemas.microsoft.com/office/drawing/2014/main" id="{28B615BF-64F0-4518-A550-034A192518A6}"/>
                </a:ext>
              </a:extLst>
            </p:cNvPr>
            <p:cNvSpPr txBox="1">
              <a:spLocks noChangeArrowheads="1"/>
            </p:cNvSpPr>
            <p:nvPr/>
          </p:nvSpPr>
          <p:spPr bwMode="auto">
            <a:xfrm>
              <a:off x="768" y="1152"/>
              <a:ext cx="120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a:latin typeface="Arial" panose="020B0604020202020204" pitchFamily="34" charset="0"/>
                </a:rPr>
                <a:t> Eingang</a:t>
              </a:r>
              <a:br>
                <a:rPr lang="de-DE" altLang="de-DE" sz="2400">
                  <a:latin typeface="Arial" panose="020B0604020202020204" pitchFamily="34" charset="0"/>
                </a:rPr>
              </a:br>
              <a:r>
                <a:rPr lang="de-DE" altLang="de-DE" sz="2400">
                  <a:latin typeface="Arial" panose="020B0604020202020204" pitchFamily="34" charset="0"/>
                </a:rPr>
                <a:t>x</a:t>
              </a:r>
            </a:p>
          </p:txBody>
        </p:sp>
        <p:sp>
          <p:nvSpPr>
            <p:cNvPr id="16" name="Oval 10">
              <a:extLst>
                <a:ext uri="{FF2B5EF4-FFF2-40B4-BE49-F238E27FC236}">
                  <a16:creationId xmlns:a16="http://schemas.microsoft.com/office/drawing/2014/main" id="{55D4CDCA-9DA6-48D6-ABF8-91C5B2DB7504}"/>
                </a:ext>
              </a:extLst>
            </p:cNvPr>
            <p:cNvSpPr>
              <a:spLocks noChangeArrowheads="1"/>
            </p:cNvSpPr>
            <p:nvPr/>
          </p:nvSpPr>
          <p:spPr bwMode="auto">
            <a:xfrm>
              <a:off x="816" y="1104"/>
              <a:ext cx="1152"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17" name="Group 11">
            <a:extLst>
              <a:ext uri="{FF2B5EF4-FFF2-40B4-BE49-F238E27FC236}">
                <a16:creationId xmlns:a16="http://schemas.microsoft.com/office/drawing/2014/main" id="{9F1734B7-A293-4D2F-A5A4-D35C02F02459}"/>
              </a:ext>
            </a:extLst>
          </p:cNvPr>
          <p:cNvGrpSpPr>
            <a:grpSpLocks/>
          </p:cNvGrpSpPr>
          <p:nvPr/>
        </p:nvGrpSpPr>
        <p:grpSpPr bwMode="auto">
          <a:xfrm>
            <a:off x="7886328" y="2125251"/>
            <a:ext cx="1905000" cy="914400"/>
            <a:chOff x="4320" y="1104"/>
            <a:chExt cx="1200" cy="576"/>
          </a:xfrm>
        </p:grpSpPr>
        <p:sp>
          <p:nvSpPr>
            <p:cNvPr id="18" name="Text Box 12">
              <a:extLst>
                <a:ext uri="{FF2B5EF4-FFF2-40B4-BE49-F238E27FC236}">
                  <a16:creationId xmlns:a16="http://schemas.microsoft.com/office/drawing/2014/main" id="{50D7A20E-EA35-468E-B07A-83335C05CF76}"/>
                </a:ext>
              </a:extLst>
            </p:cNvPr>
            <p:cNvSpPr txBox="1">
              <a:spLocks noChangeArrowheads="1"/>
            </p:cNvSpPr>
            <p:nvPr/>
          </p:nvSpPr>
          <p:spPr bwMode="auto">
            <a:xfrm>
              <a:off x="4320" y="1152"/>
              <a:ext cx="120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a:latin typeface="Arial" panose="020B0604020202020204" pitchFamily="34" charset="0"/>
                </a:rPr>
                <a:t>Ausgang</a:t>
              </a:r>
              <a:br>
                <a:rPr lang="de-DE" altLang="de-DE" sz="2400">
                  <a:latin typeface="Arial" panose="020B0604020202020204" pitchFamily="34" charset="0"/>
                </a:rPr>
              </a:br>
              <a:r>
                <a:rPr lang="de-DE" altLang="de-DE" sz="2400">
                  <a:latin typeface="Arial" panose="020B0604020202020204" pitchFamily="34" charset="0"/>
                </a:rPr>
                <a:t>y</a:t>
              </a:r>
            </a:p>
          </p:txBody>
        </p:sp>
        <p:sp>
          <p:nvSpPr>
            <p:cNvPr id="19" name="Oval 13">
              <a:extLst>
                <a:ext uri="{FF2B5EF4-FFF2-40B4-BE49-F238E27FC236}">
                  <a16:creationId xmlns:a16="http://schemas.microsoft.com/office/drawing/2014/main" id="{79B7F3DB-6F58-4406-B3D9-75FAA02AC7AE}"/>
                </a:ext>
              </a:extLst>
            </p:cNvPr>
            <p:cNvSpPr>
              <a:spLocks noChangeArrowheads="1"/>
            </p:cNvSpPr>
            <p:nvPr/>
          </p:nvSpPr>
          <p:spPr bwMode="auto">
            <a:xfrm>
              <a:off x="4320" y="1104"/>
              <a:ext cx="1152"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sp>
        <p:nvSpPr>
          <p:cNvPr id="20" name="AutoShape 14">
            <a:extLst>
              <a:ext uri="{FF2B5EF4-FFF2-40B4-BE49-F238E27FC236}">
                <a16:creationId xmlns:a16="http://schemas.microsoft.com/office/drawing/2014/main" id="{4C0EC349-9C84-4724-9600-693E415CDD7B}"/>
              </a:ext>
            </a:extLst>
          </p:cNvPr>
          <p:cNvSpPr>
            <a:spLocks noChangeArrowheads="1"/>
          </p:cNvSpPr>
          <p:nvPr/>
        </p:nvSpPr>
        <p:spPr bwMode="auto">
          <a:xfrm>
            <a:off x="5447928" y="3933056"/>
            <a:ext cx="3505200" cy="1556466"/>
          </a:xfrm>
          <a:prstGeom prst="wedgeRoundRectCallout">
            <a:avLst>
              <a:gd name="adj1" fmla="val -39944"/>
              <a:gd name="adj2" fmla="val -94759"/>
              <a:gd name="adj3" fmla="val 16667"/>
            </a:avLst>
          </a:prstGeom>
          <a:solidFill>
            <a:srgbClr val="FFFFCC"/>
          </a:solidFill>
          <a:ln w="9525">
            <a:solidFill>
              <a:schemeClr val="tx1"/>
            </a:solidFill>
            <a:miter lim="800000"/>
            <a:headEnd/>
            <a:tailEnd/>
          </a:ln>
        </p:spPr>
        <p:txBody>
          <a:bodyPr lIns="18000" tIns="10800" rIns="18000" bIns="10800"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de-DE" altLang="de-DE" sz="2000"/>
              <a:t>+  jede beliebige </a:t>
            </a:r>
            <a:r>
              <a:rPr lang="de-DE" altLang="de-DE" sz="2000" b="1"/>
              <a:t>Funktion</a:t>
            </a:r>
            <a:br>
              <a:rPr lang="de-DE" altLang="de-DE" sz="2000"/>
            </a:br>
            <a:r>
              <a:rPr lang="de-DE" altLang="de-DE" sz="2000"/>
              <a:t>     ist berechenbar</a:t>
            </a:r>
          </a:p>
          <a:p>
            <a:pPr eaLnBrk="1" hangingPunct="1">
              <a:spcBef>
                <a:spcPct val="50000"/>
              </a:spcBef>
              <a:buClrTx/>
              <a:buSzTx/>
              <a:buFontTx/>
              <a:buNone/>
            </a:pPr>
            <a:r>
              <a:rPr lang="de-DE" altLang="de-DE" sz="2000"/>
              <a:t>-   </a:t>
            </a:r>
            <a:r>
              <a:rPr lang="de-DE" altLang="de-DE" sz="2000">
                <a:solidFill>
                  <a:schemeClr val="hlink"/>
                </a:solidFill>
              </a:rPr>
              <a:t>keine Möglichkeit</a:t>
            </a:r>
            <a:br>
              <a:rPr lang="de-DE" altLang="de-DE" sz="2000">
                <a:solidFill>
                  <a:schemeClr val="hlink"/>
                </a:solidFill>
              </a:rPr>
            </a:br>
            <a:r>
              <a:rPr lang="de-DE" altLang="de-DE" sz="2000">
                <a:solidFill>
                  <a:schemeClr val="hlink"/>
                </a:solidFill>
              </a:rPr>
              <a:t>     einer </a:t>
            </a:r>
            <a:r>
              <a:rPr lang="de-DE" altLang="de-DE" sz="2000" b="1">
                <a:solidFill>
                  <a:schemeClr val="hlink"/>
                </a:solidFill>
              </a:rPr>
              <a:t>Speicherung</a:t>
            </a:r>
          </a:p>
        </p:txBody>
      </p:sp>
    </p:spTree>
    <p:extLst>
      <p:ext uri="{BB962C8B-B14F-4D97-AF65-F5344CB8AC3E}">
        <p14:creationId xmlns:p14="http://schemas.microsoft.com/office/powerpoint/2010/main" val="385793818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a:xfrm>
            <a:off x="160867" y="320675"/>
            <a:ext cx="10515600" cy="1325563"/>
          </a:xfrm>
        </p:spPr>
        <p:txBody>
          <a:bodyPr>
            <a:normAutofit/>
          </a:bodyPr>
          <a:lstStyle/>
          <a:p>
            <a:r>
              <a:rPr lang="de-DE" sz="3600" dirty="0"/>
              <a:t>Problem: Fehlende Rückkopplung</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523220"/>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endParaRPr lang="de-DE" sz="1400" dirty="0">
              <a:latin typeface="Arial" panose="020B0604020202020204" pitchFamily="34" charset="0"/>
              <a:cs typeface="Arial" panose="020B0604020202020204" pitchFamily="34" charset="0"/>
            </a:endParaRPr>
          </a:p>
        </p:txBody>
      </p:sp>
      <p:sp>
        <p:nvSpPr>
          <p:cNvPr id="15" name="Textplatzhalter 3">
            <a:extLst>
              <a:ext uri="{FF2B5EF4-FFF2-40B4-BE49-F238E27FC236}">
                <a16:creationId xmlns:a16="http://schemas.microsoft.com/office/drawing/2014/main" id="{00955674-8A21-4B61-AE96-005EE2AEA644}"/>
              </a:ext>
            </a:extLst>
          </p:cNvPr>
          <p:cNvSpPr txBox="1">
            <a:spLocks/>
          </p:cNvSpPr>
          <p:nvPr/>
        </p:nvSpPr>
        <p:spPr>
          <a:xfrm>
            <a:off x="613545" y="1378669"/>
            <a:ext cx="3932237" cy="47676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50000"/>
              </a:spcBef>
              <a:buClr>
                <a:schemeClr val="folHlink"/>
              </a:buClr>
              <a:buFont typeface="Arial" panose="020B0604020202020204" pitchFamily="34" charset="0"/>
              <a:buNone/>
            </a:pPr>
            <a:r>
              <a:rPr lang="de-DE" altLang="de-DE" sz="2400" dirty="0">
                <a:solidFill>
                  <a:schemeClr val="hlink"/>
                </a:solidFill>
              </a:rPr>
              <a:t>Rückkopplung</a:t>
            </a:r>
            <a:r>
              <a:rPr lang="de-DE" altLang="de-DE" sz="2400" dirty="0"/>
              <a:t>: Ein Teil der Ausgangsleitungen wird als erweiterte Eingangsleitungen“ wieder zugeführt, </a:t>
            </a:r>
          </a:p>
          <a:p>
            <a:pPr>
              <a:spcBef>
                <a:spcPct val="50000"/>
              </a:spcBef>
              <a:buClr>
                <a:schemeClr val="folHlink"/>
              </a:buClr>
              <a:buFont typeface="Arial" panose="020B0604020202020204" pitchFamily="34" charset="0"/>
              <a:buNone/>
            </a:pPr>
            <a:r>
              <a:rPr lang="de-DE" altLang="de-DE" sz="2400" dirty="0"/>
              <a:t>		d.h. </a:t>
            </a:r>
            <a:r>
              <a:rPr lang="de-DE" altLang="de-DE" sz="2400" b="1" dirty="0"/>
              <a:t>y = f (x, </a:t>
            </a:r>
            <a:r>
              <a:rPr lang="de-DE" altLang="de-DE" sz="2400" b="1" dirty="0">
                <a:solidFill>
                  <a:schemeClr val="hlink"/>
                </a:solidFill>
              </a:rPr>
              <a:t>y</a:t>
            </a:r>
            <a:r>
              <a:rPr lang="de-DE" altLang="de-DE" sz="2400" b="1" dirty="0"/>
              <a:t>)</a:t>
            </a:r>
            <a:r>
              <a:rPr lang="de-DE" altLang="de-DE" sz="2400" dirty="0"/>
              <a:t>  .</a:t>
            </a:r>
          </a:p>
          <a:p>
            <a:pPr>
              <a:spcBef>
                <a:spcPct val="50000"/>
              </a:spcBef>
              <a:buClr>
                <a:schemeClr val="folHlink"/>
              </a:buClr>
              <a:buFont typeface="Arial" panose="020B0604020202020204" pitchFamily="34" charset="0"/>
              <a:buNone/>
            </a:pPr>
            <a:r>
              <a:rPr lang="de-DE" altLang="de-DE" sz="2400" dirty="0"/>
              <a:t>Dies bringt neue Verhaltensmöglichkeiten mit sich!</a:t>
            </a:r>
          </a:p>
          <a:p>
            <a:pPr>
              <a:spcBef>
                <a:spcPct val="50000"/>
              </a:spcBef>
              <a:buClr>
                <a:schemeClr val="folHlink"/>
              </a:buClr>
              <a:buFont typeface="Arial" panose="020B0604020202020204" pitchFamily="34" charset="0"/>
              <a:buNone/>
            </a:pPr>
            <a:r>
              <a:rPr lang="de-DE" altLang="de-DE" sz="2400" i="1" dirty="0"/>
              <a:t>(„Wer seinen Output reflektiert, kann lernen ... !“)</a:t>
            </a:r>
          </a:p>
        </p:txBody>
      </p:sp>
      <p:pic>
        <p:nvPicPr>
          <p:cNvPr id="21" name="Grafik 20">
            <a:extLst>
              <a:ext uri="{FF2B5EF4-FFF2-40B4-BE49-F238E27FC236}">
                <a16:creationId xmlns:a16="http://schemas.microsoft.com/office/drawing/2014/main" id="{401359CD-C59F-4413-9920-C9A58C81D462}"/>
              </a:ext>
            </a:extLst>
          </p:cNvPr>
          <p:cNvPicPr>
            <a:picLocks noChangeAspect="1"/>
          </p:cNvPicPr>
          <p:nvPr/>
        </p:nvPicPr>
        <p:blipFill rotWithShape="1">
          <a:blip r:embed="rId2"/>
          <a:srcRect l="-1" r="821"/>
          <a:stretch/>
        </p:blipFill>
        <p:spPr>
          <a:xfrm>
            <a:off x="4409311" y="1378669"/>
            <a:ext cx="1312153" cy="1315120"/>
          </a:xfrm>
          <a:prstGeom prst="rect">
            <a:avLst/>
          </a:prstGeom>
        </p:spPr>
      </p:pic>
      <p:grpSp>
        <p:nvGrpSpPr>
          <p:cNvPr id="22" name="Group 15">
            <a:extLst>
              <a:ext uri="{FF2B5EF4-FFF2-40B4-BE49-F238E27FC236}">
                <a16:creationId xmlns:a16="http://schemas.microsoft.com/office/drawing/2014/main" id="{81742F29-1037-4059-9B9A-BE3C9F2A1E0A}"/>
              </a:ext>
            </a:extLst>
          </p:cNvPr>
          <p:cNvGrpSpPr>
            <a:grpSpLocks/>
          </p:cNvGrpSpPr>
          <p:nvPr/>
        </p:nvGrpSpPr>
        <p:grpSpPr bwMode="auto">
          <a:xfrm>
            <a:off x="6441121" y="2456383"/>
            <a:ext cx="3454400" cy="2590800"/>
            <a:chOff x="2016" y="528"/>
            <a:chExt cx="2016" cy="1632"/>
          </a:xfrm>
        </p:grpSpPr>
        <p:sp>
          <p:nvSpPr>
            <p:cNvPr id="23" name="Rectangle 16">
              <a:extLst>
                <a:ext uri="{FF2B5EF4-FFF2-40B4-BE49-F238E27FC236}">
                  <a16:creationId xmlns:a16="http://schemas.microsoft.com/office/drawing/2014/main" id="{6D3F2C22-556C-45B1-B35F-C1CC5D354899}"/>
                </a:ext>
              </a:extLst>
            </p:cNvPr>
            <p:cNvSpPr>
              <a:spLocks noChangeArrowheads="1"/>
            </p:cNvSpPr>
            <p:nvPr/>
          </p:nvSpPr>
          <p:spPr bwMode="auto">
            <a:xfrm>
              <a:off x="2016" y="816"/>
              <a:ext cx="2016" cy="1344"/>
            </a:xfrm>
            <a:prstGeom prst="rect">
              <a:avLst/>
            </a:prstGeom>
            <a:solidFill>
              <a:srgbClr val="FFFFCC"/>
            </a:solidFill>
            <a:ln w="19050">
              <a:solidFill>
                <a:schemeClr val="tx1"/>
              </a:solidFill>
              <a:miter lim="800000"/>
              <a:headEnd/>
              <a:tailEnd/>
            </a:ln>
          </p:spPr>
          <p:txBody>
            <a:bodyPr wrap="none" lIns="54000" rIns="54000"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sp>
          <p:nvSpPr>
            <p:cNvPr id="24" name="Text Box 17">
              <a:extLst>
                <a:ext uri="{FF2B5EF4-FFF2-40B4-BE49-F238E27FC236}">
                  <a16:creationId xmlns:a16="http://schemas.microsoft.com/office/drawing/2014/main" id="{9F71B70C-2ACA-4A08-92C5-233249686CB0}"/>
                </a:ext>
              </a:extLst>
            </p:cNvPr>
            <p:cNvSpPr txBox="1">
              <a:spLocks noChangeArrowheads="1"/>
            </p:cNvSpPr>
            <p:nvPr/>
          </p:nvSpPr>
          <p:spPr bwMode="auto">
            <a:xfrm>
              <a:off x="2256" y="528"/>
              <a:ext cx="17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54000" rIns="54000" anchorCtr="1">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b="1">
                  <a:latin typeface="Arial" panose="020B0604020202020204" pitchFamily="34" charset="0"/>
                </a:rPr>
                <a:t>Schaltwerk</a:t>
              </a:r>
            </a:p>
          </p:txBody>
        </p:sp>
      </p:grpSp>
      <p:sp>
        <p:nvSpPr>
          <p:cNvPr id="25" name="Text Box 3">
            <a:extLst>
              <a:ext uri="{FF2B5EF4-FFF2-40B4-BE49-F238E27FC236}">
                <a16:creationId xmlns:a16="http://schemas.microsoft.com/office/drawing/2014/main" id="{63D19FBE-A28E-46D8-9008-543041574FF7}"/>
              </a:ext>
            </a:extLst>
          </p:cNvPr>
          <p:cNvSpPr txBox="1">
            <a:spLocks noChangeArrowheads="1"/>
          </p:cNvSpPr>
          <p:nvPr/>
        </p:nvSpPr>
        <p:spPr bwMode="auto">
          <a:xfrm>
            <a:off x="7355521" y="3294583"/>
            <a:ext cx="1981200" cy="1066800"/>
          </a:xfrm>
          <a:prstGeom prst="rect">
            <a:avLst/>
          </a:prstGeom>
          <a:solidFill>
            <a:srgbClr val="CCFFCC"/>
          </a:solidFill>
          <a:ln w="1905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b="1" dirty="0">
                <a:latin typeface="Arial" panose="020B0604020202020204" pitchFamily="34" charset="0"/>
              </a:rPr>
              <a:t>Schaltnetz</a:t>
            </a:r>
          </a:p>
        </p:txBody>
      </p:sp>
      <p:sp>
        <p:nvSpPr>
          <p:cNvPr id="26" name="Line 4">
            <a:extLst>
              <a:ext uri="{FF2B5EF4-FFF2-40B4-BE49-F238E27FC236}">
                <a16:creationId xmlns:a16="http://schemas.microsoft.com/office/drawing/2014/main" id="{353F4396-E36B-4FBD-BECC-9560856164F8}"/>
              </a:ext>
            </a:extLst>
          </p:cNvPr>
          <p:cNvSpPr>
            <a:spLocks noChangeShapeType="1"/>
          </p:cNvSpPr>
          <p:nvPr/>
        </p:nvSpPr>
        <p:spPr bwMode="auto">
          <a:xfrm>
            <a:off x="9336721" y="3827983"/>
            <a:ext cx="106680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27" name="Line 5">
            <a:extLst>
              <a:ext uri="{FF2B5EF4-FFF2-40B4-BE49-F238E27FC236}">
                <a16:creationId xmlns:a16="http://schemas.microsoft.com/office/drawing/2014/main" id="{5824AF17-2950-4537-8CC2-B661B9A3F67D}"/>
              </a:ext>
            </a:extLst>
          </p:cNvPr>
          <p:cNvSpPr>
            <a:spLocks noChangeShapeType="1"/>
          </p:cNvSpPr>
          <p:nvPr/>
        </p:nvSpPr>
        <p:spPr bwMode="auto">
          <a:xfrm>
            <a:off x="6260005" y="3827982"/>
            <a:ext cx="1095515"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grpSp>
        <p:nvGrpSpPr>
          <p:cNvPr id="28" name="Group 6">
            <a:extLst>
              <a:ext uri="{FF2B5EF4-FFF2-40B4-BE49-F238E27FC236}">
                <a16:creationId xmlns:a16="http://schemas.microsoft.com/office/drawing/2014/main" id="{EFA49BD4-7792-4D3F-90FD-B955A1BCD6C0}"/>
              </a:ext>
            </a:extLst>
          </p:cNvPr>
          <p:cNvGrpSpPr>
            <a:grpSpLocks/>
          </p:cNvGrpSpPr>
          <p:nvPr/>
        </p:nvGrpSpPr>
        <p:grpSpPr bwMode="auto">
          <a:xfrm>
            <a:off x="4661675" y="3362846"/>
            <a:ext cx="1598331" cy="914400"/>
            <a:chOff x="768" y="1104"/>
            <a:chExt cx="1200" cy="576"/>
          </a:xfrm>
        </p:grpSpPr>
        <p:sp>
          <p:nvSpPr>
            <p:cNvPr id="29" name="Text Box 7">
              <a:extLst>
                <a:ext uri="{FF2B5EF4-FFF2-40B4-BE49-F238E27FC236}">
                  <a16:creationId xmlns:a16="http://schemas.microsoft.com/office/drawing/2014/main" id="{6F36DC5D-DDCB-4AE4-8543-2ECF521B4E96}"/>
                </a:ext>
              </a:extLst>
            </p:cNvPr>
            <p:cNvSpPr txBox="1">
              <a:spLocks noChangeArrowheads="1"/>
            </p:cNvSpPr>
            <p:nvPr/>
          </p:nvSpPr>
          <p:spPr bwMode="auto">
            <a:xfrm>
              <a:off x="768" y="1152"/>
              <a:ext cx="120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a:latin typeface="Arial" panose="020B0604020202020204" pitchFamily="34" charset="0"/>
                </a:rPr>
                <a:t>Eingang</a:t>
              </a:r>
              <a:br>
                <a:rPr lang="de-DE" altLang="de-DE" sz="2400">
                  <a:latin typeface="Arial" panose="020B0604020202020204" pitchFamily="34" charset="0"/>
                </a:rPr>
              </a:br>
              <a:r>
                <a:rPr lang="de-DE" altLang="de-DE" sz="2400">
                  <a:latin typeface="Arial" panose="020B0604020202020204" pitchFamily="34" charset="0"/>
                </a:rPr>
                <a:t>x</a:t>
              </a:r>
            </a:p>
          </p:txBody>
        </p:sp>
        <p:sp>
          <p:nvSpPr>
            <p:cNvPr id="30" name="Oval 8">
              <a:extLst>
                <a:ext uri="{FF2B5EF4-FFF2-40B4-BE49-F238E27FC236}">
                  <a16:creationId xmlns:a16="http://schemas.microsoft.com/office/drawing/2014/main" id="{F6C03A4A-D44E-43BE-842B-3F3991AF885E}"/>
                </a:ext>
              </a:extLst>
            </p:cNvPr>
            <p:cNvSpPr>
              <a:spLocks noChangeArrowheads="1"/>
            </p:cNvSpPr>
            <p:nvPr/>
          </p:nvSpPr>
          <p:spPr bwMode="auto">
            <a:xfrm>
              <a:off x="816" y="1104"/>
              <a:ext cx="1152"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grpSp>
      <p:grpSp>
        <p:nvGrpSpPr>
          <p:cNvPr id="31" name="Group 9">
            <a:extLst>
              <a:ext uri="{FF2B5EF4-FFF2-40B4-BE49-F238E27FC236}">
                <a16:creationId xmlns:a16="http://schemas.microsoft.com/office/drawing/2014/main" id="{39366EBE-0D4B-4404-9FE8-2369374AF4BE}"/>
              </a:ext>
            </a:extLst>
          </p:cNvPr>
          <p:cNvGrpSpPr>
            <a:grpSpLocks/>
          </p:cNvGrpSpPr>
          <p:nvPr/>
        </p:nvGrpSpPr>
        <p:grpSpPr bwMode="auto">
          <a:xfrm>
            <a:off x="10403520" y="3370783"/>
            <a:ext cx="1631123" cy="914400"/>
            <a:chOff x="4320" y="1104"/>
            <a:chExt cx="1200" cy="576"/>
          </a:xfrm>
        </p:grpSpPr>
        <p:sp>
          <p:nvSpPr>
            <p:cNvPr id="32" name="Text Box 10">
              <a:extLst>
                <a:ext uri="{FF2B5EF4-FFF2-40B4-BE49-F238E27FC236}">
                  <a16:creationId xmlns:a16="http://schemas.microsoft.com/office/drawing/2014/main" id="{35DD5523-9D6B-43C1-BA90-6462AC6893D4}"/>
                </a:ext>
              </a:extLst>
            </p:cNvPr>
            <p:cNvSpPr txBox="1">
              <a:spLocks noChangeArrowheads="1"/>
            </p:cNvSpPr>
            <p:nvPr/>
          </p:nvSpPr>
          <p:spPr bwMode="auto">
            <a:xfrm>
              <a:off x="4320" y="1152"/>
              <a:ext cx="120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2400" dirty="0">
                  <a:latin typeface="Arial" panose="020B0604020202020204" pitchFamily="34" charset="0"/>
                </a:rPr>
                <a:t>Ausgang</a:t>
              </a:r>
              <a:br>
                <a:rPr lang="de-DE" altLang="de-DE" sz="2400" dirty="0">
                  <a:latin typeface="Arial" panose="020B0604020202020204" pitchFamily="34" charset="0"/>
                </a:rPr>
              </a:br>
              <a:r>
                <a:rPr lang="de-DE" altLang="de-DE" sz="2400" dirty="0">
                  <a:latin typeface="Arial" panose="020B0604020202020204" pitchFamily="34" charset="0"/>
                </a:rPr>
                <a:t>y</a:t>
              </a:r>
            </a:p>
          </p:txBody>
        </p:sp>
        <p:sp>
          <p:nvSpPr>
            <p:cNvPr id="33" name="Oval 11">
              <a:extLst>
                <a:ext uri="{FF2B5EF4-FFF2-40B4-BE49-F238E27FC236}">
                  <a16:creationId xmlns:a16="http://schemas.microsoft.com/office/drawing/2014/main" id="{318FAEF1-4318-443D-BAB7-D425F26C4042}"/>
                </a:ext>
              </a:extLst>
            </p:cNvPr>
            <p:cNvSpPr>
              <a:spLocks noChangeArrowheads="1"/>
            </p:cNvSpPr>
            <p:nvPr/>
          </p:nvSpPr>
          <p:spPr bwMode="auto">
            <a:xfrm>
              <a:off x="4320" y="1104"/>
              <a:ext cx="1152"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dirty="0"/>
            </a:p>
          </p:txBody>
        </p:sp>
      </p:grpSp>
      <p:sp>
        <p:nvSpPr>
          <p:cNvPr id="34" name="Freeform 13">
            <a:extLst>
              <a:ext uri="{FF2B5EF4-FFF2-40B4-BE49-F238E27FC236}">
                <a16:creationId xmlns:a16="http://schemas.microsoft.com/office/drawing/2014/main" id="{80E73EB1-4D33-45B5-9076-CE5D2D2DD7B0}"/>
              </a:ext>
            </a:extLst>
          </p:cNvPr>
          <p:cNvSpPr>
            <a:spLocks/>
          </p:cNvSpPr>
          <p:nvPr/>
        </p:nvSpPr>
        <p:spPr bwMode="auto">
          <a:xfrm>
            <a:off x="9367644" y="3827983"/>
            <a:ext cx="254000" cy="914400"/>
          </a:xfrm>
          <a:custGeom>
            <a:avLst/>
            <a:gdLst>
              <a:gd name="T0" fmla="*/ 0 w 160"/>
              <a:gd name="T1" fmla="*/ 0 h 576"/>
              <a:gd name="T2" fmla="*/ 0 w 160"/>
              <a:gd name="T3" fmla="*/ 2147483646 h 576"/>
              <a:gd name="T4" fmla="*/ 0 60000 65536"/>
              <a:gd name="T5" fmla="*/ 0 60000 65536"/>
              <a:gd name="T6" fmla="*/ 0 w 160"/>
              <a:gd name="T7" fmla="*/ 0 h 576"/>
              <a:gd name="T8" fmla="*/ 160 w 160"/>
              <a:gd name="T9" fmla="*/ 576 h 576"/>
            </a:gdLst>
            <a:ahLst/>
            <a:cxnLst>
              <a:cxn ang="T4">
                <a:pos x="T0" y="T1"/>
              </a:cxn>
              <a:cxn ang="T5">
                <a:pos x="T2" y="T3"/>
              </a:cxn>
            </a:cxnLst>
            <a:rect l="T6" t="T7" r="T8" b="T9"/>
            <a:pathLst>
              <a:path w="160" h="576">
                <a:moveTo>
                  <a:pt x="0" y="0"/>
                </a:moveTo>
                <a:cubicBezTo>
                  <a:pt x="80" y="240"/>
                  <a:pt x="160" y="480"/>
                  <a:pt x="0" y="576"/>
                </a:cubicBez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35" name="Freeform 14">
            <a:extLst>
              <a:ext uri="{FF2B5EF4-FFF2-40B4-BE49-F238E27FC236}">
                <a16:creationId xmlns:a16="http://schemas.microsoft.com/office/drawing/2014/main" id="{B8B0AE8E-0243-43DB-8749-EE8E22A8084E}"/>
              </a:ext>
            </a:extLst>
          </p:cNvPr>
          <p:cNvSpPr>
            <a:spLocks/>
          </p:cNvSpPr>
          <p:nvPr/>
        </p:nvSpPr>
        <p:spPr bwMode="auto">
          <a:xfrm>
            <a:off x="6745921" y="3851553"/>
            <a:ext cx="2895600" cy="914400"/>
          </a:xfrm>
          <a:custGeom>
            <a:avLst/>
            <a:gdLst>
              <a:gd name="T0" fmla="*/ 2147483646 w 1824"/>
              <a:gd name="T1" fmla="*/ 0 h 576"/>
              <a:gd name="T2" fmla="*/ 2147483646 w 1824"/>
              <a:gd name="T3" fmla="*/ 2147483646 h 576"/>
              <a:gd name="T4" fmla="*/ 0 w 1824"/>
              <a:gd name="T5" fmla="*/ 2147483646 h 576"/>
              <a:gd name="T6" fmla="*/ 0 w 1824"/>
              <a:gd name="T7" fmla="*/ 2147483646 h 576"/>
              <a:gd name="T8" fmla="*/ 2147483646 w 1824"/>
              <a:gd name="T9" fmla="*/ 2147483646 h 576"/>
              <a:gd name="T10" fmla="*/ 0 60000 65536"/>
              <a:gd name="T11" fmla="*/ 0 60000 65536"/>
              <a:gd name="T12" fmla="*/ 0 60000 65536"/>
              <a:gd name="T13" fmla="*/ 0 60000 65536"/>
              <a:gd name="T14" fmla="*/ 0 60000 65536"/>
              <a:gd name="T15" fmla="*/ 0 w 1824"/>
              <a:gd name="T16" fmla="*/ 0 h 576"/>
              <a:gd name="T17" fmla="*/ 1824 w 1824"/>
              <a:gd name="T18" fmla="*/ 576 h 576"/>
            </a:gdLst>
            <a:ahLst/>
            <a:cxnLst>
              <a:cxn ang="T10">
                <a:pos x="T0" y="T1"/>
              </a:cxn>
              <a:cxn ang="T11">
                <a:pos x="T2" y="T3"/>
              </a:cxn>
              <a:cxn ang="T12">
                <a:pos x="T4" y="T5"/>
              </a:cxn>
              <a:cxn ang="T13">
                <a:pos x="T6" y="T7"/>
              </a:cxn>
              <a:cxn ang="T14">
                <a:pos x="T8" y="T9"/>
              </a:cxn>
            </a:cxnLst>
            <a:rect l="T15" t="T16" r="T17" b="T18"/>
            <a:pathLst>
              <a:path w="1824" h="576">
                <a:moveTo>
                  <a:pt x="1824" y="0"/>
                </a:moveTo>
                <a:lnTo>
                  <a:pt x="1824" y="576"/>
                </a:lnTo>
                <a:lnTo>
                  <a:pt x="0" y="576"/>
                </a:lnTo>
                <a:lnTo>
                  <a:pt x="0" y="192"/>
                </a:lnTo>
                <a:lnTo>
                  <a:pt x="384" y="192"/>
                </a:lnTo>
              </a:path>
            </a:pathLst>
          </a:custGeom>
          <a:noFill/>
          <a:ln w="57150">
            <a:solidFill>
              <a:schemeClr val="hlink"/>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36" name="Textfeld 2">
            <a:extLst>
              <a:ext uri="{FF2B5EF4-FFF2-40B4-BE49-F238E27FC236}">
                <a16:creationId xmlns:a16="http://schemas.microsoft.com/office/drawing/2014/main" id="{563B07CA-9FE6-426E-843F-8BC7C550B20F}"/>
              </a:ext>
            </a:extLst>
          </p:cNvPr>
          <p:cNvSpPr txBox="1">
            <a:spLocks noChangeArrowheads="1"/>
          </p:cNvSpPr>
          <p:nvPr/>
        </p:nvSpPr>
        <p:spPr bwMode="auto">
          <a:xfrm>
            <a:off x="5419361" y="5433120"/>
            <a:ext cx="61750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de-DE" altLang="de-DE" sz="2000" b="1" dirty="0">
                <a:solidFill>
                  <a:srgbClr val="FF0000"/>
                </a:solidFill>
                <a:sym typeface="Wingdings" panose="05000000000000000000" pitchFamily="2" charset="2"/>
              </a:rPr>
              <a:t></a:t>
            </a:r>
            <a:r>
              <a:rPr lang="de-DE" altLang="de-DE" sz="2000" b="1" dirty="0">
                <a:solidFill>
                  <a:srgbClr val="FF0000"/>
                </a:solidFill>
              </a:rPr>
              <a:t> ermöglicht eine Speicherung von Zuständen</a:t>
            </a:r>
          </a:p>
        </p:txBody>
      </p:sp>
      <p:pic>
        <p:nvPicPr>
          <p:cNvPr id="37" name="Grafik 36">
            <a:extLst>
              <a:ext uri="{FF2B5EF4-FFF2-40B4-BE49-F238E27FC236}">
                <a16:creationId xmlns:a16="http://schemas.microsoft.com/office/drawing/2014/main" id="{5A70405B-86E2-4BAB-BE46-B478E9C2D6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33360" y="381001"/>
            <a:ext cx="525054" cy="1235797"/>
          </a:xfrm>
          <a:prstGeom prst="rect">
            <a:avLst/>
          </a:prstGeom>
        </p:spPr>
      </p:pic>
    </p:spTree>
    <p:extLst>
      <p:ext uri="{BB962C8B-B14F-4D97-AF65-F5344CB8AC3E}">
        <p14:creationId xmlns:p14="http://schemas.microsoft.com/office/powerpoint/2010/main" val="1619632878"/>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Alarmanlage als zustandsbasiertes</a:t>
            </a:r>
            <a:br>
              <a:rPr lang="de-DE" sz="3600" dirty="0"/>
            </a:br>
            <a:r>
              <a:rPr lang="de-DE" sz="3600" dirty="0"/>
              <a:t>System</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523220"/>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endParaRPr lang="de-DE" sz="1400" dirty="0">
              <a:latin typeface="Arial" panose="020B0604020202020204" pitchFamily="34" charset="0"/>
              <a:cs typeface="Arial" panose="020B0604020202020204" pitchFamily="34" charset="0"/>
            </a:endParaRPr>
          </a:p>
        </p:txBody>
      </p:sp>
      <p:sp>
        <p:nvSpPr>
          <p:cNvPr id="15" name="Textplatzhalter 2">
            <a:extLst>
              <a:ext uri="{FF2B5EF4-FFF2-40B4-BE49-F238E27FC236}">
                <a16:creationId xmlns:a16="http://schemas.microsoft.com/office/drawing/2014/main" id="{A6ECD148-72E8-49C1-9647-E1DA8642DDE7}"/>
              </a:ext>
            </a:extLst>
          </p:cNvPr>
          <p:cNvSpPr txBox="1">
            <a:spLocks/>
          </p:cNvSpPr>
          <p:nvPr/>
        </p:nvSpPr>
        <p:spPr>
          <a:xfrm>
            <a:off x="839788" y="2057400"/>
            <a:ext cx="3932237" cy="3811588"/>
          </a:xfrm>
          <a:prstGeom prst="rect">
            <a:avLst/>
          </a:prstGeom>
          <a:solidFill>
            <a:schemeClr val="accent6">
              <a:lumMod val="40000"/>
              <a:lumOff val="60000"/>
            </a:schemeClr>
          </a:solidFill>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altLang="de-DE" dirty="0"/>
              <a:t>Durch einen Alarmsensor soll eine Sirene aktiviert werden, die erst durch ein manuelles „Rücksetzen“ wieder verstummt!</a:t>
            </a:r>
          </a:p>
          <a:p>
            <a:pPr>
              <a:spcBef>
                <a:spcPct val="50000"/>
              </a:spcBef>
              <a:buClr>
                <a:schemeClr val="folHlink"/>
              </a:buClr>
              <a:buFont typeface="Arial" panose="020B0604020202020204" pitchFamily="34" charset="0"/>
              <a:buNone/>
            </a:pPr>
            <a:r>
              <a:rPr lang="de-DE" altLang="de-DE" dirty="0">
                <a:solidFill>
                  <a:schemeClr val="tx2"/>
                </a:solidFill>
              </a:rPr>
              <a:t>Steuersignale (Eingang):</a:t>
            </a:r>
          </a:p>
          <a:p>
            <a:pPr>
              <a:spcBef>
                <a:spcPct val="50000"/>
              </a:spcBef>
              <a:buClr>
                <a:schemeClr val="folHlink"/>
              </a:buClr>
              <a:buFont typeface="Arial" panose="020B0604020202020204" pitchFamily="34" charset="0"/>
              <a:buNone/>
            </a:pPr>
            <a:r>
              <a:rPr lang="de-DE" altLang="de-DE" dirty="0"/>
              <a:t>S = 1:  Alarm auslösen (Setzen)</a:t>
            </a:r>
          </a:p>
          <a:p>
            <a:pPr>
              <a:spcBef>
                <a:spcPct val="50000"/>
              </a:spcBef>
              <a:buClr>
                <a:schemeClr val="folHlink"/>
              </a:buClr>
              <a:buFont typeface="Arial" panose="020B0604020202020204" pitchFamily="34" charset="0"/>
              <a:buNone/>
            </a:pPr>
            <a:r>
              <a:rPr lang="de-DE" altLang="de-DE" dirty="0"/>
              <a:t>R = 1:  Rücksetzen</a:t>
            </a:r>
          </a:p>
          <a:p>
            <a:pPr>
              <a:spcBef>
                <a:spcPct val="50000"/>
              </a:spcBef>
              <a:buClr>
                <a:schemeClr val="folHlink"/>
              </a:buClr>
              <a:buFont typeface="Arial" panose="020B0604020202020204" pitchFamily="34" charset="0"/>
              <a:buNone/>
            </a:pPr>
            <a:r>
              <a:rPr lang="de-DE" altLang="de-DE" dirty="0">
                <a:solidFill>
                  <a:schemeClr val="tx2"/>
                </a:solidFill>
              </a:rPr>
              <a:t>Zustandsvariable (Ausgang):</a:t>
            </a:r>
          </a:p>
          <a:p>
            <a:pPr>
              <a:spcBef>
                <a:spcPct val="50000"/>
              </a:spcBef>
              <a:buClr>
                <a:schemeClr val="folHlink"/>
              </a:buClr>
              <a:buFont typeface="Arial" panose="020B0604020202020204" pitchFamily="34" charset="0"/>
              <a:buNone/>
            </a:pPr>
            <a:r>
              <a:rPr lang="de-DE" altLang="de-DE" dirty="0"/>
              <a:t>Q = 0: „Sirene aus“ / Q = 1: „Sirene an“</a:t>
            </a:r>
          </a:p>
          <a:p>
            <a:pPr>
              <a:spcBef>
                <a:spcPct val="50000"/>
              </a:spcBef>
              <a:buClr>
                <a:schemeClr val="folHlink"/>
              </a:buClr>
              <a:buFont typeface="Arial" panose="020B0604020202020204" pitchFamily="34" charset="0"/>
              <a:buNone/>
            </a:pPr>
            <a:r>
              <a:rPr lang="de-DE" altLang="de-DE" dirty="0"/>
              <a:t>Erstellen Sie zum Sachverhalt eine WWT</a:t>
            </a:r>
          </a:p>
        </p:txBody>
      </p:sp>
      <p:sp>
        <p:nvSpPr>
          <p:cNvPr id="21" name="Oval 1028">
            <a:extLst>
              <a:ext uri="{FF2B5EF4-FFF2-40B4-BE49-F238E27FC236}">
                <a16:creationId xmlns:a16="http://schemas.microsoft.com/office/drawing/2014/main" id="{EE7FC486-40D5-434D-A0CD-FC91547CAAD0}"/>
              </a:ext>
            </a:extLst>
          </p:cNvPr>
          <p:cNvSpPr>
            <a:spLocks noChangeArrowheads="1"/>
          </p:cNvSpPr>
          <p:nvPr/>
        </p:nvSpPr>
        <p:spPr bwMode="auto">
          <a:xfrm>
            <a:off x="10120134" y="3233228"/>
            <a:ext cx="861434" cy="789891"/>
          </a:xfrm>
          <a:prstGeom prst="ellipse">
            <a:avLst/>
          </a:prstGeom>
          <a:solidFill>
            <a:srgbClr val="FED7D6"/>
          </a:solidFill>
          <a:ln w="9525">
            <a:solidFill>
              <a:schemeClr val="tx1"/>
            </a:solidFill>
            <a:round/>
            <a:headEnd/>
            <a:tailEnd/>
          </a:ln>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2" name="Oval 1029">
            <a:extLst>
              <a:ext uri="{FF2B5EF4-FFF2-40B4-BE49-F238E27FC236}">
                <a16:creationId xmlns:a16="http://schemas.microsoft.com/office/drawing/2014/main" id="{98A8D031-9451-4590-B947-77AF39494653}"/>
              </a:ext>
            </a:extLst>
          </p:cNvPr>
          <p:cNvSpPr>
            <a:spLocks noChangeArrowheads="1"/>
          </p:cNvSpPr>
          <p:nvPr/>
        </p:nvSpPr>
        <p:spPr bwMode="auto">
          <a:xfrm>
            <a:off x="7599464" y="3252641"/>
            <a:ext cx="861434" cy="790313"/>
          </a:xfrm>
          <a:prstGeom prst="ellipse">
            <a:avLst/>
          </a:prstGeom>
          <a:solidFill>
            <a:srgbClr val="99FFCC"/>
          </a:solidFill>
          <a:ln w="9525">
            <a:solidFill>
              <a:schemeClr val="tx1"/>
            </a:solidFill>
            <a:round/>
            <a:headEnd/>
            <a:tailEnd/>
          </a:ln>
        </p:spPr>
        <p:txBody>
          <a:bodyPr wrap="square" anchor="ct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fr-FR" altLang="de-DE"/>
          </a:p>
        </p:txBody>
      </p:sp>
      <p:sp>
        <p:nvSpPr>
          <p:cNvPr id="23" name="Text Box 1030">
            <a:extLst>
              <a:ext uri="{FF2B5EF4-FFF2-40B4-BE49-F238E27FC236}">
                <a16:creationId xmlns:a16="http://schemas.microsoft.com/office/drawing/2014/main" id="{D645988B-EEBC-4840-AD7E-E8B4E17B52C7}"/>
              </a:ext>
            </a:extLst>
          </p:cNvPr>
          <p:cNvSpPr txBox="1">
            <a:spLocks noChangeArrowheads="1"/>
          </p:cNvSpPr>
          <p:nvPr/>
        </p:nvSpPr>
        <p:spPr bwMode="auto">
          <a:xfrm>
            <a:off x="8361466" y="2715019"/>
            <a:ext cx="1754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400"/>
              <a:t>Alarm</a:t>
            </a:r>
          </a:p>
        </p:txBody>
      </p:sp>
      <p:cxnSp>
        <p:nvCxnSpPr>
          <p:cNvPr id="24" name="AutoShape 1031">
            <a:extLst>
              <a:ext uri="{FF2B5EF4-FFF2-40B4-BE49-F238E27FC236}">
                <a16:creationId xmlns:a16="http://schemas.microsoft.com/office/drawing/2014/main" id="{EB59A05C-84CA-40BA-A068-12C7C5B29E5B}"/>
              </a:ext>
            </a:extLst>
          </p:cNvPr>
          <p:cNvCxnSpPr>
            <a:cxnSpLocks noChangeShapeType="1"/>
          </p:cNvCxnSpPr>
          <p:nvPr/>
        </p:nvCxnSpPr>
        <p:spPr bwMode="auto">
          <a:xfrm rot="5400000" flipV="1">
            <a:off x="9276659" y="2358626"/>
            <a:ext cx="1588" cy="1984375"/>
          </a:xfrm>
          <a:prstGeom prst="curvedConnector3">
            <a:avLst>
              <a:gd name="adj1" fmla="val -19300009"/>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 name="AutoShape 1032">
            <a:extLst>
              <a:ext uri="{FF2B5EF4-FFF2-40B4-BE49-F238E27FC236}">
                <a16:creationId xmlns:a16="http://schemas.microsoft.com/office/drawing/2014/main" id="{A50ACF15-E83A-45BD-A300-D8DDD95D3234}"/>
              </a:ext>
            </a:extLst>
          </p:cNvPr>
          <p:cNvCxnSpPr>
            <a:cxnSpLocks noChangeShapeType="1"/>
          </p:cNvCxnSpPr>
          <p:nvPr/>
        </p:nvCxnSpPr>
        <p:spPr bwMode="auto">
          <a:xfrm rot="5400000">
            <a:off x="9276659" y="2942826"/>
            <a:ext cx="1588" cy="1984375"/>
          </a:xfrm>
          <a:prstGeom prst="curvedConnector3">
            <a:avLst>
              <a:gd name="adj1" fmla="val 19300009"/>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6" name="Text Box 1034">
            <a:extLst>
              <a:ext uri="{FF2B5EF4-FFF2-40B4-BE49-F238E27FC236}">
                <a16:creationId xmlns:a16="http://schemas.microsoft.com/office/drawing/2014/main" id="{3C6C4273-7B4D-49EF-92FE-C54567EB67EE}"/>
              </a:ext>
            </a:extLst>
          </p:cNvPr>
          <p:cNvSpPr txBox="1">
            <a:spLocks noChangeArrowheads="1"/>
          </p:cNvSpPr>
          <p:nvPr/>
        </p:nvSpPr>
        <p:spPr bwMode="auto">
          <a:xfrm>
            <a:off x="7585177" y="3394470"/>
            <a:ext cx="8524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600"/>
              <a:t>Sirene aus</a:t>
            </a:r>
          </a:p>
        </p:txBody>
      </p:sp>
      <p:sp>
        <p:nvSpPr>
          <p:cNvPr id="27" name="Line 1035">
            <a:extLst>
              <a:ext uri="{FF2B5EF4-FFF2-40B4-BE49-F238E27FC236}">
                <a16:creationId xmlns:a16="http://schemas.microsoft.com/office/drawing/2014/main" id="{C1BBBD0A-4DD4-4BB4-97C5-8F929ABBEA0F}"/>
              </a:ext>
            </a:extLst>
          </p:cNvPr>
          <p:cNvSpPr>
            <a:spLocks noChangeShapeType="1"/>
          </p:cNvSpPr>
          <p:nvPr/>
        </p:nvSpPr>
        <p:spPr bwMode="auto">
          <a:xfrm>
            <a:off x="7218465" y="3629419"/>
            <a:ext cx="36671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de-DE"/>
          </a:p>
        </p:txBody>
      </p:sp>
      <p:sp>
        <p:nvSpPr>
          <p:cNvPr id="28" name="Text Box 1040">
            <a:extLst>
              <a:ext uri="{FF2B5EF4-FFF2-40B4-BE49-F238E27FC236}">
                <a16:creationId xmlns:a16="http://schemas.microsoft.com/office/drawing/2014/main" id="{C3F4473C-E7FE-4DF6-B62E-DB03C809592C}"/>
              </a:ext>
            </a:extLst>
          </p:cNvPr>
          <p:cNvSpPr txBox="1">
            <a:spLocks noChangeArrowheads="1"/>
          </p:cNvSpPr>
          <p:nvPr/>
        </p:nvSpPr>
        <p:spPr bwMode="auto">
          <a:xfrm>
            <a:off x="8666266" y="4239019"/>
            <a:ext cx="12207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400"/>
              <a:t>Rücksetzen</a:t>
            </a:r>
          </a:p>
        </p:txBody>
      </p:sp>
      <p:sp>
        <p:nvSpPr>
          <p:cNvPr id="29" name="AutoShape 1042">
            <a:extLst>
              <a:ext uri="{FF2B5EF4-FFF2-40B4-BE49-F238E27FC236}">
                <a16:creationId xmlns:a16="http://schemas.microsoft.com/office/drawing/2014/main" id="{B67F3AAE-B1C3-4892-810E-D9E838C19385}"/>
              </a:ext>
            </a:extLst>
          </p:cNvPr>
          <p:cNvSpPr>
            <a:spLocks noChangeArrowheads="1"/>
          </p:cNvSpPr>
          <p:nvPr/>
        </p:nvSpPr>
        <p:spPr bwMode="auto">
          <a:xfrm>
            <a:off x="5249965" y="3946919"/>
            <a:ext cx="2209800" cy="381000"/>
          </a:xfrm>
          <a:prstGeom prst="wedgeRoundRectCallout">
            <a:avLst>
              <a:gd name="adj1" fmla="val 45833"/>
              <a:gd name="adj2" fmla="val -104583"/>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dirty="0">
                <a:cs typeface="Times New Roman" panose="02020603050405020304" pitchFamily="18" charset="0"/>
              </a:rPr>
              <a:t>Anfangszustand</a:t>
            </a:r>
            <a:endParaRPr kumimoji="1" lang="de-AT" altLang="de-DE" sz="1800" dirty="0">
              <a:latin typeface="Arial" panose="020B0604020202020204" pitchFamily="34" charset="0"/>
            </a:endParaRPr>
          </a:p>
        </p:txBody>
      </p:sp>
      <p:sp>
        <p:nvSpPr>
          <p:cNvPr id="30" name="AutoShape 1043">
            <a:extLst>
              <a:ext uri="{FF2B5EF4-FFF2-40B4-BE49-F238E27FC236}">
                <a16:creationId xmlns:a16="http://schemas.microsoft.com/office/drawing/2014/main" id="{1174A08B-3AD5-4D50-ABFF-22FE8D251A25}"/>
              </a:ext>
            </a:extLst>
          </p:cNvPr>
          <p:cNvSpPr>
            <a:spLocks noChangeArrowheads="1"/>
          </p:cNvSpPr>
          <p:nvPr/>
        </p:nvSpPr>
        <p:spPr bwMode="auto">
          <a:xfrm>
            <a:off x="9506052" y="2199082"/>
            <a:ext cx="2286000" cy="328612"/>
          </a:xfrm>
          <a:prstGeom prst="wedgeRoundRectCallout">
            <a:avLst>
              <a:gd name="adj1" fmla="val -47153"/>
              <a:gd name="adj2" fmla="val 146620"/>
              <a:gd name="adj3" fmla="val 16667"/>
            </a:avLst>
          </a:prstGeom>
          <a:solidFill>
            <a:srgbClr val="FDFDCB"/>
          </a:solidFill>
          <a:ln w="9525">
            <a:solidFill>
              <a:srgbClr val="000000"/>
            </a:solidFill>
            <a:miter lim="800000"/>
            <a:headEnd/>
            <a:tailEnd/>
          </a:ln>
        </p:spPr>
        <p:txBody>
          <a:bodyPr lIns="18000" tIns="10800" rIns="18000" bIns="108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800">
                <a:cs typeface="Times New Roman" panose="02020603050405020304" pitchFamily="18" charset="0"/>
              </a:rPr>
              <a:t>auslösende Aktion</a:t>
            </a:r>
            <a:endParaRPr kumimoji="1" lang="de-AT" altLang="de-DE" sz="1800">
              <a:latin typeface="Arial" panose="020B0604020202020204" pitchFamily="34" charset="0"/>
            </a:endParaRPr>
          </a:p>
        </p:txBody>
      </p:sp>
      <p:sp>
        <p:nvSpPr>
          <p:cNvPr id="31" name="Text Box 1034">
            <a:extLst>
              <a:ext uri="{FF2B5EF4-FFF2-40B4-BE49-F238E27FC236}">
                <a16:creationId xmlns:a16="http://schemas.microsoft.com/office/drawing/2014/main" id="{1F8843AF-3916-41ED-B893-DC563A533E86}"/>
              </a:ext>
            </a:extLst>
          </p:cNvPr>
          <p:cNvSpPr txBox="1">
            <a:spLocks noChangeArrowheads="1"/>
          </p:cNvSpPr>
          <p:nvPr/>
        </p:nvSpPr>
        <p:spPr bwMode="auto">
          <a:xfrm>
            <a:off x="10115652" y="3365895"/>
            <a:ext cx="8524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600"/>
              <a:t>Sirene an</a:t>
            </a:r>
          </a:p>
        </p:txBody>
      </p:sp>
      <p:sp>
        <p:nvSpPr>
          <p:cNvPr id="32" name="AutoShape 1043">
            <a:extLst>
              <a:ext uri="{FF2B5EF4-FFF2-40B4-BE49-F238E27FC236}">
                <a16:creationId xmlns:a16="http://schemas.microsoft.com/office/drawing/2014/main" id="{87139903-C179-4374-B0BE-C0E509328E88}"/>
              </a:ext>
            </a:extLst>
          </p:cNvPr>
          <p:cNvSpPr>
            <a:spLocks noChangeArrowheads="1"/>
          </p:cNvSpPr>
          <p:nvPr/>
        </p:nvSpPr>
        <p:spPr bwMode="auto">
          <a:xfrm>
            <a:off x="6455305" y="2315782"/>
            <a:ext cx="2209800" cy="364650"/>
          </a:xfrm>
          <a:prstGeom prst="wedgeRoundRectCallout">
            <a:avLst>
              <a:gd name="adj1" fmla="val 9412"/>
              <a:gd name="adj2" fmla="val -36514"/>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kumimoji="1" lang="de-AT" altLang="de-DE" sz="2000">
                <a:cs typeface="Times New Roman" panose="02020603050405020304" pitchFamily="18" charset="0"/>
              </a:rPr>
              <a:t>Zustandsgraph</a:t>
            </a:r>
            <a:r>
              <a:rPr kumimoji="1" lang="de-AT" altLang="de-DE" sz="1800">
                <a:cs typeface="Times New Roman" panose="02020603050405020304" pitchFamily="18" charset="0"/>
              </a:rPr>
              <a:t>:</a:t>
            </a:r>
            <a:endParaRPr kumimoji="1" lang="de-AT" altLang="de-DE" sz="1800">
              <a:latin typeface="Arial" panose="020B0604020202020204" pitchFamily="34" charset="0"/>
            </a:endParaRPr>
          </a:p>
        </p:txBody>
      </p:sp>
      <p:pic>
        <p:nvPicPr>
          <p:cNvPr id="2" name="Grafik 1">
            <a:extLst>
              <a:ext uri="{FF2B5EF4-FFF2-40B4-BE49-F238E27FC236}">
                <a16:creationId xmlns:a16="http://schemas.microsoft.com/office/drawing/2014/main" id="{17A5AE6F-9DFD-42C1-8286-358908625776}"/>
              </a:ext>
            </a:extLst>
          </p:cNvPr>
          <p:cNvPicPr>
            <a:picLocks noChangeAspect="1"/>
          </p:cNvPicPr>
          <p:nvPr/>
        </p:nvPicPr>
        <p:blipFill rotWithShape="1">
          <a:blip r:embed="rId2"/>
          <a:srcRect l="4477" t="19949" r="2798" b="-12169"/>
          <a:stretch/>
        </p:blipFill>
        <p:spPr>
          <a:xfrm>
            <a:off x="4812725" y="5398619"/>
            <a:ext cx="7296346" cy="527109"/>
          </a:xfrm>
          <a:prstGeom prst="rect">
            <a:avLst/>
          </a:prstGeom>
        </p:spPr>
      </p:pic>
      <p:sp>
        <p:nvSpPr>
          <p:cNvPr id="33" name="AutoShape 1042">
            <a:extLst>
              <a:ext uri="{FF2B5EF4-FFF2-40B4-BE49-F238E27FC236}">
                <a16:creationId xmlns:a16="http://schemas.microsoft.com/office/drawing/2014/main" id="{FB9934F1-FA70-4518-BE0E-74E64DE91AB9}"/>
              </a:ext>
            </a:extLst>
          </p:cNvPr>
          <p:cNvSpPr>
            <a:spLocks noChangeArrowheads="1"/>
          </p:cNvSpPr>
          <p:nvPr/>
        </p:nvSpPr>
        <p:spPr bwMode="auto">
          <a:xfrm>
            <a:off x="4515445" y="4645418"/>
            <a:ext cx="1939860" cy="527110"/>
          </a:xfrm>
          <a:prstGeom prst="wedgeRoundRectCallout">
            <a:avLst>
              <a:gd name="adj1" fmla="val 1743"/>
              <a:gd name="adj2" fmla="val 94440"/>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400" dirty="0">
                <a:cs typeface="Times New Roman" panose="02020603050405020304" pitchFamily="18" charset="0"/>
              </a:rPr>
              <a:t>Set(Alarm auslösen </a:t>
            </a:r>
            <a:r>
              <a:rPr kumimoji="1" lang="de-AT" altLang="de-DE" sz="1400" dirty="0">
                <a:cs typeface="Times New Roman" panose="02020603050405020304" pitchFamily="18" charset="0"/>
                <a:sym typeface="Wingdings" panose="05000000000000000000" pitchFamily="2" charset="2"/>
              </a:rPr>
              <a:t> Sirene AN)</a:t>
            </a:r>
            <a:endParaRPr kumimoji="1" lang="de-AT" altLang="de-DE" sz="1400" dirty="0">
              <a:latin typeface="Arial" panose="020B0604020202020204" pitchFamily="34" charset="0"/>
            </a:endParaRPr>
          </a:p>
        </p:txBody>
      </p:sp>
      <p:sp>
        <p:nvSpPr>
          <p:cNvPr id="34" name="AutoShape 1042">
            <a:extLst>
              <a:ext uri="{FF2B5EF4-FFF2-40B4-BE49-F238E27FC236}">
                <a16:creationId xmlns:a16="http://schemas.microsoft.com/office/drawing/2014/main" id="{E5FB7C47-5934-411D-8AF6-7589F5AAB484}"/>
              </a:ext>
            </a:extLst>
          </p:cNvPr>
          <p:cNvSpPr>
            <a:spLocks noChangeArrowheads="1"/>
          </p:cNvSpPr>
          <p:nvPr/>
        </p:nvSpPr>
        <p:spPr bwMode="auto">
          <a:xfrm>
            <a:off x="6590275" y="4641265"/>
            <a:ext cx="1939860" cy="527110"/>
          </a:xfrm>
          <a:prstGeom prst="wedgeRoundRectCallout">
            <a:avLst>
              <a:gd name="adj1" fmla="val 1743"/>
              <a:gd name="adj2" fmla="val 94440"/>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400" dirty="0" err="1">
                <a:cs typeface="Times New Roman" panose="02020603050405020304" pitchFamily="18" charset="0"/>
              </a:rPr>
              <a:t>Reset</a:t>
            </a:r>
            <a:r>
              <a:rPr kumimoji="1" lang="de-AT" altLang="de-DE" sz="1400" dirty="0">
                <a:cs typeface="Times New Roman" panose="02020603050405020304" pitchFamily="18" charset="0"/>
              </a:rPr>
              <a:t> (Sirene ausschalten)</a:t>
            </a:r>
            <a:endParaRPr kumimoji="1" lang="de-AT" altLang="de-DE" sz="1400" dirty="0">
              <a:latin typeface="Arial" panose="020B0604020202020204" pitchFamily="34" charset="0"/>
            </a:endParaRPr>
          </a:p>
        </p:txBody>
      </p:sp>
      <p:sp>
        <p:nvSpPr>
          <p:cNvPr id="35" name="AutoShape 1042">
            <a:extLst>
              <a:ext uri="{FF2B5EF4-FFF2-40B4-BE49-F238E27FC236}">
                <a16:creationId xmlns:a16="http://schemas.microsoft.com/office/drawing/2014/main" id="{42D35638-0BB0-4980-B169-412EC923D0CC}"/>
              </a:ext>
            </a:extLst>
          </p:cNvPr>
          <p:cNvSpPr>
            <a:spLocks noChangeArrowheads="1"/>
          </p:cNvSpPr>
          <p:nvPr/>
        </p:nvSpPr>
        <p:spPr bwMode="auto">
          <a:xfrm>
            <a:off x="8570571" y="4641265"/>
            <a:ext cx="1939860" cy="527110"/>
          </a:xfrm>
          <a:prstGeom prst="wedgeRoundRectCallout">
            <a:avLst>
              <a:gd name="adj1" fmla="val 1743"/>
              <a:gd name="adj2" fmla="val 94440"/>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400" dirty="0">
                <a:cs typeface="Times New Roman" panose="02020603050405020304" pitchFamily="18" charset="0"/>
              </a:rPr>
              <a:t>Q(n) bisheriger Zustand</a:t>
            </a:r>
            <a:endParaRPr kumimoji="1" lang="de-AT" altLang="de-DE" sz="1400" dirty="0">
              <a:latin typeface="Arial" panose="020B0604020202020204" pitchFamily="34" charset="0"/>
            </a:endParaRPr>
          </a:p>
        </p:txBody>
      </p:sp>
      <p:sp>
        <p:nvSpPr>
          <p:cNvPr id="36" name="AutoShape 1042">
            <a:extLst>
              <a:ext uri="{FF2B5EF4-FFF2-40B4-BE49-F238E27FC236}">
                <a16:creationId xmlns:a16="http://schemas.microsoft.com/office/drawing/2014/main" id="{01604F66-2435-4F78-A570-FA51D92C4BB4}"/>
              </a:ext>
            </a:extLst>
          </p:cNvPr>
          <p:cNvSpPr>
            <a:spLocks noChangeArrowheads="1"/>
          </p:cNvSpPr>
          <p:nvPr/>
        </p:nvSpPr>
        <p:spPr bwMode="auto">
          <a:xfrm>
            <a:off x="10348385" y="4638587"/>
            <a:ext cx="1939860" cy="527110"/>
          </a:xfrm>
          <a:prstGeom prst="wedgeRoundRectCallout">
            <a:avLst>
              <a:gd name="adj1" fmla="val 1743"/>
              <a:gd name="adj2" fmla="val 94440"/>
              <a:gd name="adj3" fmla="val 16667"/>
            </a:avLst>
          </a:prstGeom>
          <a:solidFill>
            <a:srgbClr val="FDFDCB"/>
          </a:solidFill>
          <a:ln w="9525">
            <a:solidFill>
              <a:srgbClr val="000000"/>
            </a:solidFill>
            <a:miter lim="800000"/>
            <a:headEnd/>
            <a:tailEnd/>
          </a:ln>
        </p:spPr>
        <p:txBody>
          <a:bodyPr/>
          <a:lstStyle>
            <a:lvl1pPr indent="180975">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kumimoji="1" lang="de-AT" altLang="de-DE" sz="1400" dirty="0">
                <a:cs typeface="Times New Roman" panose="02020603050405020304" pitchFamily="18" charset="0"/>
              </a:rPr>
              <a:t>Q(n+1)</a:t>
            </a:r>
          </a:p>
          <a:p>
            <a:pPr algn="ctr">
              <a:spcBef>
                <a:spcPct val="0"/>
              </a:spcBef>
              <a:buClrTx/>
              <a:buSzTx/>
              <a:buFontTx/>
              <a:buNone/>
            </a:pPr>
            <a:r>
              <a:rPr kumimoji="1" lang="de-AT" altLang="de-DE" sz="1400" dirty="0">
                <a:latin typeface="Arial" panose="020B0604020202020204" pitchFamily="34" charset="0"/>
                <a:cs typeface="Times New Roman" panose="02020603050405020304" pitchFamily="18" charset="0"/>
              </a:rPr>
              <a:t>neuer Zustand</a:t>
            </a:r>
            <a:endParaRPr kumimoji="1" lang="de-AT" altLang="de-DE" sz="1400" dirty="0">
              <a:latin typeface="Arial" panose="020B0604020202020204" pitchFamily="34" charset="0"/>
            </a:endParaRPr>
          </a:p>
        </p:txBody>
      </p:sp>
      <p:pic>
        <p:nvPicPr>
          <p:cNvPr id="38" name="Grafik 37">
            <a:extLst>
              <a:ext uri="{FF2B5EF4-FFF2-40B4-BE49-F238E27FC236}">
                <a16:creationId xmlns:a16="http://schemas.microsoft.com/office/drawing/2014/main" id="{988AE9AA-6DA1-42FB-92CA-94F08688EB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2508" y="265963"/>
            <a:ext cx="1076780" cy="1443263"/>
          </a:xfrm>
          <a:prstGeom prst="rect">
            <a:avLst/>
          </a:prstGeom>
        </p:spPr>
      </p:pic>
    </p:spTree>
    <p:extLst>
      <p:ext uri="{BB962C8B-B14F-4D97-AF65-F5344CB8AC3E}">
        <p14:creationId xmlns:p14="http://schemas.microsoft.com/office/powerpoint/2010/main" val="124326670"/>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Alarmanlage als zustandsbasiertes</a:t>
            </a:r>
            <a:br>
              <a:rPr lang="de-DE" sz="3600" dirty="0"/>
            </a:br>
            <a:r>
              <a:rPr lang="de-DE" sz="3600" dirty="0"/>
              <a:t>System</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738664"/>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br>
              <a:rPr lang="de-DE" sz="1400" dirty="0"/>
            </a:br>
            <a:endParaRPr lang="de-DE" sz="1400" dirty="0">
              <a:latin typeface="Arial" panose="020B0604020202020204" pitchFamily="34" charset="0"/>
              <a:cs typeface="Arial" panose="020B0604020202020204" pitchFamily="34" charset="0"/>
            </a:endParaRPr>
          </a:p>
        </p:txBody>
      </p:sp>
      <p:pic>
        <p:nvPicPr>
          <p:cNvPr id="3" name="Grafik 2">
            <a:extLst>
              <a:ext uri="{FF2B5EF4-FFF2-40B4-BE49-F238E27FC236}">
                <a16:creationId xmlns:a16="http://schemas.microsoft.com/office/drawing/2014/main" id="{82657811-F3E8-4221-9628-54AEFCF0FD68}"/>
              </a:ext>
            </a:extLst>
          </p:cNvPr>
          <p:cNvPicPr>
            <a:picLocks noChangeAspect="1"/>
          </p:cNvPicPr>
          <p:nvPr/>
        </p:nvPicPr>
        <p:blipFill>
          <a:blip r:embed="rId2"/>
          <a:stretch>
            <a:fillRect/>
          </a:stretch>
        </p:blipFill>
        <p:spPr>
          <a:xfrm>
            <a:off x="155388" y="1546654"/>
            <a:ext cx="6433948" cy="4511410"/>
          </a:xfrm>
          <a:prstGeom prst="rect">
            <a:avLst/>
          </a:prstGeom>
        </p:spPr>
      </p:pic>
    </p:spTree>
    <p:extLst>
      <p:ext uri="{BB962C8B-B14F-4D97-AF65-F5344CB8AC3E}">
        <p14:creationId xmlns:p14="http://schemas.microsoft.com/office/powerpoint/2010/main" val="99484509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ODER-Selbsthalteschaltung</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738664"/>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br>
              <a:rPr lang="de-DE" sz="1400" dirty="0"/>
            </a:br>
            <a:endParaRPr lang="de-DE" sz="1400" dirty="0">
              <a:latin typeface="Arial" panose="020B0604020202020204" pitchFamily="34" charset="0"/>
              <a:cs typeface="Arial" panose="020B0604020202020204" pitchFamily="34" charset="0"/>
            </a:endParaRPr>
          </a:p>
        </p:txBody>
      </p:sp>
      <p:sp>
        <p:nvSpPr>
          <p:cNvPr id="8" name="Textplatzhalter 6">
            <a:extLst>
              <a:ext uri="{FF2B5EF4-FFF2-40B4-BE49-F238E27FC236}">
                <a16:creationId xmlns:a16="http://schemas.microsoft.com/office/drawing/2014/main" id="{8185F916-9E39-435C-B9E4-CF15356EFEF3}"/>
              </a:ext>
            </a:extLst>
          </p:cNvPr>
          <p:cNvSpPr txBox="1">
            <a:spLocks/>
          </p:cNvSpPr>
          <p:nvPr/>
        </p:nvSpPr>
        <p:spPr>
          <a:xfrm>
            <a:off x="245900" y="1646238"/>
            <a:ext cx="3932237" cy="3811588"/>
          </a:xfrm>
          <a:prstGeom prst="rect">
            <a:avLst/>
          </a:prstGeom>
          <a:solidFill>
            <a:srgbClr val="70AD47">
              <a:lumMod val="40000"/>
              <a:lumOff val="60000"/>
            </a:srgb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285750" marR="0" lvl="0" indent="-285750" algn="l" defTabSz="914400" rtl="0" eaLnBrk="1" fontAlgn="auto" latinLnBrk="0" hangingPunct="1">
              <a:lnSpc>
                <a:spcPct val="150000"/>
              </a:lnSpc>
              <a:spcBef>
                <a:spcPts val="1000"/>
              </a:spcBef>
              <a:spcAft>
                <a:spcPts val="0"/>
              </a:spcAft>
              <a:buClrTx/>
              <a:buSzTx/>
              <a:buFont typeface="Symbol" panose="05050102010706020507" pitchFamily="18" charset="2"/>
              <a:buChar char="-"/>
              <a:tabLst/>
              <a:defRPr/>
            </a:pPr>
            <a: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Entwickeln Sie mit einem ODER-Gatter eine „Selbsthalte“-Schaltung, die bei einem Alarmsignal den Ausgang dauerhaft auf 1 setzt!</a:t>
            </a:r>
            <a:endParaRPr kumimoji="0" lang="de-DE" sz="16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9" name="Text Box 10">
            <a:extLst>
              <a:ext uri="{FF2B5EF4-FFF2-40B4-BE49-F238E27FC236}">
                <a16:creationId xmlns:a16="http://schemas.microsoft.com/office/drawing/2014/main" id="{5C209CB7-DA01-4B8D-A38A-095543FD1B60}"/>
              </a:ext>
            </a:extLst>
          </p:cNvPr>
          <p:cNvSpPr txBox="1">
            <a:spLocks noChangeArrowheads="1"/>
          </p:cNvSpPr>
          <p:nvPr/>
        </p:nvSpPr>
        <p:spPr bwMode="auto">
          <a:xfrm>
            <a:off x="8040216" y="3212976"/>
            <a:ext cx="685800" cy="914400"/>
          </a:xfrm>
          <a:prstGeom prst="rect">
            <a:avLst/>
          </a:prstGeom>
          <a:solidFill>
            <a:srgbClr val="EAEAEA"/>
          </a:solidFill>
          <a:ln w="1270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b="1" dirty="0">
                <a:latin typeface="Arial" panose="020B0604020202020204" pitchFamily="34" charset="0"/>
                <a:sym typeface="Symbol" panose="05050102010706020507" pitchFamily="18" charset="2"/>
              </a:rPr>
              <a:t></a:t>
            </a:r>
            <a:r>
              <a:rPr lang="de-DE" altLang="de-DE" dirty="0">
                <a:latin typeface="Arial" panose="020B0604020202020204" pitchFamily="34" charset="0"/>
                <a:sym typeface="Symbol" panose="05050102010706020507" pitchFamily="18" charset="2"/>
              </a:rPr>
              <a:t>1</a:t>
            </a:r>
            <a:endParaRPr lang="de-DE" altLang="de-DE" dirty="0">
              <a:latin typeface="Arial" panose="020B0604020202020204" pitchFamily="34" charset="0"/>
            </a:endParaRPr>
          </a:p>
        </p:txBody>
      </p:sp>
      <p:sp>
        <p:nvSpPr>
          <p:cNvPr id="10" name="Line 12">
            <a:extLst>
              <a:ext uri="{FF2B5EF4-FFF2-40B4-BE49-F238E27FC236}">
                <a16:creationId xmlns:a16="http://schemas.microsoft.com/office/drawing/2014/main" id="{07BDA73E-5965-4E41-AA08-5B4566DD676D}"/>
              </a:ext>
            </a:extLst>
          </p:cNvPr>
          <p:cNvSpPr>
            <a:spLocks noChangeShapeType="1"/>
          </p:cNvSpPr>
          <p:nvPr/>
        </p:nvSpPr>
        <p:spPr bwMode="auto">
          <a:xfrm flipH="1">
            <a:off x="7278216" y="3898776"/>
            <a:ext cx="762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1" name="Line 13">
            <a:extLst>
              <a:ext uri="{FF2B5EF4-FFF2-40B4-BE49-F238E27FC236}">
                <a16:creationId xmlns:a16="http://schemas.microsoft.com/office/drawing/2014/main" id="{E11A7D77-20B5-4C2C-856A-F2438AC6F14F}"/>
              </a:ext>
            </a:extLst>
          </p:cNvPr>
          <p:cNvSpPr>
            <a:spLocks noChangeShapeType="1"/>
          </p:cNvSpPr>
          <p:nvPr/>
        </p:nvSpPr>
        <p:spPr bwMode="auto">
          <a:xfrm flipH="1">
            <a:off x="8726016" y="3670176"/>
            <a:ext cx="990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2" name="Text Box 14">
            <a:extLst>
              <a:ext uri="{FF2B5EF4-FFF2-40B4-BE49-F238E27FC236}">
                <a16:creationId xmlns:a16="http://schemas.microsoft.com/office/drawing/2014/main" id="{7B366523-C507-4932-8865-78758E2AC1AB}"/>
              </a:ext>
            </a:extLst>
          </p:cNvPr>
          <p:cNvSpPr txBox="1">
            <a:spLocks noChangeArrowheads="1"/>
          </p:cNvSpPr>
          <p:nvPr/>
        </p:nvSpPr>
        <p:spPr bwMode="auto">
          <a:xfrm>
            <a:off x="5830416" y="3670176"/>
            <a:ext cx="1371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dirty="0">
                <a:solidFill>
                  <a:schemeClr val="folHlink"/>
                </a:solidFill>
                <a:latin typeface="Arial" panose="020B0604020202020204" pitchFamily="34" charset="0"/>
              </a:rPr>
              <a:t>Eingang  S (Setzen)</a:t>
            </a:r>
          </a:p>
        </p:txBody>
      </p:sp>
      <p:sp>
        <p:nvSpPr>
          <p:cNvPr id="18" name="Text Box 15">
            <a:extLst>
              <a:ext uri="{FF2B5EF4-FFF2-40B4-BE49-F238E27FC236}">
                <a16:creationId xmlns:a16="http://schemas.microsoft.com/office/drawing/2014/main" id="{4E505683-5520-4BD9-9E1C-E8E21F86EFD6}"/>
              </a:ext>
            </a:extLst>
          </p:cNvPr>
          <p:cNvSpPr txBox="1">
            <a:spLocks noChangeArrowheads="1"/>
          </p:cNvSpPr>
          <p:nvPr/>
        </p:nvSpPr>
        <p:spPr bwMode="auto">
          <a:xfrm>
            <a:off x="9678516" y="3349501"/>
            <a:ext cx="1447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dirty="0">
                <a:latin typeface="Arial" panose="020B0604020202020204" pitchFamily="34" charset="0"/>
              </a:rPr>
              <a:t>Zustand  Q</a:t>
            </a:r>
            <a:br>
              <a:rPr lang="de-DE" altLang="de-DE" sz="1800" dirty="0">
                <a:latin typeface="Arial" panose="020B0604020202020204" pitchFamily="34" charset="0"/>
              </a:rPr>
            </a:br>
            <a:r>
              <a:rPr lang="de-DE" altLang="de-DE" sz="1800" dirty="0">
                <a:latin typeface="Arial" panose="020B0604020202020204" pitchFamily="34" charset="0"/>
              </a:rPr>
              <a:t>(Ausgang)</a:t>
            </a:r>
          </a:p>
        </p:txBody>
      </p:sp>
      <p:grpSp>
        <p:nvGrpSpPr>
          <p:cNvPr id="19" name="Gruppieren 18">
            <a:extLst>
              <a:ext uri="{FF2B5EF4-FFF2-40B4-BE49-F238E27FC236}">
                <a16:creationId xmlns:a16="http://schemas.microsoft.com/office/drawing/2014/main" id="{765D33D4-1327-4DD4-8364-ABE3AA371E47}"/>
              </a:ext>
            </a:extLst>
          </p:cNvPr>
          <p:cNvGrpSpPr/>
          <p:nvPr/>
        </p:nvGrpSpPr>
        <p:grpSpPr>
          <a:xfrm>
            <a:off x="7758258" y="2982403"/>
            <a:ext cx="1295400" cy="685800"/>
            <a:chOff x="7752928" y="2984376"/>
            <a:chExt cx="1295400" cy="685800"/>
          </a:xfrm>
        </p:grpSpPr>
        <p:sp>
          <p:nvSpPr>
            <p:cNvPr id="20" name="Line 10">
              <a:extLst>
                <a:ext uri="{FF2B5EF4-FFF2-40B4-BE49-F238E27FC236}">
                  <a16:creationId xmlns:a16="http://schemas.microsoft.com/office/drawing/2014/main" id="{B5F470E4-683E-49E3-9417-5A9086CC6AED}"/>
                </a:ext>
              </a:extLst>
            </p:cNvPr>
            <p:cNvSpPr>
              <a:spLocks noChangeShapeType="1"/>
            </p:cNvSpPr>
            <p:nvPr/>
          </p:nvSpPr>
          <p:spPr bwMode="auto">
            <a:xfrm>
              <a:off x="9048328" y="2984376"/>
              <a:ext cx="0" cy="6858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1" name="Line 11">
              <a:extLst>
                <a:ext uri="{FF2B5EF4-FFF2-40B4-BE49-F238E27FC236}">
                  <a16:creationId xmlns:a16="http://schemas.microsoft.com/office/drawing/2014/main" id="{30927B2A-6E45-4CF8-BFD6-0434B58561F4}"/>
                </a:ext>
              </a:extLst>
            </p:cNvPr>
            <p:cNvSpPr>
              <a:spLocks noChangeShapeType="1"/>
            </p:cNvSpPr>
            <p:nvPr/>
          </p:nvSpPr>
          <p:spPr bwMode="auto">
            <a:xfrm>
              <a:off x="7752928" y="2984376"/>
              <a:ext cx="0" cy="457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2" name="Line 12">
              <a:extLst>
                <a:ext uri="{FF2B5EF4-FFF2-40B4-BE49-F238E27FC236}">
                  <a16:creationId xmlns:a16="http://schemas.microsoft.com/office/drawing/2014/main" id="{AA0AB4B8-B736-41DE-BE2F-426BF90C99A6}"/>
                </a:ext>
              </a:extLst>
            </p:cNvPr>
            <p:cNvSpPr>
              <a:spLocks noChangeShapeType="1"/>
            </p:cNvSpPr>
            <p:nvPr/>
          </p:nvSpPr>
          <p:spPr bwMode="auto">
            <a:xfrm>
              <a:off x="7752928" y="2984376"/>
              <a:ext cx="129540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sp>
        <p:nvSpPr>
          <p:cNvPr id="23" name="Line 11">
            <a:extLst>
              <a:ext uri="{FF2B5EF4-FFF2-40B4-BE49-F238E27FC236}">
                <a16:creationId xmlns:a16="http://schemas.microsoft.com/office/drawing/2014/main" id="{2EFE738B-0332-46E3-B229-BCB8A8E93C57}"/>
              </a:ext>
            </a:extLst>
          </p:cNvPr>
          <p:cNvSpPr>
            <a:spLocks noChangeShapeType="1"/>
          </p:cNvSpPr>
          <p:nvPr/>
        </p:nvSpPr>
        <p:spPr bwMode="auto">
          <a:xfrm flipH="1">
            <a:off x="7758258" y="3439603"/>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pic>
        <p:nvPicPr>
          <p:cNvPr id="24" name="Grafik 23">
            <a:extLst>
              <a:ext uri="{FF2B5EF4-FFF2-40B4-BE49-F238E27FC236}">
                <a16:creationId xmlns:a16="http://schemas.microsoft.com/office/drawing/2014/main" id="{AD98F678-5269-4C72-8087-F580722B30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58258" y="231487"/>
            <a:ext cx="1076780" cy="1443263"/>
          </a:xfrm>
          <a:prstGeom prst="rect">
            <a:avLst/>
          </a:prstGeom>
        </p:spPr>
      </p:pic>
    </p:spTree>
    <p:extLst>
      <p:ext uri="{BB962C8B-B14F-4D97-AF65-F5344CB8AC3E}">
        <p14:creationId xmlns:p14="http://schemas.microsoft.com/office/powerpoint/2010/main" val="151345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ODER-Selbsthalteschaltung</a:t>
            </a:r>
            <a:br>
              <a:rPr lang="de-DE" sz="3600" dirty="0"/>
            </a:br>
            <a:r>
              <a:rPr lang="de-DE" altLang="de-DE" sz="3600" dirty="0"/>
              <a:t>... mit Rücksetz-Eingang</a:t>
            </a:r>
            <a:endParaRPr lang="de-DE" sz="3600"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738664"/>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br>
              <a:rPr lang="de-DE" sz="1400" dirty="0"/>
            </a:br>
            <a:endParaRPr lang="de-DE" sz="1400" dirty="0">
              <a:latin typeface="Arial" panose="020B0604020202020204" pitchFamily="34" charset="0"/>
              <a:cs typeface="Arial" panose="020B0604020202020204" pitchFamily="34" charset="0"/>
            </a:endParaRPr>
          </a:p>
        </p:txBody>
      </p:sp>
      <p:pic>
        <p:nvPicPr>
          <p:cNvPr id="24" name="Grafik 23">
            <a:extLst>
              <a:ext uri="{FF2B5EF4-FFF2-40B4-BE49-F238E27FC236}">
                <a16:creationId xmlns:a16="http://schemas.microsoft.com/office/drawing/2014/main" id="{AD98F678-5269-4C72-8087-F580722B30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58258" y="231487"/>
            <a:ext cx="1076780" cy="1443263"/>
          </a:xfrm>
          <a:prstGeom prst="rect">
            <a:avLst/>
          </a:prstGeom>
        </p:spPr>
      </p:pic>
      <p:sp>
        <p:nvSpPr>
          <p:cNvPr id="26" name="Textplatzhalter 5">
            <a:extLst>
              <a:ext uri="{FF2B5EF4-FFF2-40B4-BE49-F238E27FC236}">
                <a16:creationId xmlns:a16="http://schemas.microsoft.com/office/drawing/2014/main" id="{328C6892-3CEA-4637-9564-C8E8680CB766}"/>
              </a:ext>
            </a:extLst>
          </p:cNvPr>
          <p:cNvSpPr txBox="1">
            <a:spLocks/>
          </p:cNvSpPr>
          <p:nvPr/>
        </p:nvSpPr>
        <p:spPr>
          <a:xfrm>
            <a:off x="155388" y="2070688"/>
            <a:ext cx="3932237" cy="3811588"/>
          </a:xfrm>
          <a:prstGeom prst="rect">
            <a:avLst/>
          </a:prstGeom>
          <a:solidFill>
            <a:srgbClr val="70AD47">
              <a:lumMod val="40000"/>
              <a:lumOff val="60000"/>
            </a:srgb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285750" marR="0" lvl="0" indent="-285750" algn="l" defTabSz="914400" rtl="0" eaLnBrk="1" fontAlgn="auto" latinLnBrk="0" hangingPunct="1">
              <a:lnSpc>
                <a:spcPct val="150000"/>
              </a:lnSpc>
              <a:spcBef>
                <a:spcPts val="1000"/>
              </a:spcBef>
              <a:spcAft>
                <a:spcPts val="0"/>
              </a:spcAft>
              <a:buClrTx/>
              <a:buSzTx/>
              <a:buFont typeface="Symbol" panose="05050102010706020507" pitchFamily="18" charset="2"/>
              <a:buChar char="-"/>
              <a:tabLst/>
              <a:defRPr/>
            </a:pPr>
            <a:r>
              <a:rPr kumimoji="0" lang="de-DE" altLang="de-DE" sz="16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Ergänzen Sie einen Rücksetz-Eingang, um den Ausgang auf  Q = 0  zurück zu setzen.</a:t>
            </a:r>
            <a:endParaRPr kumimoji="0" lang="de-DE" sz="16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graphicFrame>
        <p:nvGraphicFramePr>
          <p:cNvPr id="27" name="Group 1134">
            <a:extLst>
              <a:ext uri="{FF2B5EF4-FFF2-40B4-BE49-F238E27FC236}">
                <a16:creationId xmlns:a16="http://schemas.microsoft.com/office/drawing/2014/main" id="{F12132F6-5A8C-482A-B54E-8E88DA3D2186}"/>
              </a:ext>
            </a:extLst>
          </p:cNvPr>
          <p:cNvGraphicFramePr>
            <a:graphicFrameLocks noGrp="1"/>
          </p:cNvGraphicFramePr>
          <p:nvPr>
            <p:extLst>
              <p:ext uri="{D42A27DB-BD31-4B8C-83A1-F6EECF244321}">
                <p14:modId xmlns:p14="http://schemas.microsoft.com/office/powerpoint/2010/main" val="3657322856"/>
              </p:ext>
            </p:extLst>
          </p:nvPr>
        </p:nvGraphicFramePr>
        <p:xfrm>
          <a:off x="573693" y="2944651"/>
          <a:ext cx="3310150" cy="2773386"/>
        </p:xfrm>
        <a:graphic>
          <a:graphicData uri="http://schemas.openxmlformats.org/drawingml/2006/table">
            <a:tbl>
              <a:tblPr/>
              <a:tblGrid>
                <a:gridCol w="643358">
                  <a:extLst>
                    <a:ext uri="{9D8B030D-6E8A-4147-A177-3AD203B41FA5}">
                      <a16:colId xmlns:a16="http://schemas.microsoft.com/office/drawing/2014/main" val="20000"/>
                    </a:ext>
                  </a:extLst>
                </a:gridCol>
                <a:gridCol w="643357">
                  <a:extLst>
                    <a:ext uri="{9D8B030D-6E8A-4147-A177-3AD203B41FA5}">
                      <a16:colId xmlns:a16="http://schemas.microsoft.com/office/drawing/2014/main" val="20001"/>
                    </a:ext>
                  </a:extLst>
                </a:gridCol>
                <a:gridCol w="1196747">
                  <a:extLst>
                    <a:ext uri="{9D8B030D-6E8A-4147-A177-3AD203B41FA5}">
                      <a16:colId xmlns:a16="http://schemas.microsoft.com/office/drawing/2014/main" val="20002"/>
                    </a:ext>
                  </a:extLst>
                </a:gridCol>
                <a:gridCol w="826688">
                  <a:extLst>
                    <a:ext uri="{9D8B030D-6E8A-4147-A177-3AD203B41FA5}">
                      <a16:colId xmlns:a16="http://schemas.microsoft.com/office/drawing/2014/main" val="20003"/>
                    </a:ext>
                  </a:extLst>
                </a:gridCol>
              </a:tblGrid>
              <a:tr h="396195">
                <a:tc gridSpan="4">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T="45699" marB="45699" horzOverflow="overflow">
                    <a:lnL cap="flat">
                      <a:noFill/>
                    </a:lnL>
                    <a:lnR cap="flat">
                      <a:noFill/>
                    </a:lnR>
                    <a:lnT cap="flat">
                      <a:noFill/>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10000"/>
                  </a:ext>
                </a:extLst>
              </a:tr>
              <a:tr h="39619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a:ln>
                            <a:noFill/>
                          </a:ln>
                          <a:solidFill>
                            <a:schemeClr val="folHlink"/>
                          </a:solidFill>
                          <a:effectLst/>
                          <a:latin typeface="Tahoma" pitchFamily="34" charset="0"/>
                        </a:rPr>
                        <a:t>S</a:t>
                      </a:r>
                    </a:p>
                  </a:txBody>
                  <a:tcPr marT="45699" marB="456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a:ln>
                            <a:noFill/>
                          </a:ln>
                          <a:solidFill>
                            <a:schemeClr val="folHlink"/>
                          </a:solidFill>
                          <a:effectLst/>
                          <a:latin typeface="Tahoma" pitchFamily="34" charset="0"/>
                        </a:rPr>
                        <a:t>R</a:t>
                      </a: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dirty="0">
                          <a:ln>
                            <a:noFill/>
                          </a:ln>
                          <a:solidFill>
                            <a:schemeClr val="tx1"/>
                          </a:solidFill>
                          <a:effectLst/>
                          <a:latin typeface="Tahoma" pitchFamily="34" charset="0"/>
                        </a:rPr>
                        <a:t>Q(n)</a:t>
                      </a:r>
                      <a:endParaRPr kumimoji="0" lang="de-DE" sz="2400" b="0" i="0" u="none" strike="noStrike" cap="none" normalizeH="0" baseline="-25000" dirty="0">
                        <a:ln>
                          <a:noFill/>
                        </a:ln>
                        <a:solidFill>
                          <a:schemeClr val="tx1"/>
                        </a:solidFill>
                        <a:effectLst/>
                        <a:latin typeface="Tahoma" pitchFamily="34" charset="0"/>
                      </a:endParaRPr>
                    </a:p>
                  </a:txBody>
                  <a:tcPr marT="45699" marB="45699"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1200" b="1" i="0" u="none" strike="noStrike" cap="none" normalizeH="0" baseline="0" dirty="0">
                          <a:ln>
                            <a:noFill/>
                          </a:ln>
                          <a:solidFill>
                            <a:schemeClr val="tx1"/>
                          </a:solidFill>
                          <a:effectLst/>
                          <a:latin typeface="Tahoma" pitchFamily="34" charset="0"/>
                        </a:rPr>
                        <a:t>Q(n+1)</a:t>
                      </a:r>
                    </a:p>
                  </a:txBody>
                  <a:tcPr marT="45699" marB="45699"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39619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marT="45699" marB="456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marT="45699" marB="45699"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T="45699" marB="45699"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39619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marT="45699" marB="456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1</a:t>
                      </a:r>
                    </a:p>
                  </a:txBody>
                  <a:tcPr marT="45699" marB="45699"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T="45699" marB="45699"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39619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marT="45699" marB="456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1</a:t>
                      </a: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beliebig</a:t>
                      </a:r>
                    </a:p>
                  </a:txBody>
                  <a:tcPr marT="45699" marB="45699"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T="45699" marB="45699"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39619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1</a:t>
                      </a:r>
                    </a:p>
                  </a:txBody>
                  <a:tcPr marT="45699" marB="456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beliebig</a:t>
                      </a:r>
                    </a:p>
                  </a:txBody>
                  <a:tcPr marT="45699" marB="45699"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a:ln>
                          <a:noFill/>
                        </a:ln>
                        <a:solidFill>
                          <a:schemeClr val="tx1"/>
                        </a:solidFill>
                        <a:effectLst/>
                        <a:latin typeface="Tahoma" pitchFamily="34" charset="0"/>
                      </a:endParaRPr>
                    </a:p>
                  </a:txBody>
                  <a:tcPr marT="45699" marB="45699"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396195">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1</a:t>
                      </a:r>
                    </a:p>
                  </a:txBody>
                  <a:tcPr marT="45699" marB="4569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1</a:t>
                      </a: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beliebig</a:t>
                      </a:r>
                    </a:p>
                  </a:txBody>
                  <a:tcPr marT="45699" marB="45699"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noStrike" cap="none" normalizeH="0" baseline="0" dirty="0">
                        <a:ln>
                          <a:noFill/>
                        </a:ln>
                        <a:solidFill>
                          <a:schemeClr val="tx1"/>
                        </a:solidFill>
                        <a:effectLst/>
                        <a:latin typeface="Tahoma" pitchFamily="34" charset="0"/>
                      </a:endParaRPr>
                    </a:p>
                  </a:txBody>
                  <a:tcPr marT="45699" marB="45699"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bl>
          </a:graphicData>
        </a:graphic>
      </p:graphicFrame>
      <p:pic>
        <p:nvPicPr>
          <p:cNvPr id="28" name="Grafik 27">
            <a:extLst>
              <a:ext uri="{FF2B5EF4-FFF2-40B4-BE49-F238E27FC236}">
                <a16:creationId xmlns:a16="http://schemas.microsoft.com/office/drawing/2014/main" id="{296B74E7-6C77-4F2F-8136-E73B7A087E58}"/>
              </a:ext>
            </a:extLst>
          </p:cNvPr>
          <p:cNvPicPr>
            <a:picLocks noChangeAspect="1"/>
          </p:cNvPicPr>
          <p:nvPr/>
        </p:nvPicPr>
        <p:blipFill>
          <a:blip r:embed="rId3"/>
          <a:stretch>
            <a:fillRect/>
          </a:stretch>
        </p:blipFill>
        <p:spPr>
          <a:xfrm>
            <a:off x="3082664" y="3721358"/>
            <a:ext cx="782325" cy="2006106"/>
          </a:xfrm>
          <a:prstGeom prst="rect">
            <a:avLst/>
          </a:prstGeom>
        </p:spPr>
      </p:pic>
      <p:sp>
        <p:nvSpPr>
          <p:cNvPr id="29" name="Text Box 4">
            <a:extLst>
              <a:ext uri="{FF2B5EF4-FFF2-40B4-BE49-F238E27FC236}">
                <a16:creationId xmlns:a16="http://schemas.microsoft.com/office/drawing/2014/main" id="{63E0DDCD-345A-4494-837E-98564B976A7A}"/>
              </a:ext>
            </a:extLst>
          </p:cNvPr>
          <p:cNvSpPr txBox="1">
            <a:spLocks noChangeArrowheads="1"/>
          </p:cNvSpPr>
          <p:nvPr/>
        </p:nvSpPr>
        <p:spPr bwMode="auto">
          <a:xfrm>
            <a:off x="7319701" y="2605812"/>
            <a:ext cx="685800" cy="914400"/>
          </a:xfrm>
          <a:prstGeom prst="rect">
            <a:avLst/>
          </a:prstGeom>
          <a:solidFill>
            <a:srgbClr val="EAEAEA"/>
          </a:solidFill>
          <a:ln w="1270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b="1">
                <a:latin typeface="Arial" panose="020B0604020202020204" pitchFamily="34" charset="0"/>
                <a:sym typeface="Symbol" panose="05050102010706020507" pitchFamily="18" charset="2"/>
              </a:rPr>
              <a:t></a:t>
            </a:r>
            <a:r>
              <a:rPr lang="de-DE" altLang="de-DE">
                <a:latin typeface="Arial" panose="020B0604020202020204" pitchFamily="34" charset="0"/>
                <a:sym typeface="Symbol" panose="05050102010706020507" pitchFamily="18" charset="2"/>
              </a:rPr>
              <a:t>1</a:t>
            </a:r>
            <a:endParaRPr lang="de-DE" altLang="de-DE">
              <a:latin typeface="Arial" panose="020B0604020202020204" pitchFamily="34" charset="0"/>
            </a:endParaRPr>
          </a:p>
        </p:txBody>
      </p:sp>
      <p:sp>
        <p:nvSpPr>
          <p:cNvPr id="30" name="Line 5">
            <a:extLst>
              <a:ext uri="{FF2B5EF4-FFF2-40B4-BE49-F238E27FC236}">
                <a16:creationId xmlns:a16="http://schemas.microsoft.com/office/drawing/2014/main" id="{B1D673C6-18DE-42B3-89C9-2147BE780F0A}"/>
              </a:ext>
            </a:extLst>
          </p:cNvPr>
          <p:cNvSpPr>
            <a:spLocks noChangeShapeType="1"/>
          </p:cNvSpPr>
          <p:nvPr/>
        </p:nvSpPr>
        <p:spPr bwMode="auto">
          <a:xfrm flipH="1">
            <a:off x="7014901" y="2834412"/>
            <a:ext cx="304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1" name="Line 6">
            <a:extLst>
              <a:ext uri="{FF2B5EF4-FFF2-40B4-BE49-F238E27FC236}">
                <a16:creationId xmlns:a16="http://schemas.microsoft.com/office/drawing/2014/main" id="{5C523026-F599-4B68-B455-920FE6E8579F}"/>
              </a:ext>
            </a:extLst>
          </p:cNvPr>
          <p:cNvSpPr>
            <a:spLocks noChangeShapeType="1"/>
          </p:cNvSpPr>
          <p:nvPr/>
        </p:nvSpPr>
        <p:spPr bwMode="auto">
          <a:xfrm flipH="1">
            <a:off x="6557701" y="3291612"/>
            <a:ext cx="762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2" name="Line 7">
            <a:extLst>
              <a:ext uri="{FF2B5EF4-FFF2-40B4-BE49-F238E27FC236}">
                <a16:creationId xmlns:a16="http://schemas.microsoft.com/office/drawing/2014/main" id="{39720284-5DD8-4BA0-A280-5F7E2DE262DF}"/>
              </a:ext>
            </a:extLst>
          </p:cNvPr>
          <p:cNvSpPr>
            <a:spLocks noChangeShapeType="1"/>
          </p:cNvSpPr>
          <p:nvPr/>
        </p:nvSpPr>
        <p:spPr bwMode="auto">
          <a:xfrm flipH="1">
            <a:off x="8005501" y="3063012"/>
            <a:ext cx="990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3" name="Line 10">
            <a:extLst>
              <a:ext uri="{FF2B5EF4-FFF2-40B4-BE49-F238E27FC236}">
                <a16:creationId xmlns:a16="http://schemas.microsoft.com/office/drawing/2014/main" id="{A89ABACD-A917-4DE9-A1FC-9CF361133FDA}"/>
              </a:ext>
            </a:extLst>
          </p:cNvPr>
          <p:cNvSpPr>
            <a:spLocks noChangeShapeType="1"/>
          </p:cNvSpPr>
          <p:nvPr/>
        </p:nvSpPr>
        <p:spPr bwMode="auto">
          <a:xfrm>
            <a:off x="10062901" y="2377212"/>
            <a:ext cx="0" cy="91440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4" name="Line 11">
            <a:extLst>
              <a:ext uri="{FF2B5EF4-FFF2-40B4-BE49-F238E27FC236}">
                <a16:creationId xmlns:a16="http://schemas.microsoft.com/office/drawing/2014/main" id="{B93F8302-AF41-418F-A8E3-870F389A2A6C}"/>
              </a:ext>
            </a:extLst>
          </p:cNvPr>
          <p:cNvSpPr>
            <a:spLocks noChangeShapeType="1"/>
          </p:cNvSpPr>
          <p:nvPr/>
        </p:nvSpPr>
        <p:spPr bwMode="auto">
          <a:xfrm>
            <a:off x="7014901" y="2377212"/>
            <a:ext cx="0" cy="45720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5" name="Line 12">
            <a:extLst>
              <a:ext uri="{FF2B5EF4-FFF2-40B4-BE49-F238E27FC236}">
                <a16:creationId xmlns:a16="http://schemas.microsoft.com/office/drawing/2014/main" id="{4E4F0F2F-4DC8-4799-92C3-98F34052E9BB}"/>
              </a:ext>
            </a:extLst>
          </p:cNvPr>
          <p:cNvSpPr>
            <a:spLocks noChangeShapeType="1"/>
          </p:cNvSpPr>
          <p:nvPr/>
        </p:nvSpPr>
        <p:spPr bwMode="auto">
          <a:xfrm>
            <a:off x="7014901" y="2377212"/>
            <a:ext cx="3048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6" name="Oval 13">
            <a:extLst>
              <a:ext uri="{FF2B5EF4-FFF2-40B4-BE49-F238E27FC236}">
                <a16:creationId xmlns:a16="http://schemas.microsoft.com/office/drawing/2014/main" id="{A27C5931-2DDA-4691-80B9-121AC5E23C0B}"/>
              </a:ext>
            </a:extLst>
          </p:cNvPr>
          <p:cNvSpPr>
            <a:spLocks noChangeArrowheads="1"/>
          </p:cNvSpPr>
          <p:nvPr/>
        </p:nvSpPr>
        <p:spPr bwMode="auto">
          <a:xfrm>
            <a:off x="10024801" y="3248750"/>
            <a:ext cx="71438" cy="76200"/>
          </a:xfrm>
          <a:prstGeom prst="ellipse">
            <a:avLst/>
          </a:prstGeom>
          <a:solidFill>
            <a:schemeClr val="tx1"/>
          </a:solidFill>
          <a:ln w="12700">
            <a:solidFill>
              <a:schemeClr val="tx1"/>
            </a:solidFill>
            <a:round/>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sp>
        <p:nvSpPr>
          <p:cNvPr id="37" name="Text Box 14">
            <a:extLst>
              <a:ext uri="{FF2B5EF4-FFF2-40B4-BE49-F238E27FC236}">
                <a16:creationId xmlns:a16="http://schemas.microsoft.com/office/drawing/2014/main" id="{12005B4B-5787-4C4E-BCFC-49F20439C7FD}"/>
              </a:ext>
            </a:extLst>
          </p:cNvPr>
          <p:cNvSpPr txBox="1">
            <a:spLocks noChangeArrowheads="1"/>
          </p:cNvSpPr>
          <p:nvPr/>
        </p:nvSpPr>
        <p:spPr bwMode="auto">
          <a:xfrm>
            <a:off x="8996101" y="2834412"/>
            <a:ext cx="685800" cy="914400"/>
          </a:xfrm>
          <a:prstGeom prst="rect">
            <a:avLst/>
          </a:prstGeom>
          <a:solidFill>
            <a:srgbClr val="EAEAEA"/>
          </a:solidFill>
          <a:ln w="12700">
            <a:solidFill>
              <a:schemeClr val="tx1"/>
            </a:solidFill>
            <a:miter lim="800000"/>
            <a:headEnd/>
            <a:tailEnd/>
          </a:ln>
        </p:spPr>
        <p:txBody>
          <a:bodyPr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a:latin typeface="Arial" panose="020B0604020202020204" pitchFamily="34" charset="0"/>
                <a:sym typeface="Symbol" panose="05050102010706020507" pitchFamily="18" charset="2"/>
              </a:rPr>
              <a:t>&amp;</a:t>
            </a:r>
            <a:endParaRPr lang="de-DE" altLang="de-DE">
              <a:latin typeface="Arial" panose="020B0604020202020204" pitchFamily="34" charset="0"/>
            </a:endParaRPr>
          </a:p>
        </p:txBody>
      </p:sp>
      <p:sp>
        <p:nvSpPr>
          <p:cNvPr id="38" name="Line 18">
            <a:extLst>
              <a:ext uri="{FF2B5EF4-FFF2-40B4-BE49-F238E27FC236}">
                <a16:creationId xmlns:a16="http://schemas.microsoft.com/office/drawing/2014/main" id="{695AC0DE-8DF8-4F85-A2CD-6F0ACD6D649E}"/>
              </a:ext>
            </a:extLst>
          </p:cNvPr>
          <p:cNvSpPr>
            <a:spLocks noChangeShapeType="1"/>
          </p:cNvSpPr>
          <p:nvPr/>
        </p:nvSpPr>
        <p:spPr bwMode="auto">
          <a:xfrm flipH="1">
            <a:off x="9681901" y="3291612"/>
            <a:ext cx="762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39" name="Text Box 20">
            <a:extLst>
              <a:ext uri="{FF2B5EF4-FFF2-40B4-BE49-F238E27FC236}">
                <a16:creationId xmlns:a16="http://schemas.microsoft.com/office/drawing/2014/main" id="{0AC446F7-30BA-4D93-86B3-25B807C6860B}"/>
              </a:ext>
            </a:extLst>
          </p:cNvPr>
          <p:cNvSpPr txBox="1">
            <a:spLocks noChangeArrowheads="1"/>
          </p:cNvSpPr>
          <p:nvPr/>
        </p:nvSpPr>
        <p:spPr bwMode="auto">
          <a:xfrm>
            <a:off x="5262301" y="3063013"/>
            <a:ext cx="1371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a:solidFill>
                  <a:schemeClr val="folHlink"/>
                </a:solidFill>
                <a:latin typeface="Arial" panose="020B0604020202020204" pitchFamily="34" charset="0"/>
              </a:rPr>
              <a:t>Setzen: S</a:t>
            </a:r>
          </a:p>
        </p:txBody>
      </p:sp>
      <p:sp>
        <p:nvSpPr>
          <p:cNvPr id="40" name="Text Box 21">
            <a:extLst>
              <a:ext uri="{FF2B5EF4-FFF2-40B4-BE49-F238E27FC236}">
                <a16:creationId xmlns:a16="http://schemas.microsoft.com/office/drawing/2014/main" id="{67F036BD-5972-432D-B02A-B8DC91680B09}"/>
              </a:ext>
            </a:extLst>
          </p:cNvPr>
          <p:cNvSpPr txBox="1">
            <a:spLocks noChangeArrowheads="1"/>
          </p:cNvSpPr>
          <p:nvPr/>
        </p:nvSpPr>
        <p:spPr bwMode="auto">
          <a:xfrm>
            <a:off x="4881301" y="3825013"/>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dirty="0">
                <a:solidFill>
                  <a:schemeClr val="folHlink"/>
                </a:solidFill>
                <a:latin typeface="Arial" panose="020B0604020202020204" pitchFamily="34" charset="0"/>
              </a:rPr>
              <a:t>Rücksetzen: R </a:t>
            </a:r>
          </a:p>
        </p:txBody>
      </p:sp>
      <p:sp>
        <p:nvSpPr>
          <p:cNvPr id="41" name="Line 22">
            <a:extLst>
              <a:ext uri="{FF2B5EF4-FFF2-40B4-BE49-F238E27FC236}">
                <a16:creationId xmlns:a16="http://schemas.microsoft.com/office/drawing/2014/main" id="{15C39036-58A6-4607-AE31-20328847F763}"/>
              </a:ext>
            </a:extLst>
          </p:cNvPr>
          <p:cNvSpPr>
            <a:spLocks noChangeShapeType="1"/>
          </p:cNvSpPr>
          <p:nvPr/>
        </p:nvSpPr>
        <p:spPr bwMode="auto">
          <a:xfrm flipH="1">
            <a:off x="6557701" y="4053612"/>
            <a:ext cx="762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2" name="AutoShape 23">
            <a:extLst>
              <a:ext uri="{FF2B5EF4-FFF2-40B4-BE49-F238E27FC236}">
                <a16:creationId xmlns:a16="http://schemas.microsoft.com/office/drawing/2014/main" id="{45EDCDFB-69F8-435D-AF93-1BF00F5ED99B}"/>
              </a:ext>
            </a:extLst>
          </p:cNvPr>
          <p:cNvSpPr>
            <a:spLocks noChangeArrowheads="1"/>
          </p:cNvSpPr>
          <p:nvPr/>
        </p:nvSpPr>
        <p:spPr bwMode="auto">
          <a:xfrm>
            <a:off x="8101291" y="4216727"/>
            <a:ext cx="2933700" cy="1187450"/>
          </a:xfrm>
          <a:prstGeom prst="wedgeRoundRectCallout">
            <a:avLst>
              <a:gd name="adj1" fmla="val -70679"/>
              <a:gd name="adj2" fmla="val -58242"/>
              <a:gd name="adj3" fmla="val 16667"/>
            </a:avLst>
          </a:prstGeom>
          <a:solidFill>
            <a:srgbClr val="FFFFCC"/>
          </a:solidFill>
          <a:ln w="9525">
            <a:solidFill>
              <a:schemeClr val="tx1"/>
            </a:solidFill>
            <a:miter lim="800000"/>
            <a:headEnd/>
            <a:tailEnd/>
          </a:ln>
        </p:spPr>
        <p:txBody>
          <a:bodyPr lIns="18000" tIns="10800" rIns="18000" bIns="10800" anchor="ctr" anchorCtr="1"/>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UND als „Tor“-Schaltung:</a:t>
            </a:r>
          </a:p>
          <a:p>
            <a:pPr eaLnBrk="1" hangingPunct="1">
              <a:spcBef>
                <a:spcPct val="50000"/>
              </a:spcBef>
              <a:buClr>
                <a:schemeClr val="folHlink"/>
              </a:buClr>
              <a:buFont typeface="Wingdings" panose="05000000000000000000" pitchFamily="2" charset="2"/>
              <a:buNone/>
            </a:pPr>
            <a:r>
              <a:rPr lang="de-DE" altLang="de-DE" sz="1800">
                <a:latin typeface="Arial" panose="020B0604020202020204" pitchFamily="34" charset="0"/>
              </a:rPr>
              <a:t>bei  </a:t>
            </a:r>
            <a:r>
              <a:rPr lang="de-DE" altLang="de-DE" sz="1800">
                <a:solidFill>
                  <a:schemeClr val="folHlink"/>
                </a:solidFill>
                <a:latin typeface="Arial" panose="020B0604020202020204" pitchFamily="34" charset="0"/>
              </a:rPr>
              <a:t>R = 0</a:t>
            </a:r>
            <a:r>
              <a:rPr lang="de-DE" altLang="de-DE" sz="1800">
                <a:latin typeface="Arial" panose="020B0604020202020204" pitchFamily="34" charset="0"/>
              </a:rPr>
              <a:t>:  Durchlass</a:t>
            </a:r>
            <a:br>
              <a:rPr lang="de-DE" altLang="de-DE" sz="1800">
                <a:latin typeface="Arial" panose="020B0604020202020204" pitchFamily="34" charset="0"/>
              </a:rPr>
            </a:br>
            <a:r>
              <a:rPr lang="de-DE" altLang="de-DE" sz="1800">
                <a:latin typeface="Arial" panose="020B0604020202020204" pitchFamily="34" charset="0"/>
              </a:rPr>
              <a:t>bei  </a:t>
            </a:r>
            <a:r>
              <a:rPr lang="de-DE" altLang="de-DE" sz="1800">
                <a:solidFill>
                  <a:schemeClr val="folHlink"/>
                </a:solidFill>
                <a:latin typeface="Arial" panose="020B0604020202020204" pitchFamily="34" charset="0"/>
              </a:rPr>
              <a:t>R = 1</a:t>
            </a:r>
            <a:r>
              <a:rPr lang="de-DE" altLang="de-DE" sz="1800">
                <a:latin typeface="Arial" panose="020B0604020202020204" pitchFamily="34" charset="0"/>
              </a:rPr>
              <a:t>:  Sperrung.</a:t>
            </a:r>
            <a:endParaRPr lang="de-DE" altLang="de-DE" sz="2000"/>
          </a:p>
        </p:txBody>
      </p:sp>
      <p:sp>
        <p:nvSpPr>
          <p:cNvPr id="43" name="Freeform 1039">
            <a:extLst>
              <a:ext uri="{FF2B5EF4-FFF2-40B4-BE49-F238E27FC236}">
                <a16:creationId xmlns:a16="http://schemas.microsoft.com/office/drawing/2014/main" id="{725649A1-C645-4B3D-AEF3-672BAFF40549}"/>
              </a:ext>
            </a:extLst>
          </p:cNvPr>
          <p:cNvSpPr>
            <a:spLocks/>
          </p:cNvSpPr>
          <p:nvPr/>
        </p:nvSpPr>
        <p:spPr bwMode="auto">
          <a:xfrm>
            <a:off x="6578186" y="3516331"/>
            <a:ext cx="2438400" cy="533400"/>
          </a:xfrm>
          <a:custGeom>
            <a:avLst/>
            <a:gdLst>
              <a:gd name="T0" fmla="*/ 2147483646 w 1440"/>
              <a:gd name="T1" fmla="*/ 0 h 432"/>
              <a:gd name="T2" fmla="*/ 2147483646 w 1440"/>
              <a:gd name="T3" fmla="*/ 0 h 432"/>
              <a:gd name="T4" fmla="*/ 2147483646 w 1440"/>
              <a:gd name="T5" fmla="*/ 2147483646 h 432"/>
              <a:gd name="T6" fmla="*/ 0 w 1440"/>
              <a:gd name="T7" fmla="*/ 2147483646 h 432"/>
              <a:gd name="T8" fmla="*/ 0 60000 65536"/>
              <a:gd name="T9" fmla="*/ 0 60000 65536"/>
              <a:gd name="T10" fmla="*/ 0 60000 65536"/>
              <a:gd name="T11" fmla="*/ 0 60000 65536"/>
              <a:gd name="T12" fmla="*/ 0 w 1440"/>
              <a:gd name="T13" fmla="*/ 0 h 432"/>
              <a:gd name="T14" fmla="*/ 1440 w 1440"/>
              <a:gd name="T15" fmla="*/ 432 h 432"/>
            </a:gdLst>
            <a:ahLst/>
            <a:cxnLst>
              <a:cxn ang="T8">
                <a:pos x="T0" y="T1"/>
              </a:cxn>
              <a:cxn ang="T9">
                <a:pos x="T2" y="T3"/>
              </a:cxn>
              <a:cxn ang="T10">
                <a:pos x="T4" y="T5"/>
              </a:cxn>
              <a:cxn ang="T11">
                <a:pos x="T6" y="T7"/>
              </a:cxn>
            </a:cxnLst>
            <a:rect l="T12" t="T13" r="T14" b="T15"/>
            <a:pathLst>
              <a:path w="1440" h="432">
                <a:moveTo>
                  <a:pt x="1440" y="0"/>
                </a:moveTo>
                <a:lnTo>
                  <a:pt x="1248" y="0"/>
                </a:lnTo>
                <a:lnTo>
                  <a:pt x="1248" y="432"/>
                </a:lnTo>
                <a:lnTo>
                  <a:pt x="0" y="43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de-DE"/>
          </a:p>
        </p:txBody>
      </p:sp>
      <p:sp>
        <p:nvSpPr>
          <p:cNvPr id="44" name="Oval 1040">
            <a:extLst>
              <a:ext uri="{FF2B5EF4-FFF2-40B4-BE49-F238E27FC236}">
                <a16:creationId xmlns:a16="http://schemas.microsoft.com/office/drawing/2014/main" id="{AC744E4D-2CFB-4F6C-B5C9-136F21F46226}"/>
              </a:ext>
            </a:extLst>
          </p:cNvPr>
          <p:cNvSpPr>
            <a:spLocks noChangeArrowheads="1"/>
          </p:cNvSpPr>
          <p:nvPr/>
        </p:nvSpPr>
        <p:spPr bwMode="auto">
          <a:xfrm>
            <a:off x="8864186" y="3440131"/>
            <a:ext cx="152400" cy="152400"/>
          </a:xfrm>
          <a:prstGeom prst="ellipse">
            <a:avLst/>
          </a:prstGeom>
          <a:solidFill>
            <a:schemeClr val="tx1"/>
          </a:solidFill>
          <a:ln w="38100">
            <a:solidFill>
              <a:schemeClr val="tx1"/>
            </a:solidFill>
            <a:round/>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endParaRPr lang="fr-FR" altLang="de-DE" sz="2000"/>
          </a:p>
        </p:txBody>
      </p:sp>
      <p:sp>
        <p:nvSpPr>
          <p:cNvPr id="61" name="Text Box 9">
            <a:extLst>
              <a:ext uri="{FF2B5EF4-FFF2-40B4-BE49-F238E27FC236}">
                <a16:creationId xmlns:a16="http://schemas.microsoft.com/office/drawing/2014/main" id="{32ADA13D-0463-4DD5-A908-8A58588733F0}"/>
              </a:ext>
            </a:extLst>
          </p:cNvPr>
          <p:cNvSpPr txBox="1">
            <a:spLocks noChangeArrowheads="1"/>
          </p:cNvSpPr>
          <p:nvPr/>
        </p:nvSpPr>
        <p:spPr bwMode="auto">
          <a:xfrm>
            <a:off x="10513677" y="3124826"/>
            <a:ext cx="144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
                <a:schemeClr val="folHlink"/>
              </a:buClr>
              <a:buFont typeface="Wingdings" panose="05000000000000000000" pitchFamily="2" charset="2"/>
              <a:buNone/>
            </a:pPr>
            <a:r>
              <a:rPr lang="de-DE" altLang="de-DE" sz="1800" dirty="0">
                <a:latin typeface="Arial" panose="020B0604020202020204" pitchFamily="34" charset="0"/>
              </a:rPr>
              <a:t>Ausgang  Q</a:t>
            </a:r>
          </a:p>
        </p:txBody>
      </p:sp>
    </p:spTree>
    <p:extLst>
      <p:ext uri="{BB962C8B-B14F-4D97-AF65-F5344CB8AC3E}">
        <p14:creationId xmlns:p14="http://schemas.microsoft.com/office/powerpoint/2010/main" val="195672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3"/>
                                        </p:tgtEl>
                                        <p:attrNameLst>
                                          <p:attrName>style.visibility</p:attrName>
                                        </p:attrNameLst>
                                      </p:cBhvr>
                                      <p:to>
                                        <p:strVal val="visible"/>
                                      </p:to>
                                    </p:set>
                                    <p:anim calcmode="lin" valueType="num">
                                      <p:cBhvr additive="base">
                                        <p:cTn id="14" dur="500" fill="hold"/>
                                        <p:tgtEl>
                                          <p:spTgt spid="43"/>
                                        </p:tgtEl>
                                        <p:attrNameLst>
                                          <p:attrName>ppt_x</p:attrName>
                                        </p:attrNameLst>
                                      </p:cBhvr>
                                      <p:tavLst>
                                        <p:tav tm="0">
                                          <p:val>
                                            <p:strVal val="#ppt_x"/>
                                          </p:val>
                                        </p:tav>
                                        <p:tav tm="100000">
                                          <p:val>
                                            <p:strVal val="#ppt_x"/>
                                          </p:val>
                                        </p:tav>
                                      </p:tavLst>
                                    </p:anim>
                                    <p:anim calcmode="lin" valueType="num">
                                      <p:cBhvr additive="base">
                                        <p:cTn id="15" dur="500" fill="hold"/>
                                        <p:tgtEl>
                                          <p:spTgt spid="43"/>
                                        </p:tgtEl>
                                        <p:attrNameLst>
                                          <p:attrName>ppt_y</p:attrName>
                                        </p:attrNameLst>
                                      </p:cBhvr>
                                      <p:tavLst>
                                        <p:tav tm="0">
                                          <p:val>
                                            <p:strVal val="1+#ppt_h/2"/>
                                          </p:val>
                                        </p:tav>
                                        <p:tav tm="100000">
                                          <p:val>
                                            <p:strVal val="#ppt_y"/>
                                          </p:val>
                                        </p:tav>
                                      </p:tavLst>
                                    </p:anim>
                                  </p:childTnLst>
                                </p:cTn>
                              </p:par>
                              <p:par>
                                <p:cTn id="16" presetID="1" presetClass="entr" presetSubtype="0" fill="hold" grpId="0" nodeType="withEffect">
                                  <p:stCondLst>
                                    <p:cond delay="0"/>
                                  </p:stCondLst>
                                  <p:childTnLst>
                                    <p:set>
                                      <p:cBhvr>
                                        <p:cTn id="17"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R/S-Flipflop:</a:t>
            </a:r>
            <a:br>
              <a:rPr lang="de-DE" sz="3600" dirty="0"/>
            </a:br>
            <a:r>
              <a:rPr lang="de-DE" sz="3600" dirty="0"/>
              <a:t>Zustandsdiagramm</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738664"/>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br>
              <a:rPr lang="de-DE" sz="1400" dirty="0"/>
            </a:br>
            <a:endParaRPr lang="de-DE" sz="1400" dirty="0">
              <a:latin typeface="Arial" panose="020B0604020202020204" pitchFamily="34" charset="0"/>
              <a:cs typeface="Arial" panose="020B0604020202020204" pitchFamily="34" charset="0"/>
            </a:endParaRPr>
          </a:p>
        </p:txBody>
      </p:sp>
      <p:sp>
        <p:nvSpPr>
          <p:cNvPr id="64" name="Rectangle 2">
            <a:extLst>
              <a:ext uri="{FF2B5EF4-FFF2-40B4-BE49-F238E27FC236}">
                <a16:creationId xmlns:a16="http://schemas.microsoft.com/office/drawing/2014/main" id="{A62BD54E-948B-4431-999E-18FE8CF80082}"/>
              </a:ext>
            </a:extLst>
          </p:cNvPr>
          <p:cNvSpPr txBox="1">
            <a:spLocks noChangeArrowheads="1"/>
          </p:cNvSpPr>
          <p:nvPr/>
        </p:nvSpPr>
        <p:spPr>
          <a:xfrm>
            <a:off x="839788" y="2057400"/>
            <a:ext cx="3932237" cy="3811588"/>
          </a:xfrm>
          <a:prstGeom prst="rect">
            <a:avLst/>
          </a:prstGeom>
          <a:solidFill>
            <a:srgbClr val="5B9BD5">
              <a:lumMod val="40000"/>
              <a:lumOff val="60000"/>
            </a:srgbClr>
          </a:solidFill>
        </p:spPr>
        <p:txBody>
          <a:bodyPr vert="horz" lIns="91440" tIns="45720" rIns="91440" bIns="45720" rtlCol="0">
            <a:no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Symbol" panose="05050102010706020507" pitchFamily="18" charset="2"/>
              <a:buNone/>
              <a:tabLst/>
              <a:defRPr/>
            </a:pPr>
            <a: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Dieses RS-Flipflop ist das elementarste Speicherelement (für ein Bit)</a:t>
            </a:r>
            <a:b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br>
            <a: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und erhält ein eigenes Schaltsymbol:</a:t>
            </a:r>
          </a:p>
          <a:p>
            <a:pPr marL="0" marR="0" lvl="0" indent="0" algn="l" defTabSz="914400" rtl="0" eaLnBrk="1" fontAlgn="auto" latinLnBrk="0" hangingPunct="1">
              <a:lnSpc>
                <a:spcPct val="150000"/>
              </a:lnSpc>
              <a:spcBef>
                <a:spcPts val="1000"/>
              </a:spcBef>
              <a:spcAft>
                <a:spcPts val="0"/>
              </a:spcAft>
              <a:buClrTx/>
              <a:buSzTx/>
              <a:buFont typeface="Symbol" panose="05050102010706020507" pitchFamily="18" charset="2"/>
              <a:buNone/>
              <a:tabLst/>
              <a:defRPr/>
            </a:pPr>
            <a:endPar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50000"/>
              </a:lnSpc>
              <a:spcBef>
                <a:spcPts val="1000"/>
              </a:spcBef>
              <a:spcAft>
                <a:spcPts val="0"/>
              </a:spcAft>
              <a:buClrTx/>
              <a:buSzTx/>
              <a:buFont typeface="Symbol" panose="05050102010706020507" pitchFamily="18" charset="2"/>
              <a:buNone/>
              <a:tabLst/>
              <a:defRPr/>
            </a:pPr>
            <a:endPar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50000"/>
              </a:lnSpc>
              <a:spcBef>
                <a:spcPts val="1000"/>
              </a:spcBef>
              <a:spcAft>
                <a:spcPts val="0"/>
              </a:spcAft>
              <a:buClrTx/>
              <a:buSzTx/>
              <a:buFont typeface="Symbol" panose="05050102010706020507" pitchFamily="18" charset="2"/>
              <a:buNone/>
              <a:tabLst/>
              <a:defRPr/>
            </a:pPr>
            <a:endPar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50000"/>
              </a:lnSpc>
              <a:spcBef>
                <a:spcPts val="1000"/>
              </a:spcBef>
              <a:spcAft>
                <a:spcPts val="0"/>
              </a:spcAft>
              <a:buClrTx/>
              <a:buSzTx/>
              <a:buFont typeface="Symbol" panose="05050102010706020507" pitchFamily="18" charset="2"/>
              <a:buNone/>
              <a:tabLst/>
              <a:defRPr/>
            </a:pPr>
            <a: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Beschreibung mittels eines Zustandsgraphen:</a:t>
            </a:r>
          </a:p>
        </p:txBody>
      </p:sp>
      <p:grpSp>
        <p:nvGrpSpPr>
          <p:cNvPr id="65" name="Group 4">
            <a:extLst>
              <a:ext uri="{FF2B5EF4-FFF2-40B4-BE49-F238E27FC236}">
                <a16:creationId xmlns:a16="http://schemas.microsoft.com/office/drawing/2014/main" id="{26530BE7-AAB6-46D2-8489-C559882880C0}"/>
              </a:ext>
            </a:extLst>
          </p:cNvPr>
          <p:cNvGrpSpPr>
            <a:grpSpLocks/>
          </p:cNvGrpSpPr>
          <p:nvPr/>
        </p:nvGrpSpPr>
        <p:grpSpPr bwMode="auto">
          <a:xfrm>
            <a:off x="1467971" y="3556304"/>
            <a:ext cx="2286000" cy="1023937"/>
            <a:chOff x="1152" y="1440"/>
            <a:chExt cx="1440" cy="645"/>
          </a:xfrm>
        </p:grpSpPr>
        <p:sp>
          <p:nvSpPr>
            <p:cNvPr id="66" name="Text Box 5">
              <a:extLst>
                <a:ext uri="{FF2B5EF4-FFF2-40B4-BE49-F238E27FC236}">
                  <a16:creationId xmlns:a16="http://schemas.microsoft.com/office/drawing/2014/main" id="{B1666EC7-6567-4B2D-8870-33FB06BA099B}"/>
                </a:ext>
              </a:extLst>
            </p:cNvPr>
            <p:cNvSpPr txBox="1">
              <a:spLocks noChangeArrowheads="1"/>
            </p:cNvSpPr>
            <p:nvPr/>
          </p:nvSpPr>
          <p:spPr bwMode="auto">
            <a:xfrm>
              <a:off x="1392" y="1440"/>
              <a:ext cx="960" cy="645"/>
            </a:xfrm>
            <a:prstGeom prst="rect">
              <a:avLst/>
            </a:prstGeom>
            <a:solidFill>
              <a:srgbClr val="E9F7FF"/>
            </a:solidFill>
            <a:ln w="19050">
              <a:solidFill>
                <a:sysClr val="windowText" lastClr="000000"/>
              </a:solidFill>
              <a:miter lim="800000"/>
              <a:headEnd/>
              <a:tailEnd/>
            </a:ln>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400" b="0" i="0" u="none" strike="noStrike" kern="0" cap="none" spc="0" normalizeH="0" baseline="0" noProof="0" dirty="0">
                  <a:ln>
                    <a:noFill/>
                  </a:ln>
                  <a:solidFill>
                    <a:prstClr val="black"/>
                  </a:solidFill>
                  <a:effectLst/>
                  <a:uLnTx/>
                  <a:uFillTx/>
                  <a:latin typeface="Arial" panose="020B0604020202020204" pitchFamily="34" charset="0"/>
                </a:rPr>
                <a:t>S	Q</a:t>
              </a:r>
            </a:p>
            <a:p>
              <a:pPr marL="0" marR="0" lvl="0" indent="0"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400" b="0" i="0" u="none" strike="noStrike" kern="0" cap="none" spc="0" normalizeH="0" baseline="0" noProof="0" dirty="0">
                  <a:ln>
                    <a:noFill/>
                  </a:ln>
                  <a:solidFill>
                    <a:prstClr val="black"/>
                  </a:solidFill>
                  <a:effectLst/>
                  <a:uLnTx/>
                  <a:uFillTx/>
                  <a:latin typeface="Arial" panose="020B0604020202020204" pitchFamily="34" charset="0"/>
                </a:rPr>
                <a:t>R       </a:t>
              </a:r>
              <a:r>
                <a:rPr kumimoji="0" lang="de-DE" altLang="de-DE" sz="24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¬Q</a:t>
              </a:r>
            </a:p>
          </p:txBody>
        </p:sp>
        <p:sp>
          <p:nvSpPr>
            <p:cNvPr id="67" name="Line 6">
              <a:extLst>
                <a:ext uri="{FF2B5EF4-FFF2-40B4-BE49-F238E27FC236}">
                  <a16:creationId xmlns:a16="http://schemas.microsoft.com/office/drawing/2014/main" id="{477D1831-1FC5-40D2-8FCB-0381BBFA8C90}"/>
                </a:ext>
              </a:extLst>
            </p:cNvPr>
            <p:cNvSpPr>
              <a:spLocks noChangeShapeType="1"/>
            </p:cNvSpPr>
            <p:nvPr/>
          </p:nvSpPr>
          <p:spPr bwMode="auto">
            <a:xfrm>
              <a:off x="1392" y="1776"/>
              <a:ext cx="960" cy="0"/>
            </a:xfrm>
            <a:prstGeom prst="line">
              <a:avLst/>
            </a:prstGeom>
            <a:noFill/>
            <a:ln w="12700">
              <a:solidFill>
                <a:sysClr val="windowText" lastClr="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68" name="Line 7">
              <a:extLst>
                <a:ext uri="{FF2B5EF4-FFF2-40B4-BE49-F238E27FC236}">
                  <a16:creationId xmlns:a16="http://schemas.microsoft.com/office/drawing/2014/main" id="{9E544E14-7AD0-49B0-A99B-425132726593}"/>
                </a:ext>
              </a:extLst>
            </p:cNvPr>
            <p:cNvSpPr>
              <a:spLocks noChangeShapeType="1"/>
            </p:cNvSpPr>
            <p:nvPr/>
          </p:nvSpPr>
          <p:spPr bwMode="auto">
            <a:xfrm flipH="1">
              <a:off x="1152" y="1632"/>
              <a:ext cx="240" cy="0"/>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69" name="Line 8">
              <a:extLst>
                <a:ext uri="{FF2B5EF4-FFF2-40B4-BE49-F238E27FC236}">
                  <a16:creationId xmlns:a16="http://schemas.microsoft.com/office/drawing/2014/main" id="{BDECEDC4-D862-4F8B-8D63-1798F7F9532F}"/>
                </a:ext>
              </a:extLst>
            </p:cNvPr>
            <p:cNvSpPr>
              <a:spLocks noChangeShapeType="1"/>
            </p:cNvSpPr>
            <p:nvPr/>
          </p:nvSpPr>
          <p:spPr bwMode="auto">
            <a:xfrm flipH="1">
              <a:off x="1152" y="1920"/>
              <a:ext cx="240" cy="0"/>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0" name="Line 9">
              <a:extLst>
                <a:ext uri="{FF2B5EF4-FFF2-40B4-BE49-F238E27FC236}">
                  <a16:creationId xmlns:a16="http://schemas.microsoft.com/office/drawing/2014/main" id="{9A1E36CB-17A0-4807-8F7A-336884256213}"/>
                </a:ext>
              </a:extLst>
            </p:cNvPr>
            <p:cNvSpPr>
              <a:spLocks noChangeShapeType="1"/>
            </p:cNvSpPr>
            <p:nvPr/>
          </p:nvSpPr>
          <p:spPr bwMode="auto">
            <a:xfrm flipH="1">
              <a:off x="2352" y="1632"/>
              <a:ext cx="240" cy="0"/>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1" name="Line 10">
              <a:extLst>
                <a:ext uri="{FF2B5EF4-FFF2-40B4-BE49-F238E27FC236}">
                  <a16:creationId xmlns:a16="http://schemas.microsoft.com/office/drawing/2014/main" id="{D4B3693A-9C29-41E1-9078-7AE0F635EC59}"/>
                </a:ext>
              </a:extLst>
            </p:cNvPr>
            <p:cNvSpPr>
              <a:spLocks noChangeShapeType="1"/>
            </p:cNvSpPr>
            <p:nvPr/>
          </p:nvSpPr>
          <p:spPr bwMode="auto">
            <a:xfrm flipH="1">
              <a:off x="2352" y="1920"/>
              <a:ext cx="240" cy="0"/>
            </a:xfrm>
            <a:prstGeom prst="line">
              <a:avLst/>
            </a:prstGeom>
            <a:noFill/>
            <a:ln w="1905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2" name="Rectangle 11">
              <a:extLst>
                <a:ext uri="{FF2B5EF4-FFF2-40B4-BE49-F238E27FC236}">
                  <a16:creationId xmlns:a16="http://schemas.microsoft.com/office/drawing/2014/main" id="{008DAB73-E95F-4F71-95B7-ACE4B79AF7C3}"/>
                </a:ext>
              </a:extLst>
            </p:cNvPr>
            <p:cNvSpPr>
              <a:spLocks noChangeArrowheads="1"/>
            </p:cNvSpPr>
            <p:nvPr/>
          </p:nvSpPr>
          <p:spPr bwMode="auto">
            <a:xfrm>
              <a:off x="2256" y="1776"/>
              <a:ext cx="96" cy="309"/>
            </a:xfrm>
            <a:prstGeom prst="rect">
              <a:avLst/>
            </a:prstGeom>
            <a:solidFill>
              <a:sysClr val="windowText" lastClr="000000"/>
            </a:solidFill>
            <a:ln w="12700">
              <a:solidFill>
                <a:sysClr val="windowText" lastClr="000000"/>
              </a:solidFill>
              <a:miter lim="800000"/>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fr-FR" altLang="de-DE" sz="2000" b="0" i="0" u="none" strike="noStrike" kern="0" cap="none" spc="0" normalizeH="0" baseline="0" noProof="0">
                <a:ln>
                  <a:noFill/>
                </a:ln>
                <a:solidFill>
                  <a:prstClr val="black"/>
                </a:solidFill>
                <a:effectLst/>
                <a:uLnTx/>
                <a:uFillTx/>
                <a:latin typeface="Tahoma" panose="020B0604030504040204" pitchFamily="34" charset="0"/>
              </a:endParaRPr>
            </a:p>
          </p:txBody>
        </p:sp>
      </p:grpSp>
      <p:grpSp>
        <p:nvGrpSpPr>
          <p:cNvPr id="73" name="Group 12">
            <a:extLst>
              <a:ext uri="{FF2B5EF4-FFF2-40B4-BE49-F238E27FC236}">
                <a16:creationId xmlns:a16="http://schemas.microsoft.com/office/drawing/2014/main" id="{E333EC33-7720-43AE-8498-1C50E7528A1A}"/>
              </a:ext>
            </a:extLst>
          </p:cNvPr>
          <p:cNvGrpSpPr>
            <a:grpSpLocks/>
          </p:cNvGrpSpPr>
          <p:nvPr/>
        </p:nvGrpSpPr>
        <p:grpSpPr bwMode="auto">
          <a:xfrm>
            <a:off x="5015880" y="4552623"/>
            <a:ext cx="5943600" cy="1649413"/>
            <a:chOff x="1008" y="3024"/>
            <a:chExt cx="3744" cy="1039"/>
          </a:xfrm>
        </p:grpSpPr>
        <p:sp>
          <p:nvSpPr>
            <p:cNvPr id="74" name="Oval 13">
              <a:extLst>
                <a:ext uri="{FF2B5EF4-FFF2-40B4-BE49-F238E27FC236}">
                  <a16:creationId xmlns:a16="http://schemas.microsoft.com/office/drawing/2014/main" id="{7C96B56C-2B7B-49DE-823B-9BAA75C996E0}"/>
                </a:ext>
              </a:extLst>
            </p:cNvPr>
            <p:cNvSpPr>
              <a:spLocks noChangeArrowheads="1"/>
            </p:cNvSpPr>
            <p:nvPr/>
          </p:nvSpPr>
          <p:spPr bwMode="auto">
            <a:xfrm rot="10800000">
              <a:off x="1680" y="3295"/>
              <a:ext cx="576" cy="576"/>
            </a:xfrm>
            <a:prstGeom prst="ellipse">
              <a:avLst/>
            </a:prstGeom>
            <a:noFill/>
            <a:ln w="1905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fr-FR" alt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5" name="Oval 14">
              <a:extLst>
                <a:ext uri="{FF2B5EF4-FFF2-40B4-BE49-F238E27FC236}">
                  <a16:creationId xmlns:a16="http://schemas.microsoft.com/office/drawing/2014/main" id="{65C393CE-548B-4087-A678-13A47EE51AFD}"/>
                </a:ext>
              </a:extLst>
            </p:cNvPr>
            <p:cNvSpPr>
              <a:spLocks noChangeArrowheads="1"/>
            </p:cNvSpPr>
            <p:nvPr/>
          </p:nvSpPr>
          <p:spPr bwMode="auto">
            <a:xfrm>
              <a:off x="3792" y="3279"/>
              <a:ext cx="576" cy="576"/>
            </a:xfrm>
            <a:prstGeom prst="ellipse">
              <a:avLst/>
            </a:prstGeom>
            <a:noFill/>
            <a:ln w="1905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fr-FR" alt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6" name="Oval 15">
              <a:extLst>
                <a:ext uri="{FF2B5EF4-FFF2-40B4-BE49-F238E27FC236}">
                  <a16:creationId xmlns:a16="http://schemas.microsoft.com/office/drawing/2014/main" id="{3661A13D-E4B2-4E63-83D7-16D02C878FB6}"/>
                </a:ext>
              </a:extLst>
            </p:cNvPr>
            <p:cNvSpPr>
              <a:spLocks noChangeArrowheads="1"/>
            </p:cNvSpPr>
            <p:nvPr/>
          </p:nvSpPr>
          <p:spPr bwMode="auto">
            <a:xfrm>
              <a:off x="2160" y="3391"/>
              <a:ext cx="336" cy="336"/>
            </a:xfrm>
            <a:prstGeom prst="ellipse">
              <a:avLst/>
            </a:prstGeom>
            <a:solidFill>
              <a:srgbClr val="EAEAEA"/>
            </a:solidFill>
            <a:ln w="12700">
              <a:solidFill>
                <a:sysClr val="windowText" lastClr="000000"/>
              </a:solidFill>
              <a:round/>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fr-FR" alt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7" name="Text Box 16">
              <a:extLst>
                <a:ext uri="{FF2B5EF4-FFF2-40B4-BE49-F238E27FC236}">
                  <a16:creationId xmlns:a16="http://schemas.microsoft.com/office/drawing/2014/main" id="{6E80FC43-A98A-4F82-A92C-130798AEBAD1}"/>
                </a:ext>
              </a:extLst>
            </p:cNvPr>
            <p:cNvSpPr txBox="1">
              <a:spLocks noChangeArrowheads="1"/>
            </p:cNvSpPr>
            <p:nvPr/>
          </p:nvSpPr>
          <p:spPr bwMode="auto">
            <a:xfrm>
              <a:off x="2160" y="3391"/>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b"/>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400" b="0" i="0" u="none" strike="noStrike" kern="0" cap="none" spc="0" normalizeH="0" baseline="0" noProof="0">
                  <a:ln>
                    <a:noFill/>
                  </a:ln>
                  <a:solidFill>
                    <a:prstClr val="black"/>
                  </a:solidFill>
                  <a:effectLst/>
                  <a:uLnTx/>
                  <a:uFillTx/>
                  <a:latin typeface="Arial" panose="020B0604020202020204" pitchFamily="34" charset="0"/>
                </a:rPr>
                <a:t>0</a:t>
              </a:r>
            </a:p>
          </p:txBody>
        </p:sp>
        <p:sp>
          <p:nvSpPr>
            <p:cNvPr id="78" name="Oval 17">
              <a:extLst>
                <a:ext uri="{FF2B5EF4-FFF2-40B4-BE49-F238E27FC236}">
                  <a16:creationId xmlns:a16="http://schemas.microsoft.com/office/drawing/2014/main" id="{E7DD7254-9365-4EBA-B69A-0459B5C0747D}"/>
                </a:ext>
              </a:extLst>
            </p:cNvPr>
            <p:cNvSpPr>
              <a:spLocks noChangeArrowheads="1"/>
            </p:cNvSpPr>
            <p:nvPr/>
          </p:nvSpPr>
          <p:spPr bwMode="auto">
            <a:xfrm>
              <a:off x="3552" y="3391"/>
              <a:ext cx="336" cy="336"/>
            </a:xfrm>
            <a:prstGeom prst="ellipse">
              <a:avLst/>
            </a:prstGeom>
            <a:solidFill>
              <a:srgbClr val="EAEAEA"/>
            </a:solidFill>
            <a:ln w="12700">
              <a:solidFill>
                <a:sysClr val="windowText" lastClr="000000"/>
              </a:solidFill>
              <a:round/>
              <a:headEnd/>
              <a:tailEnd/>
            </a:ln>
          </p:spPr>
          <p:txBody>
            <a:bodyPr wrap="none" anchor="ct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fr-FR" alt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79" name="Freeform 18">
              <a:extLst>
                <a:ext uri="{FF2B5EF4-FFF2-40B4-BE49-F238E27FC236}">
                  <a16:creationId xmlns:a16="http://schemas.microsoft.com/office/drawing/2014/main" id="{6746573F-656F-4441-8235-15D94EC4CBC6}"/>
                </a:ext>
              </a:extLst>
            </p:cNvPr>
            <p:cNvSpPr>
              <a:spLocks/>
            </p:cNvSpPr>
            <p:nvPr/>
          </p:nvSpPr>
          <p:spPr bwMode="auto">
            <a:xfrm>
              <a:off x="2448" y="3247"/>
              <a:ext cx="1152" cy="192"/>
            </a:xfrm>
            <a:custGeom>
              <a:avLst/>
              <a:gdLst>
                <a:gd name="T0" fmla="*/ 0 w 1248"/>
                <a:gd name="T1" fmla="*/ 25559 h 144"/>
                <a:gd name="T2" fmla="*/ 149 w 1248"/>
                <a:gd name="T3" fmla="*/ 0 h 144"/>
                <a:gd name="T4" fmla="*/ 294 w 1248"/>
                <a:gd name="T5" fmla="*/ 25559 h 144"/>
                <a:gd name="T6" fmla="*/ 0 60000 65536"/>
                <a:gd name="T7" fmla="*/ 0 60000 65536"/>
                <a:gd name="T8" fmla="*/ 0 60000 65536"/>
                <a:gd name="T9" fmla="*/ 0 w 1248"/>
                <a:gd name="T10" fmla="*/ 0 h 144"/>
                <a:gd name="T11" fmla="*/ 1248 w 1248"/>
                <a:gd name="T12" fmla="*/ 144 h 144"/>
              </a:gdLst>
              <a:ahLst/>
              <a:cxnLst>
                <a:cxn ang="T6">
                  <a:pos x="T0" y="T1"/>
                </a:cxn>
                <a:cxn ang="T7">
                  <a:pos x="T2" y="T3"/>
                </a:cxn>
                <a:cxn ang="T8">
                  <a:pos x="T4" y="T5"/>
                </a:cxn>
              </a:cxnLst>
              <a:rect l="T9" t="T10" r="T11" b="T12"/>
              <a:pathLst>
                <a:path w="1248" h="144">
                  <a:moveTo>
                    <a:pt x="0" y="144"/>
                  </a:moveTo>
                  <a:cubicBezTo>
                    <a:pt x="208" y="72"/>
                    <a:pt x="416" y="0"/>
                    <a:pt x="624" y="0"/>
                  </a:cubicBezTo>
                  <a:cubicBezTo>
                    <a:pt x="832" y="0"/>
                    <a:pt x="1144" y="120"/>
                    <a:pt x="1248" y="144"/>
                  </a:cubicBezTo>
                </a:path>
              </a:pathLst>
            </a:custGeom>
            <a:noFill/>
            <a:ln w="19050">
              <a:solidFill>
                <a:sysClr val="windowText" lastClr="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80" name="Freeform 19">
              <a:extLst>
                <a:ext uri="{FF2B5EF4-FFF2-40B4-BE49-F238E27FC236}">
                  <a16:creationId xmlns:a16="http://schemas.microsoft.com/office/drawing/2014/main" id="{C615E606-2E04-49B8-9080-24D98172B972}"/>
                </a:ext>
              </a:extLst>
            </p:cNvPr>
            <p:cNvSpPr>
              <a:spLocks/>
            </p:cNvSpPr>
            <p:nvPr/>
          </p:nvSpPr>
          <p:spPr bwMode="auto">
            <a:xfrm rot="10800000">
              <a:off x="2448" y="3679"/>
              <a:ext cx="1152" cy="192"/>
            </a:xfrm>
            <a:custGeom>
              <a:avLst/>
              <a:gdLst>
                <a:gd name="T0" fmla="*/ 0 w 1248"/>
                <a:gd name="T1" fmla="*/ 25559 h 144"/>
                <a:gd name="T2" fmla="*/ 149 w 1248"/>
                <a:gd name="T3" fmla="*/ 0 h 144"/>
                <a:gd name="T4" fmla="*/ 294 w 1248"/>
                <a:gd name="T5" fmla="*/ 25559 h 144"/>
                <a:gd name="T6" fmla="*/ 0 60000 65536"/>
                <a:gd name="T7" fmla="*/ 0 60000 65536"/>
                <a:gd name="T8" fmla="*/ 0 60000 65536"/>
                <a:gd name="T9" fmla="*/ 0 w 1248"/>
                <a:gd name="T10" fmla="*/ 0 h 144"/>
                <a:gd name="T11" fmla="*/ 1248 w 1248"/>
                <a:gd name="T12" fmla="*/ 144 h 144"/>
              </a:gdLst>
              <a:ahLst/>
              <a:cxnLst>
                <a:cxn ang="T6">
                  <a:pos x="T0" y="T1"/>
                </a:cxn>
                <a:cxn ang="T7">
                  <a:pos x="T2" y="T3"/>
                </a:cxn>
                <a:cxn ang="T8">
                  <a:pos x="T4" y="T5"/>
                </a:cxn>
              </a:cxnLst>
              <a:rect l="T9" t="T10" r="T11" b="T12"/>
              <a:pathLst>
                <a:path w="1248" h="144">
                  <a:moveTo>
                    <a:pt x="0" y="144"/>
                  </a:moveTo>
                  <a:cubicBezTo>
                    <a:pt x="208" y="72"/>
                    <a:pt x="416" y="0"/>
                    <a:pt x="624" y="0"/>
                  </a:cubicBezTo>
                  <a:cubicBezTo>
                    <a:pt x="832" y="0"/>
                    <a:pt x="1144" y="120"/>
                    <a:pt x="1248" y="144"/>
                  </a:cubicBezTo>
                </a:path>
              </a:pathLst>
            </a:custGeom>
            <a:noFill/>
            <a:ln w="19050">
              <a:solidFill>
                <a:sysClr val="windowText" lastClr="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81" name="Text Box 20">
              <a:extLst>
                <a:ext uri="{FF2B5EF4-FFF2-40B4-BE49-F238E27FC236}">
                  <a16:creationId xmlns:a16="http://schemas.microsoft.com/office/drawing/2014/main" id="{6C05531F-85F9-4809-B82D-199F62F8FBCD}"/>
                </a:ext>
              </a:extLst>
            </p:cNvPr>
            <p:cNvSpPr txBox="1">
              <a:spLocks noChangeArrowheads="1"/>
            </p:cNvSpPr>
            <p:nvPr/>
          </p:nvSpPr>
          <p:spPr bwMode="auto">
            <a:xfrm>
              <a:off x="2592" y="3024"/>
              <a:ext cx="864"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000" b="0" i="0" u="none" strike="noStrike" kern="0" cap="none" spc="0" normalizeH="0" baseline="0" noProof="0">
                  <a:ln>
                    <a:noFill/>
                  </a:ln>
                  <a:solidFill>
                    <a:prstClr val="black"/>
                  </a:solidFill>
                  <a:effectLst/>
                  <a:uLnTx/>
                  <a:uFillTx/>
                  <a:latin typeface="Arial" panose="020B0604020202020204" pitchFamily="34" charset="0"/>
                </a:rPr>
                <a:t>S </a:t>
              </a:r>
              <a:r>
                <a:rPr kumimoji="0" lang="de-DE" altLang="de-DE" sz="2000" b="1" i="0" u="none" strike="noStrike" kern="0" cap="none" spc="0" normalizeH="0" baseline="0" noProof="0">
                  <a:ln>
                    <a:noFill/>
                  </a:ln>
                  <a:solidFill>
                    <a:prstClr val="black"/>
                  </a:solidFill>
                  <a:effectLst/>
                  <a:uLnTx/>
                  <a:uFillTx/>
                  <a:latin typeface="Arial" panose="020B0604020202020204" pitchFamily="34" charset="0"/>
                  <a:sym typeface="Symbol" panose="05050102010706020507" pitchFamily="18" charset="2"/>
                </a:rPr>
                <a:t> </a:t>
              </a:r>
              <a:r>
                <a:rPr kumimoji="0" lang="de-DE" altLang="de-DE"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¬R</a:t>
              </a:r>
            </a:p>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1800" b="0" i="0" u="none" strike="noStrike" kern="0" cap="none" spc="0" normalizeH="0" baseline="0" noProof="0">
                  <a:ln>
                    <a:noFill/>
                  </a:ln>
                  <a:solidFill>
                    <a:srgbClr val="954F72"/>
                  </a:solidFill>
                  <a:effectLst/>
                  <a:uLnTx/>
                  <a:uFillTx/>
                  <a:latin typeface="Arial" panose="020B0604020202020204" pitchFamily="34" charset="0"/>
                  <a:cs typeface="Arial" panose="020B0604020202020204" pitchFamily="34" charset="0"/>
                </a:rPr>
                <a:t>Setzen</a:t>
              </a:r>
            </a:p>
          </p:txBody>
        </p:sp>
        <p:sp>
          <p:nvSpPr>
            <p:cNvPr id="82" name="Text Box 21">
              <a:extLst>
                <a:ext uri="{FF2B5EF4-FFF2-40B4-BE49-F238E27FC236}">
                  <a16:creationId xmlns:a16="http://schemas.microsoft.com/office/drawing/2014/main" id="{1A600B38-61A8-4F03-AD75-5E2748B2B39D}"/>
                </a:ext>
              </a:extLst>
            </p:cNvPr>
            <p:cNvSpPr txBox="1">
              <a:spLocks noChangeArrowheads="1"/>
            </p:cNvSpPr>
            <p:nvPr/>
          </p:nvSpPr>
          <p:spPr bwMode="auto">
            <a:xfrm>
              <a:off x="2448" y="3553"/>
              <a:ext cx="115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000" b="0" i="0" u="none" strike="noStrike" kern="0" cap="none" spc="0" normalizeH="0" baseline="0" noProof="0">
                  <a:ln>
                    <a:noFill/>
                  </a:ln>
                  <a:solidFill>
                    <a:prstClr val="black"/>
                  </a:solidFill>
                  <a:effectLst/>
                  <a:uLnTx/>
                  <a:uFillTx/>
                  <a:latin typeface="Arial" panose="020B0604020202020204" pitchFamily="34" charset="0"/>
                </a:rPr>
                <a:t> </a:t>
              </a:r>
              <a:r>
                <a:rPr kumimoji="0" lang="de-DE" altLang="de-DE" sz="1800" b="0" i="0" u="none" strike="noStrike" kern="0" cap="none" spc="0" normalizeH="0" baseline="0" noProof="0">
                  <a:ln>
                    <a:noFill/>
                  </a:ln>
                  <a:solidFill>
                    <a:srgbClr val="954F72"/>
                  </a:solidFill>
                  <a:effectLst/>
                  <a:uLnTx/>
                  <a:uFillTx/>
                  <a:latin typeface="Arial" panose="020B0604020202020204" pitchFamily="34" charset="0"/>
                </a:rPr>
                <a:t>Rücksetzen</a:t>
              </a:r>
            </a:p>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1800" b="0" i="0" u="none" strike="noStrike" kern="0" cap="none" spc="0" normalizeH="0" baseline="0" noProof="0">
                  <a:ln>
                    <a:noFill/>
                  </a:ln>
                  <a:solidFill>
                    <a:prstClr val="black"/>
                  </a:solidFill>
                  <a:effectLst/>
                  <a:uLnTx/>
                  <a:uFillTx/>
                  <a:latin typeface="Arial" panose="020B0604020202020204" pitchFamily="34" charset="0"/>
                </a:rPr>
                <a:t>R</a:t>
              </a:r>
              <a:endParaRPr kumimoji="0" lang="de-DE" altLang="de-DE"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3" name="Text Box 22">
              <a:extLst>
                <a:ext uri="{FF2B5EF4-FFF2-40B4-BE49-F238E27FC236}">
                  <a16:creationId xmlns:a16="http://schemas.microsoft.com/office/drawing/2014/main" id="{C3B19583-6310-4B99-8243-AEEFA9A36AE9}"/>
                </a:ext>
              </a:extLst>
            </p:cNvPr>
            <p:cNvSpPr txBox="1">
              <a:spLocks noChangeArrowheads="1"/>
            </p:cNvSpPr>
            <p:nvPr/>
          </p:nvSpPr>
          <p:spPr bwMode="auto">
            <a:xfrm>
              <a:off x="3552" y="3391"/>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b"/>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400" b="0" i="0" u="none" strike="noStrike" kern="0" cap="none" spc="0" normalizeH="0" baseline="0" noProof="0">
                  <a:ln>
                    <a:noFill/>
                  </a:ln>
                  <a:solidFill>
                    <a:prstClr val="black"/>
                  </a:solidFill>
                  <a:effectLst/>
                  <a:uLnTx/>
                  <a:uFillTx/>
                  <a:latin typeface="Arial" panose="020B0604020202020204" pitchFamily="34" charset="0"/>
                </a:rPr>
                <a:t>1</a:t>
              </a:r>
            </a:p>
          </p:txBody>
        </p:sp>
        <p:sp>
          <p:nvSpPr>
            <p:cNvPr id="84" name="Line 23">
              <a:extLst>
                <a:ext uri="{FF2B5EF4-FFF2-40B4-BE49-F238E27FC236}">
                  <a16:creationId xmlns:a16="http://schemas.microsoft.com/office/drawing/2014/main" id="{EF7041CE-4747-493B-8287-08C42BB26E6B}"/>
                </a:ext>
              </a:extLst>
            </p:cNvPr>
            <p:cNvSpPr>
              <a:spLocks noChangeShapeType="1"/>
            </p:cNvSpPr>
            <p:nvPr/>
          </p:nvSpPr>
          <p:spPr bwMode="auto">
            <a:xfrm>
              <a:off x="3792" y="3679"/>
              <a:ext cx="48" cy="48"/>
            </a:xfrm>
            <a:prstGeom prst="line">
              <a:avLst/>
            </a:prstGeom>
            <a:noFill/>
            <a:ln w="19050">
              <a:solidFill>
                <a:sysClr val="windowText" lastClr="000000"/>
              </a:solidFill>
              <a:round/>
              <a:headEnd type="triangle" w="lg" len="lg"/>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85" name="Line 24">
              <a:extLst>
                <a:ext uri="{FF2B5EF4-FFF2-40B4-BE49-F238E27FC236}">
                  <a16:creationId xmlns:a16="http://schemas.microsoft.com/office/drawing/2014/main" id="{3226EA75-C786-4893-A705-169E9B339325}"/>
                </a:ext>
              </a:extLst>
            </p:cNvPr>
            <p:cNvSpPr>
              <a:spLocks noChangeShapeType="1"/>
            </p:cNvSpPr>
            <p:nvPr/>
          </p:nvSpPr>
          <p:spPr bwMode="auto">
            <a:xfrm rot="10800000">
              <a:off x="2207" y="3422"/>
              <a:ext cx="48" cy="48"/>
            </a:xfrm>
            <a:prstGeom prst="line">
              <a:avLst/>
            </a:prstGeom>
            <a:noFill/>
            <a:ln w="19050">
              <a:solidFill>
                <a:sysClr val="windowText" lastClr="000000"/>
              </a:solidFill>
              <a:round/>
              <a:headEnd type="triangle" w="lg" len="lg"/>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86" name="Text Box 25">
              <a:extLst>
                <a:ext uri="{FF2B5EF4-FFF2-40B4-BE49-F238E27FC236}">
                  <a16:creationId xmlns:a16="http://schemas.microsoft.com/office/drawing/2014/main" id="{FC380604-94F6-4CA6-BC29-E791F9B98EF6}"/>
                </a:ext>
              </a:extLst>
            </p:cNvPr>
            <p:cNvSpPr txBox="1">
              <a:spLocks noChangeArrowheads="1"/>
            </p:cNvSpPr>
            <p:nvPr/>
          </p:nvSpPr>
          <p:spPr bwMode="auto">
            <a:xfrm>
              <a:off x="4368" y="342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¬R</a:t>
              </a:r>
              <a:endParaRPr kumimoji="0" lang="de-DE" altLang="de-DE" sz="24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87" name="Text Box 26">
              <a:extLst>
                <a:ext uri="{FF2B5EF4-FFF2-40B4-BE49-F238E27FC236}">
                  <a16:creationId xmlns:a16="http://schemas.microsoft.com/office/drawing/2014/main" id="{4E4FCB34-DCE4-4E25-8C6D-04634AC5956B}"/>
                </a:ext>
              </a:extLst>
            </p:cNvPr>
            <p:cNvSpPr txBox="1">
              <a:spLocks noChangeArrowheads="1"/>
            </p:cNvSpPr>
            <p:nvPr/>
          </p:nvSpPr>
          <p:spPr bwMode="auto">
            <a:xfrm>
              <a:off x="1008" y="3477"/>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50000"/>
                </a:spcBef>
                <a:spcAft>
                  <a:spcPct val="0"/>
                </a:spcAft>
                <a:buClr>
                  <a:srgbClr val="954F72"/>
                </a:buClr>
                <a:buSzPct val="60000"/>
                <a:buFont typeface="Wingdings" panose="05000000000000000000" pitchFamily="2" charset="2"/>
                <a:buNone/>
                <a:tabLst/>
                <a:defRPr/>
              </a:pPr>
              <a:r>
                <a:rPr kumimoji="0" lang="de-DE" altLang="de-DE"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R </a:t>
              </a:r>
              <a:r>
                <a:rPr kumimoji="0" lang="de-DE" altLang="de-DE" sz="2000" b="1" i="0" u="none" strike="noStrike" kern="0" cap="none" spc="0" normalizeH="0" baseline="0" noProof="0">
                  <a:ln>
                    <a:noFill/>
                  </a:ln>
                  <a:solidFill>
                    <a:prstClr val="black"/>
                  </a:solidFill>
                  <a:effectLst/>
                  <a:uLnTx/>
                  <a:uFillTx/>
                  <a:latin typeface="Arial" panose="020B0604020202020204" pitchFamily="34" charset="0"/>
                  <a:sym typeface="Symbol" panose="05050102010706020507" pitchFamily="18" charset="2"/>
                </a:rPr>
                <a:t></a:t>
              </a:r>
              <a:r>
                <a:rPr kumimoji="0" lang="de-DE" altLang="de-DE"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 ¬S</a:t>
              </a:r>
            </a:p>
          </p:txBody>
        </p:sp>
      </p:grpSp>
      <p:graphicFrame>
        <p:nvGraphicFramePr>
          <p:cNvPr id="88" name="Group 107">
            <a:extLst>
              <a:ext uri="{FF2B5EF4-FFF2-40B4-BE49-F238E27FC236}">
                <a16:creationId xmlns:a16="http://schemas.microsoft.com/office/drawing/2014/main" id="{D63B4215-E0DE-403B-8D91-2ADB0B1E269D}"/>
              </a:ext>
            </a:extLst>
          </p:cNvPr>
          <p:cNvGraphicFramePr>
            <a:graphicFrameLocks noGrp="1"/>
          </p:cNvGraphicFramePr>
          <p:nvPr>
            <p:extLst>
              <p:ext uri="{D42A27DB-BD31-4B8C-83A1-F6EECF244321}">
                <p14:modId xmlns:p14="http://schemas.microsoft.com/office/powerpoint/2010/main" val="3385598888"/>
              </p:ext>
            </p:extLst>
          </p:nvPr>
        </p:nvGraphicFramePr>
        <p:xfrm>
          <a:off x="5519936" y="1905000"/>
          <a:ext cx="4233664" cy="2361248"/>
        </p:xfrm>
        <a:graphic>
          <a:graphicData uri="http://schemas.openxmlformats.org/drawingml/2006/table">
            <a:tbl>
              <a:tblPr/>
              <a:tblGrid>
                <a:gridCol w="1680964">
                  <a:extLst>
                    <a:ext uri="{9D8B030D-6E8A-4147-A177-3AD203B41FA5}">
                      <a16:colId xmlns:a16="http://schemas.microsoft.com/office/drawing/2014/main" val="20000"/>
                    </a:ext>
                  </a:extLst>
                </a:gridCol>
                <a:gridCol w="441325">
                  <a:extLst>
                    <a:ext uri="{9D8B030D-6E8A-4147-A177-3AD203B41FA5}">
                      <a16:colId xmlns:a16="http://schemas.microsoft.com/office/drawing/2014/main" val="20001"/>
                    </a:ext>
                  </a:extLst>
                </a:gridCol>
                <a:gridCol w="46355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tblGrid>
              <a:tr h="471488">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sng" strike="noStrike" cap="none" normalizeH="0" baseline="0" dirty="0">
                          <a:ln>
                            <a:noFill/>
                          </a:ln>
                          <a:solidFill>
                            <a:schemeClr val="tx1"/>
                          </a:solidFill>
                          <a:effectLst/>
                          <a:latin typeface="Tahoma" pitchFamily="34" charset="0"/>
                        </a:rPr>
                        <a:t>Funktion</a:t>
                      </a:r>
                      <a:r>
                        <a:rPr kumimoji="0" lang="de-DE" sz="2000" b="0" i="0" u="none" strike="noStrike" cap="none" normalizeH="0" baseline="0" dirty="0">
                          <a:ln>
                            <a:noFill/>
                          </a:ln>
                          <a:solidFill>
                            <a:schemeClr val="tx1"/>
                          </a:solidFill>
                          <a:effectLst/>
                          <a:latin typeface="Tahoma" pitchFamily="34" charset="0"/>
                        </a:rPr>
                        <a:t>:</a:t>
                      </a:r>
                    </a:p>
                  </a:txBody>
                  <a:tcPr horzOverflow="overflow">
                    <a:lnL cap="flat">
                      <a:noFill/>
                    </a:lnL>
                    <a:lnR w="19050" cap="flat" cmpd="sng" algn="ctr">
                      <a:solidFill>
                        <a:sysClr val="windowText" lastClr="000000"/>
                      </a:solidFill>
                      <a:prstDash val="solid"/>
                      <a:round/>
                      <a:headEnd type="none" w="med" len="med"/>
                      <a:tailEnd type="none" w="med" len="med"/>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a:ln>
                            <a:noFill/>
                          </a:ln>
                          <a:solidFill>
                            <a:schemeClr val="folHlink"/>
                          </a:solidFill>
                          <a:effectLst/>
                          <a:latin typeface="Tahoma" pitchFamily="34" charset="0"/>
                        </a:rPr>
                        <a:t>S</a:t>
                      </a:r>
                    </a:p>
                  </a:txBody>
                  <a:tcPr horzOverflow="overflow">
                    <a:lnL w="1905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905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a:ln>
                            <a:noFill/>
                          </a:ln>
                          <a:solidFill>
                            <a:schemeClr val="folHlink"/>
                          </a:solidFill>
                          <a:effectLst/>
                          <a:latin typeface="Tahoma" pitchFamily="34" charset="0"/>
                        </a:rPr>
                        <a:t>R</a:t>
                      </a:r>
                    </a:p>
                  </a:txBody>
                  <a:tcPr horzOverflow="overflow">
                    <a:lnL w="127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1905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cs typeface="Arial" charset="0"/>
                        </a:rPr>
                        <a:t>Q</a:t>
                      </a:r>
                    </a:p>
                  </a:txBody>
                  <a:tcPr horzOverflow="overflow">
                    <a:lnL w="381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905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cs typeface="Arial" charset="0"/>
                        </a:rPr>
                        <a:t>¬Q</a:t>
                      </a:r>
                    </a:p>
                  </a:txBody>
                  <a:tcPr horzOverflow="overflow">
                    <a:lnL w="28575" cap="flat" cmpd="sng" algn="ctr">
                      <a:solidFill>
                        <a:sysClr val="windowText" lastClr="000000"/>
                      </a:solidFill>
                      <a:prstDash val="solid"/>
                      <a:round/>
                      <a:headEnd type="none" w="med" len="med"/>
                      <a:tailEnd type="none" w="med" len="med"/>
                    </a:lnL>
                    <a:lnR w="19050" cap="flat" cmpd="sng" algn="ctr">
                      <a:solidFill>
                        <a:sysClr val="windowText" lastClr="000000"/>
                      </a:solidFill>
                      <a:prstDash val="solid"/>
                      <a:round/>
                      <a:headEnd type="none" w="med" len="med"/>
                      <a:tailEnd type="none" w="med" len="med"/>
                    </a:lnR>
                    <a:lnT w="1905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268288">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folHlink"/>
                          </a:solidFill>
                          <a:effectLst/>
                          <a:latin typeface="Tahoma" pitchFamily="34" charset="0"/>
                        </a:rPr>
                        <a:t>Set:</a:t>
                      </a:r>
                    </a:p>
                  </a:txBody>
                  <a:tcPr horzOverflow="overflow">
                    <a:lnL cap="flat">
                      <a:noFill/>
                    </a:lnL>
                    <a:lnR w="19050" cap="flat" cmpd="sng" algn="ctr">
                      <a:solidFill>
                        <a:sysClr val="windowText" lastClr="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dirty="0">
                          <a:ln>
                            <a:noFill/>
                          </a:ln>
                          <a:solidFill>
                            <a:schemeClr val="folHlink"/>
                          </a:solidFill>
                          <a:effectLst/>
                          <a:latin typeface="Tahoma" pitchFamily="34" charset="0"/>
                        </a:rPr>
                        <a:t>1</a:t>
                      </a:r>
                    </a:p>
                  </a:txBody>
                  <a:tcPr horzOverflow="overflow">
                    <a:lnL w="1905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folHlink"/>
                          </a:solidFill>
                          <a:effectLst/>
                          <a:latin typeface="Tahoma" pitchFamily="34" charset="0"/>
                        </a:rPr>
                        <a:t>0</a:t>
                      </a:r>
                    </a:p>
                  </a:txBody>
                  <a:tcPr horzOverflow="overflow">
                    <a:lnL w="127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dirty="0">
                          <a:ln>
                            <a:noFill/>
                          </a:ln>
                          <a:solidFill>
                            <a:schemeClr val="tx1"/>
                          </a:solidFill>
                          <a:effectLst/>
                          <a:latin typeface="Tahoma" pitchFamily="34" charset="0"/>
                        </a:rPr>
                        <a:t>1</a:t>
                      </a:r>
                    </a:p>
                  </a:txBody>
                  <a:tcPr anchor="ctr" horzOverflow="overflow">
                    <a:lnL w="381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0</a:t>
                      </a:r>
                    </a:p>
                  </a:txBody>
                  <a:tcPr anchor="ctr" horzOverflow="overflow">
                    <a:lnL w="28575" cap="flat" cmpd="sng" algn="ctr">
                      <a:solidFill>
                        <a:sysClr val="windowText" lastClr="000000"/>
                      </a:solidFill>
                      <a:prstDash val="solid"/>
                      <a:round/>
                      <a:headEnd type="none" w="med" len="med"/>
                      <a:tailEnd type="none" w="med" len="med"/>
                    </a:lnL>
                    <a:lnR w="1905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2667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err="1">
                          <a:ln>
                            <a:noFill/>
                          </a:ln>
                          <a:solidFill>
                            <a:schemeClr val="folHlink"/>
                          </a:solidFill>
                          <a:effectLst/>
                          <a:latin typeface="Tahoma" pitchFamily="34" charset="0"/>
                        </a:rPr>
                        <a:t>Reset</a:t>
                      </a:r>
                      <a:r>
                        <a:rPr kumimoji="0" lang="de-DE" sz="2000" b="0" i="0" u="none" strike="noStrike" cap="none" normalizeH="0" baseline="0" dirty="0">
                          <a:ln>
                            <a:noFill/>
                          </a:ln>
                          <a:solidFill>
                            <a:schemeClr val="folHlink"/>
                          </a:solidFill>
                          <a:effectLst/>
                          <a:latin typeface="Tahoma" pitchFamily="34" charset="0"/>
                        </a:rPr>
                        <a:t>:</a:t>
                      </a:r>
                    </a:p>
                  </a:txBody>
                  <a:tcPr horzOverflow="overflow">
                    <a:lnL cap="flat">
                      <a:noFill/>
                    </a:lnL>
                    <a:lnR w="19050" cap="flat" cmpd="sng" algn="ctr">
                      <a:solidFill>
                        <a:sysClr val="windowText" lastClr="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folHlink"/>
                          </a:solidFill>
                          <a:effectLst/>
                          <a:latin typeface="Tahoma" pitchFamily="34" charset="0"/>
                        </a:rPr>
                        <a:t>0</a:t>
                      </a:r>
                    </a:p>
                  </a:txBody>
                  <a:tcPr horzOverflow="overflow">
                    <a:lnL w="1905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a:ln>
                            <a:noFill/>
                          </a:ln>
                          <a:solidFill>
                            <a:schemeClr val="folHlink"/>
                          </a:solidFill>
                          <a:effectLst/>
                          <a:latin typeface="Tahoma" pitchFamily="34" charset="0"/>
                        </a:rPr>
                        <a:t>1</a:t>
                      </a:r>
                    </a:p>
                  </a:txBody>
                  <a:tcPr horzOverflow="overflow">
                    <a:lnL w="127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tx1"/>
                          </a:solidFill>
                          <a:effectLst/>
                          <a:latin typeface="Tahoma" pitchFamily="34" charset="0"/>
                        </a:rPr>
                        <a:t>0</a:t>
                      </a:r>
                    </a:p>
                  </a:txBody>
                  <a:tcPr horzOverflow="overflow">
                    <a:lnL w="381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dirty="0">
                          <a:ln>
                            <a:noFill/>
                          </a:ln>
                          <a:solidFill>
                            <a:schemeClr val="tx1"/>
                          </a:solidFill>
                          <a:effectLst/>
                          <a:latin typeface="Tahoma" pitchFamily="34" charset="0"/>
                        </a:rPr>
                        <a:t>1</a:t>
                      </a:r>
                    </a:p>
                  </a:txBody>
                  <a:tcPr horzOverflow="overflow">
                    <a:lnL w="28575" cap="flat" cmpd="sng" algn="ctr">
                      <a:solidFill>
                        <a:sysClr val="windowText" lastClr="000000"/>
                      </a:solidFill>
                      <a:prstDash val="solid"/>
                      <a:round/>
                      <a:headEnd type="none" w="med" len="med"/>
                      <a:tailEnd type="none" w="med" len="med"/>
                    </a:lnL>
                    <a:lnR w="1905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268288">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folHlink"/>
                          </a:solidFill>
                          <a:effectLst/>
                          <a:latin typeface="Tahoma" pitchFamily="34" charset="0"/>
                        </a:rPr>
                        <a:t>Save:</a:t>
                      </a:r>
                    </a:p>
                  </a:txBody>
                  <a:tcPr horzOverflow="overflow">
                    <a:lnL cap="flat">
                      <a:noFill/>
                    </a:lnL>
                    <a:lnR w="19050" cap="flat" cmpd="sng" algn="ctr">
                      <a:solidFill>
                        <a:sysClr val="windowText" lastClr="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noStrike" cap="none" normalizeH="0" baseline="0">
                          <a:ln>
                            <a:noFill/>
                          </a:ln>
                          <a:solidFill>
                            <a:schemeClr val="folHlink"/>
                          </a:solidFill>
                          <a:effectLst/>
                          <a:latin typeface="Tahoma" pitchFamily="34" charset="0"/>
                        </a:rPr>
                        <a:t>1</a:t>
                      </a:r>
                    </a:p>
                  </a:txBody>
                  <a:tcPr horzOverflow="overflow">
                    <a:lnL w="1905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a:ln>
                            <a:noFill/>
                          </a:ln>
                          <a:solidFill>
                            <a:schemeClr val="folHlink"/>
                          </a:solidFill>
                          <a:effectLst/>
                          <a:latin typeface="Tahoma" pitchFamily="34" charset="0"/>
                        </a:rPr>
                        <a:t>0</a:t>
                      </a:r>
                    </a:p>
                  </a:txBody>
                  <a:tcPr horzOverflow="overflow">
                    <a:lnL w="127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bleibt</a:t>
                      </a:r>
                    </a:p>
                  </a:txBody>
                  <a:tcPr horzOverflow="overflow">
                    <a:lnL w="381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tx1"/>
                          </a:solidFill>
                          <a:effectLst/>
                          <a:latin typeface="Tahoma" pitchFamily="34" charset="0"/>
                        </a:rPr>
                        <a:t>bleibt</a:t>
                      </a:r>
                    </a:p>
                  </a:txBody>
                  <a:tcPr horzOverflow="overflow">
                    <a:lnL w="28575" cap="flat" cmpd="sng" algn="ctr">
                      <a:solidFill>
                        <a:sysClr val="windowText" lastClr="000000"/>
                      </a:solidFill>
                      <a:prstDash val="solid"/>
                      <a:round/>
                      <a:headEnd type="none" w="med" len="med"/>
                      <a:tailEnd type="none" w="med" len="med"/>
                    </a:lnL>
                    <a:lnR w="1905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268288">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1" u="none" strike="noStrike" cap="none" normalizeH="0" baseline="0">
                          <a:ln>
                            <a:noFill/>
                          </a:ln>
                          <a:solidFill>
                            <a:schemeClr val="hlink"/>
                          </a:solidFill>
                          <a:effectLst/>
                          <a:latin typeface="Tahoma" pitchFamily="34" charset="0"/>
                        </a:rPr>
                        <a:t>Verboten!</a:t>
                      </a:r>
                      <a:br>
                        <a:rPr kumimoji="0" lang="de-DE" sz="2000" b="0" i="1" u="none" strike="noStrike" cap="none" normalizeH="0" baseline="0">
                          <a:ln>
                            <a:noFill/>
                          </a:ln>
                          <a:solidFill>
                            <a:schemeClr val="hlink"/>
                          </a:solidFill>
                          <a:effectLst/>
                          <a:latin typeface="Tahoma" pitchFamily="34" charset="0"/>
                        </a:rPr>
                      </a:br>
                      <a:r>
                        <a:rPr kumimoji="0" lang="de-DE" sz="1600" b="0" i="1" u="none" strike="noStrike" cap="none" normalizeH="0" baseline="0">
                          <a:ln>
                            <a:noFill/>
                          </a:ln>
                          <a:solidFill>
                            <a:schemeClr val="hlink"/>
                          </a:solidFill>
                          <a:effectLst/>
                          <a:latin typeface="Tahoma" pitchFamily="34" charset="0"/>
                        </a:rPr>
                        <a:t>(inkonsistent)</a:t>
                      </a:r>
                      <a:endParaRPr kumimoji="0" lang="de-DE" sz="1600" b="0" i="0" u="none" strike="noStrike" cap="none" normalizeH="0" baseline="0">
                        <a:ln>
                          <a:noFill/>
                        </a:ln>
                        <a:solidFill>
                          <a:schemeClr val="folHlink"/>
                        </a:solidFill>
                        <a:effectLst/>
                        <a:latin typeface="Tahoma" pitchFamily="34" charset="0"/>
                      </a:endParaRPr>
                    </a:p>
                  </a:txBody>
                  <a:tcPr horzOverflow="overflow">
                    <a:lnL cap="flat">
                      <a:noFill/>
                    </a:lnL>
                    <a:lnR w="19050" cap="flat" cmpd="sng" algn="ctr">
                      <a:solidFill>
                        <a:sysClr val="windowText" lastClr="000000"/>
                      </a:solidFill>
                      <a:prstDash val="solid"/>
                      <a:round/>
                      <a:headEnd type="none" w="med" len="med"/>
                      <a:tailEnd type="none" w="med" len="med"/>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sngStrike" cap="none" normalizeH="0" baseline="0" dirty="0">
                          <a:ln>
                            <a:noFill/>
                          </a:ln>
                          <a:solidFill>
                            <a:schemeClr val="hlink"/>
                          </a:solidFill>
                          <a:effectLst/>
                          <a:latin typeface="Tahoma" pitchFamily="34" charset="0"/>
                        </a:rPr>
                        <a:t>1</a:t>
                      </a:r>
                    </a:p>
                  </a:txBody>
                  <a:tcPr anchor="ctr" horzOverflow="overflow">
                    <a:lnL w="1905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905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1" i="0" u="none" strike="sngStrike" cap="none" normalizeH="0" baseline="0" dirty="0">
                          <a:ln>
                            <a:noFill/>
                          </a:ln>
                          <a:solidFill>
                            <a:schemeClr val="hlink"/>
                          </a:solidFill>
                          <a:effectLst/>
                          <a:latin typeface="Tahoma" pitchFamily="34" charset="0"/>
                        </a:rPr>
                        <a:t>1</a:t>
                      </a:r>
                    </a:p>
                  </a:txBody>
                  <a:tcPr anchor="ctr" horzOverflow="overflow">
                    <a:lnL w="127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905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de-DE" sz="2000" b="0" i="0" u="none" strike="noStrike" cap="none" normalizeH="0" baseline="0" dirty="0">
                          <a:ln>
                            <a:noFill/>
                          </a:ln>
                          <a:solidFill>
                            <a:schemeClr val="hlink"/>
                          </a:solidFill>
                          <a:effectLst/>
                          <a:latin typeface="Tahoma" pitchFamily="34" charset="0"/>
                        </a:rPr>
                        <a:t>nicht speicherbar</a:t>
                      </a:r>
                    </a:p>
                  </a:txBody>
                  <a:tcPr horzOverflow="overflow">
                    <a:lnL w="38100" cap="flat" cmpd="sng" algn="ctr">
                      <a:solidFill>
                        <a:sysClr val="windowText" lastClr="000000"/>
                      </a:solidFill>
                      <a:prstDash val="solid"/>
                      <a:round/>
                      <a:headEnd type="none" w="med" len="med"/>
                      <a:tailEnd type="none" w="med" len="med"/>
                    </a:lnL>
                    <a:lnR w="1905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9050" cap="flat" cmpd="sng" algn="ctr">
                      <a:solidFill>
                        <a:sysClr val="windowText" lastClr="000000"/>
                      </a:solidFill>
                      <a:prstDash val="solid"/>
                      <a:round/>
                      <a:headEnd type="none" w="med" len="med"/>
                      <a:tailEnd type="none" w="med" len="med"/>
                    </a:lnB>
                    <a:lnTlToBr>
                      <a:noFill/>
                    </a:lnTlToBr>
                    <a:lnBlToTr>
                      <a:noFill/>
                    </a:lnBlToTr>
                    <a:solidFill>
                      <a:srgbClr val="FFFFCC"/>
                    </a:solidFill>
                  </a:tcPr>
                </a:tc>
                <a:tc hMerge="1">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de-DE" sz="2000" b="0" i="0" u="none" strike="sngStrike" cap="none" normalizeH="0" baseline="0" dirty="0">
                        <a:ln>
                          <a:noFill/>
                        </a:ln>
                        <a:solidFill>
                          <a:schemeClr val="hlink"/>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bl>
          </a:graphicData>
        </a:graphic>
      </p:graphicFrame>
      <p:sp>
        <p:nvSpPr>
          <p:cNvPr id="89" name="Rechteck 88">
            <a:extLst>
              <a:ext uri="{FF2B5EF4-FFF2-40B4-BE49-F238E27FC236}">
                <a16:creationId xmlns:a16="http://schemas.microsoft.com/office/drawing/2014/main" id="{9DC73177-FE8A-4949-838F-24FED44C5ED6}"/>
              </a:ext>
            </a:extLst>
          </p:cNvPr>
          <p:cNvSpPr/>
          <p:nvPr/>
        </p:nvSpPr>
        <p:spPr>
          <a:xfrm>
            <a:off x="7225268" y="2415447"/>
            <a:ext cx="2505472" cy="1826336"/>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0" name="Rechteck 89">
            <a:extLst>
              <a:ext uri="{FF2B5EF4-FFF2-40B4-BE49-F238E27FC236}">
                <a16:creationId xmlns:a16="http://schemas.microsoft.com/office/drawing/2014/main" id="{36666CA9-552E-43C4-84CA-D9A32E18936D}"/>
              </a:ext>
            </a:extLst>
          </p:cNvPr>
          <p:cNvSpPr/>
          <p:nvPr/>
        </p:nvSpPr>
        <p:spPr>
          <a:xfrm>
            <a:off x="7225268" y="2780929"/>
            <a:ext cx="2505472" cy="14608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1" name="Rechteck 90">
            <a:extLst>
              <a:ext uri="{FF2B5EF4-FFF2-40B4-BE49-F238E27FC236}">
                <a16:creationId xmlns:a16="http://schemas.microsoft.com/office/drawing/2014/main" id="{CF077814-FF2E-4E03-8248-1F6E34DDDCB5}"/>
              </a:ext>
            </a:extLst>
          </p:cNvPr>
          <p:cNvSpPr/>
          <p:nvPr/>
        </p:nvSpPr>
        <p:spPr>
          <a:xfrm>
            <a:off x="7225268" y="3212976"/>
            <a:ext cx="2505472" cy="1028806"/>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438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9"/>
                                        </p:tgtEl>
                                      </p:cBhvr>
                                    </p:animEffect>
                                    <p:set>
                                      <p:cBhvr>
                                        <p:cTn id="7" dur="1" fill="hold">
                                          <p:stCondLst>
                                            <p:cond delay="499"/>
                                          </p:stCondLst>
                                        </p:cTn>
                                        <p:tgtEl>
                                          <p:spTgt spid="8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90"/>
                                        </p:tgtEl>
                                      </p:cBhvr>
                                    </p:animEffect>
                                    <p:set>
                                      <p:cBhvr>
                                        <p:cTn id="12" dur="1" fill="hold">
                                          <p:stCondLst>
                                            <p:cond delay="499"/>
                                          </p:stCondLst>
                                        </p:cTn>
                                        <p:tgtEl>
                                          <p:spTgt spid="9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91"/>
                                        </p:tgtEl>
                                      </p:cBhvr>
                                    </p:animEffect>
                                    <p:set>
                                      <p:cBhvr>
                                        <p:cTn id="17" dur="1" fill="hold">
                                          <p:stCondLst>
                                            <p:cond delay="499"/>
                                          </p:stCondLst>
                                        </p:cTn>
                                        <p:tgtEl>
                                          <p:spTgt spid="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90" grpId="0" animBg="1"/>
      <p:bldP spid="91" grpId="0" animBg="1"/>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Zeitverhalten</a:t>
            </a:r>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738664"/>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R/S- und D-Flipflop</a:t>
            </a:r>
          </a:p>
          <a:p>
            <a:br>
              <a:rPr lang="de-DE" sz="1400" dirty="0"/>
            </a:br>
            <a:endParaRPr lang="de-DE" sz="1400" dirty="0">
              <a:latin typeface="Arial" panose="020B0604020202020204" pitchFamily="34" charset="0"/>
              <a:cs typeface="Arial" panose="020B0604020202020204" pitchFamily="34" charset="0"/>
            </a:endParaRPr>
          </a:p>
        </p:txBody>
      </p:sp>
      <p:sp>
        <p:nvSpPr>
          <p:cNvPr id="95" name="Text Box 2">
            <a:extLst>
              <a:ext uri="{FF2B5EF4-FFF2-40B4-BE49-F238E27FC236}">
                <a16:creationId xmlns:a16="http://schemas.microsoft.com/office/drawing/2014/main" id="{ECCDB9B4-4A22-4D22-A5B2-F94B724523DC}"/>
              </a:ext>
            </a:extLst>
          </p:cNvPr>
          <p:cNvSpPr txBox="1">
            <a:spLocks noChangeArrowheads="1"/>
          </p:cNvSpPr>
          <p:nvPr/>
        </p:nvSpPr>
        <p:spPr>
          <a:xfrm>
            <a:off x="839788" y="2057400"/>
            <a:ext cx="3932237" cy="3811588"/>
          </a:xfrm>
          <a:prstGeom prst="rect">
            <a:avLst/>
          </a:prstGeom>
          <a:solidFill>
            <a:srgbClr val="70AD47">
              <a:lumMod val="40000"/>
              <a:lumOff val="60000"/>
            </a:srgb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285750" marR="0" lvl="0" indent="-285750" algn="l" defTabSz="914400" rtl="0" eaLnBrk="1" fontAlgn="auto" latinLnBrk="0" hangingPunct="1">
              <a:lnSpc>
                <a:spcPct val="150000"/>
              </a:lnSpc>
              <a:spcBef>
                <a:spcPts val="1000"/>
              </a:spcBef>
              <a:spcAft>
                <a:spcPts val="0"/>
              </a:spcAft>
              <a:buClrTx/>
              <a:buSzTx/>
              <a:buFont typeface="Wingdings" panose="05000000000000000000" pitchFamily="2" charset="2"/>
              <a:buNone/>
              <a:tabLst/>
              <a:defRPr/>
            </a:pPr>
            <a: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Zeitverhalten eines R/S-Flipflops:</a:t>
            </a:r>
          </a:p>
          <a:p>
            <a:pPr marL="285750" marR="0" lvl="0" indent="-285750" algn="l" defTabSz="914400" rtl="0" eaLnBrk="1" fontAlgn="auto" latinLnBrk="0" hangingPunct="1">
              <a:lnSpc>
                <a:spcPct val="150000"/>
              </a:lnSpc>
              <a:spcBef>
                <a:spcPts val="1000"/>
              </a:spcBef>
              <a:spcAft>
                <a:spcPts val="0"/>
              </a:spcAft>
              <a:buClrTx/>
              <a:buSzTx/>
              <a:buFont typeface="Symbol" panose="05050102010706020507" pitchFamily="18" charset="2"/>
              <a:buChar char="-"/>
              <a:tabLst/>
              <a:defRPr/>
            </a:pPr>
            <a:r>
              <a:rPr kumimoji="0" lang="de-DE" altLang="de-DE" sz="1600" b="0" i="0" u="none" strike="noStrike" kern="120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rPr>
              <a:t>Ergänzen Sie den Ausgang Q !</a:t>
            </a:r>
            <a:endParaRPr kumimoji="0" lang="de-DE" altLang="de-DE" sz="16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96" name="Line 4">
            <a:extLst>
              <a:ext uri="{FF2B5EF4-FFF2-40B4-BE49-F238E27FC236}">
                <a16:creationId xmlns:a16="http://schemas.microsoft.com/office/drawing/2014/main" id="{770799DF-448D-44B6-A098-7417DE86C198}"/>
              </a:ext>
            </a:extLst>
          </p:cNvPr>
          <p:cNvSpPr>
            <a:spLocks noChangeShapeType="1"/>
          </p:cNvSpPr>
          <p:nvPr/>
        </p:nvSpPr>
        <p:spPr bwMode="auto">
          <a:xfrm>
            <a:off x="5550024" y="4692166"/>
            <a:ext cx="6324600" cy="0"/>
          </a:xfrm>
          <a:prstGeom prst="line">
            <a:avLst/>
          </a:prstGeom>
          <a:noFill/>
          <a:ln w="12700">
            <a:solidFill>
              <a:sysClr val="windowText" lastClr="000000"/>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97" name="Line 5">
            <a:extLst>
              <a:ext uri="{FF2B5EF4-FFF2-40B4-BE49-F238E27FC236}">
                <a16:creationId xmlns:a16="http://schemas.microsoft.com/office/drawing/2014/main" id="{9CE1E698-D6E8-4490-8E4A-D7D0958E2066}"/>
              </a:ext>
            </a:extLst>
          </p:cNvPr>
          <p:cNvSpPr>
            <a:spLocks noChangeShapeType="1"/>
          </p:cNvSpPr>
          <p:nvPr/>
        </p:nvSpPr>
        <p:spPr bwMode="auto">
          <a:xfrm flipV="1">
            <a:off x="5550024" y="2710966"/>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98" name="Text Box 6">
            <a:extLst>
              <a:ext uri="{FF2B5EF4-FFF2-40B4-BE49-F238E27FC236}">
                <a16:creationId xmlns:a16="http://schemas.microsoft.com/office/drawing/2014/main" id="{21F71B90-AD38-4F1C-8CB8-A61E571E477C}"/>
              </a:ext>
            </a:extLst>
          </p:cNvPr>
          <p:cNvSpPr txBox="1">
            <a:spLocks noChangeArrowheads="1"/>
          </p:cNvSpPr>
          <p:nvPr/>
        </p:nvSpPr>
        <p:spPr bwMode="auto">
          <a:xfrm>
            <a:off x="11112624" y="4799373"/>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2400" dirty="0">
                <a:solidFill>
                  <a:prstClr val="black"/>
                </a:solidFill>
                <a:latin typeface="Arial" panose="020B0604020202020204" pitchFamily="34" charset="0"/>
              </a:rPr>
              <a:t>Zeit</a:t>
            </a:r>
          </a:p>
        </p:txBody>
      </p:sp>
      <p:sp>
        <p:nvSpPr>
          <p:cNvPr id="99" name="Line 7">
            <a:extLst>
              <a:ext uri="{FF2B5EF4-FFF2-40B4-BE49-F238E27FC236}">
                <a16:creationId xmlns:a16="http://schemas.microsoft.com/office/drawing/2014/main" id="{D9F6A74D-E202-49E7-85BE-1C203893A736}"/>
              </a:ext>
            </a:extLst>
          </p:cNvPr>
          <p:cNvSpPr>
            <a:spLocks noChangeShapeType="1"/>
          </p:cNvSpPr>
          <p:nvPr/>
        </p:nvSpPr>
        <p:spPr bwMode="auto">
          <a:xfrm>
            <a:off x="5550024" y="3853966"/>
            <a:ext cx="6172200" cy="0"/>
          </a:xfrm>
          <a:prstGeom prst="line">
            <a:avLst/>
          </a:prstGeom>
          <a:noFill/>
          <a:ln w="12700" cap="rnd">
            <a:solidFill>
              <a:srgbClr val="954F72"/>
            </a:solidFill>
            <a:prstDash val="sysDot"/>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0" name="Line 8">
            <a:extLst>
              <a:ext uri="{FF2B5EF4-FFF2-40B4-BE49-F238E27FC236}">
                <a16:creationId xmlns:a16="http://schemas.microsoft.com/office/drawing/2014/main" id="{5A23EE82-02BC-4370-91A3-9AA5FAD398D7}"/>
              </a:ext>
            </a:extLst>
          </p:cNvPr>
          <p:cNvSpPr>
            <a:spLocks noChangeShapeType="1"/>
          </p:cNvSpPr>
          <p:nvPr/>
        </p:nvSpPr>
        <p:spPr bwMode="auto">
          <a:xfrm>
            <a:off x="5550024" y="3244366"/>
            <a:ext cx="6172200" cy="0"/>
          </a:xfrm>
          <a:prstGeom prst="line">
            <a:avLst/>
          </a:prstGeom>
          <a:noFill/>
          <a:ln w="12700" cap="rnd">
            <a:solidFill>
              <a:srgbClr val="954F72"/>
            </a:solidFill>
            <a:prstDash val="sysDot"/>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1" name="Text Box 9">
            <a:extLst>
              <a:ext uri="{FF2B5EF4-FFF2-40B4-BE49-F238E27FC236}">
                <a16:creationId xmlns:a16="http://schemas.microsoft.com/office/drawing/2014/main" id="{73D647A8-C61A-4C99-BBAB-E389C0F09433}"/>
              </a:ext>
            </a:extLst>
          </p:cNvPr>
          <p:cNvSpPr txBox="1">
            <a:spLocks noChangeArrowheads="1"/>
          </p:cNvSpPr>
          <p:nvPr/>
        </p:nvSpPr>
        <p:spPr bwMode="auto">
          <a:xfrm>
            <a:off x="4940424" y="286336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2400">
                <a:solidFill>
                  <a:srgbClr val="954F72"/>
                </a:solidFill>
                <a:latin typeface="Arial" panose="020B0604020202020204" pitchFamily="34" charset="0"/>
              </a:rPr>
              <a:t>S</a:t>
            </a:r>
          </a:p>
        </p:txBody>
      </p:sp>
      <p:sp>
        <p:nvSpPr>
          <p:cNvPr id="102" name="Text Box 10">
            <a:extLst>
              <a:ext uri="{FF2B5EF4-FFF2-40B4-BE49-F238E27FC236}">
                <a16:creationId xmlns:a16="http://schemas.microsoft.com/office/drawing/2014/main" id="{305DC0E3-8D42-4746-A611-08E0A82B49D3}"/>
              </a:ext>
            </a:extLst>
          </p:cNvPr>
          <p:cNvSpPr txBox="1">
            <a:spLocks noChangeArrowheads="1"/>
          </p:cNvSpPr>
          <p:nvPr/>
        </p:nvSpPr>
        <p:spPr bwMode="auto">
          <a:xfrm>
            <a:off x="4940424" y="347296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2400">
                <a:solidFill>
                  <a:srgbClr val="954F72"/>
                </a:solidFill>
                <a:latin typeface="Arial" panose="020B0604020202020204" pitchFamily="34" charset="0"/>
              </a:rPr>
              <a:t>R</a:t>
            </a:r>
          </a:p>
        </p:txBody>
      </p:sp>
      <p:sp>
        <p:nvSpPr>
          <p:cNvPr id="103" name="Line 11">
            <a:extLst>
              <a:ext uri="{FF2B5EF4-FFF2-40B4-BE49-F238E27FC236}">
                <a16:creationId xmlns:a16="http://schemas.microsoft.com/office/drawing/2014/main" id="{E3384669-FDA2-4044-AB94-510DFC29E7E2}"/>
              </a:ext>
            </a:extLst>
          </p:cNvPr>
          <p:cNvSpPr>
            <a:spLocks noChangeShapeType="1"/>
          </p:cNvSpPr>
          <p:nvPr/>
        </p:nvSpPr>
        <p:spPr bwMode="auto">
          <a:xfrm>
            <a:off x="5550024" y="3625366"/>
            <a:ext cx="6172200" cy="0"/>
          </a:xfrm>
          <a:prstGeom prst="line">
            <a:avLst/>
          </a:prstGeom>
          <a:noFill/>
          <a:ln w="12700" cap="rnd">
            <a:solidFill>
              <a:srgbClr val="954F72"/>
            </a:solidFill>
            <a:prstDash val="sysDot"/>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4" name="Line 12">
            <a:extLst>
              <a:ext uri="{FF2B5EF4-FFF2-40B4-BE49-F238E27FC236}">
                <a16:creationId xmlns:a16="http://schemas.microsoft.com/office/drawing/2014/main" id="{228650E4-31F7-4F42-B480-A834BB7D4B14}"/>
              </a:ext>
            </a:extLst>
          </p:cNvPr>
          <p:cNvSpPr>
            <a:spLocks noChangeShapeType="1"/>
          </p:cNvSpPr>
          <p:nvPr/>
        </p:nvSpPr>
        <p:spPr bwMode="auto">
          <a:xfrm>
            <a:off x="5550024" y="3015766"/>
            <a:ext cx="6172200" cy="0"/>
          </a:xfrm>
          <a:prstGeom prst="line">
            <a:avLst/>
          </a:prstGeom>
          <a:noFill/>
          <a:ln w="12700" cap="rnd">
            <a:solidFill>
              <a:srgbClr val="954F72"/>
            </a:solidFill>
            <a:prstDash val="sysDot"/>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5" name="Line 13">
            <a:extLst>
              <a:ext uri="{FF2B5EF4-FFF2-40B4-BE49-F238E27FC236}">
                <a16:creationId xmlns:a16="http://schemas.microsoft.com/office/drawing/2014/main" id="{0F44521B-6A5D-4CED-973B-E8EA7F94EF9C}"/>
              </a:ext>
            </a:extLst>
          </p:cNvPr>
          <p:cNvSpPr>
            <a:spLocks noChangeShapeType="1"/>
          </p:cNvSpPr>
          <p:nvPr/>
        </p:nvSpPr>
        <p:spPr bwMode="auto">
          <a:xfrm>
            <a:off x="5550024" y="4463566"/>
            <a:ext cx="6172200" cy="0"/>
          </a:xfrm>
          <a:prstGeom prst="line">
            <a:avLst/>
          </a:prstGeom>
          <a:noFill/>
          <a:ln w="19050" cap="rnd">
            <a:solidFill>
              <a:sysClr val="windowText" lastClr="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1"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6" name="Text Box 14">
            <a:extLst>
              <a:ext uri="{FF2B5EF4-FFF2-40B4-BE49-F238E27FC236}">
                <a16:creationId xmlns:a16="http://schemas.microsoft.com/office/drawing/2014/main" id="{3A3A9161-4B39-4B05-8668-5D82B6D07236}"/>
              </a:ext>
            </a:extLst>
          </p:cNvPr>
          <p:cNvSpPr txBox="1">
            <a:spLocks noChangeArrowheads="1"/>
          </p:cNvSpPr>
          <p:nvPr/>
        </p:nvSpPr>
        <p:spPr bwMode="auto">
          <a:xfrm>
            <a:off x="4940424" y="408256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2400">
                <a:solidFill>
                  <a:srgbClr val="0563C1"/>
                </a:solidFill>
                <a:latin typeface="Arial" panose="020B0604020202020204" pitchFamily="34" charset="0"/>
              </a:rPr>
              <a:t>Q</a:t>
            </a:r>
          </a:p>
        </p:txBody>
      </p:sp>
      <p:sp>
        <p:nvSpPr>
          <p:cNvPr id="107" name="Line 15">
            <a:extLst>
              <a:ext uri="{FF2B5EF4-FFF2-40B4-BE49-F238E27FC236}">
                <a16:creationId xmlns:a16="http://schemas.microsoft.com/office/drawing/2014/main" id="{EFEF1115-BA40-4F6E-85C5-458250A2E1B7}"/>
              </a:ext>
            </a:extLst>
          </p:cNvPr>
          <p:cNvSpPr>
            <a:spLocks noChangeShapeType="1"/>
          </p:cNvSpPr>
          <p:nvPr/>
        </p:nvSpPr>
        <p:spPr bwMode="auto">
          <a:xfrm>
            <a:off x="5550024" y="4234966"/>
            <a:ext cx="6172200" cy="0"/>
          </a:xfrm>
          <a:prstGeom prst="line">
            <a:avLst/>
          </a:prstGeom>
          <a:noFill/>
          <a:ln w="19050" cap="rnd">
            <a:solidFill>
              <a:sysClr val="windowText" lastClr="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1"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8" name="Line 16">
            <a:extLst>
              <a:ext uri="{FF2B5EF4-FFF2-40B4-BE49-F238E27FC236}">
                <a16:creationId xmlns:a16="http://schemas.microsoft.com/office/drawing/2014/main" id="{85D02FF2-A591-4893-858B-C8158C68FD73}"/>
              </a:ext>
            </a:extLst>
          </p:cNvPr>
          <p:cNvSpPr>
            <a:spLocks noChangeShapeType="1"/>
          </p:cNvSpPr>
          <p:nvPr/>
        </p:nvSpPr>
        <p:spPr bwMode="auto">
          <a:xfrm>
            <a:off x="5550024" y="3853966"/>
            <a:ext cx="2057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09" name="Line 17">
            <a:extLst>
              <a:ext uri="{FF2B5EF4-FFF2-40B4-BE49-F238E27FC236}">
                <a16:creationId xmlns:a16="http://schemas.microsoft.com/office/drawing/2014/main" id="{90A9F7F1-13C1-40E9-A491-5EE7D22F242B}"/>
              </a:ext>
            </a:extLst>
          </p:cNvPr>
          <p:cNvSpPr>
            <a:spLocks noChangeShapeType="1"/>
          </p:cNvSpPr>
          <p:nvPr/>
        </p:nvSpPr>
        <p:spPr bwMode="auto">
          <a:xfrm>
            <a:off x="7607424" y="3625366"/>
            <a:ext cx="3810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0" name="Line 18">
            <a:extLst>
              <a:ext uri="{FF2B5EF4-FFF2-40B4-BE49-F238E27FC236}">
                <a16:creationId xmlns:a16="http://schemas.microsoft.com/office/drawing/2014/main" id="{C490A2BC-C184-43AF-9877-18758A68DDBA}"/>
              </a:ext>
            </a:extLst>
          </p:cNvPr>
          <p:cNvSpPr>
            <a:spLocks noChangeShapeType="1"/>
          </p:cNvSpPr>
          <p:nvPr/>
        </p:nvSpPr>
        <p:spPr bwMode="auto">
          <a:xfrm>
            <a:off x="8445624" y="3853966"/>
            <a:ext cx="609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1" name="Line 19">
            <a:extLst>
              <a:ext uri="{FF2B5EF4-FFF2-40B4-BE49-F238E27FC236}">
                <a16:creationId xmlns:a16="http://schemas.microsoft.com/office/drawing/2014/main" id="{B4C36AB5-DAD2-4CB3-9A02-26BA44EA9CF5}"/>
              </a:ext>
            </a:extLst>
          </p:cNvPr>
          <p:cNvSpPr>
            <a:spLocks noChangeShapeType="1"/>
          </p:cNvSpPr>
          <p:nvPr/>
        </p:nvSpPr>
        <p:spPr bwMode="auto">
          <a:xfrm>
            <a:off x="9055224" y="3625366"/>
            <a:ext cx="990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2" name="Line 20">
            <a:extLst>
              <a:ext uri="{FF2B5EF4-FFF2-40B4-BE49-F238E27FC236}">
                <a16:creationId xmlns:a16="http://schemas.microsoft.com/office/drawing/2014/main" id="{883371A5-09FE-46CB-9406-FCCC8400B5B6}"/>
              </a:ext>
            </a:extLst>
          </p:cNvPr>
          <p:cNvSpPr>
            <a:spLocks noChangeShapeType="1"/>
          </p:cNvSpPr>
          <p:nvPr/>
        </p:nvSpPr>
        <p:spPr bwMode="auto">
          <a:xfrm>
            <a:off x="76074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3" name="Line 21">
            <a:extLst>
              <a:ext uri="{FF2B5EF4-FFF2-40B4-BE49-F238E27FC236}">
                <a16:creationId xmlns:a16="http://schemas.microsoft.com/office/drawing/2014/main" id="{EB1F5CD0-43FE-418F-99CC-50258E3CD42B}"/>
              </a:ext>
            </a:extLst>
          </p:cNvPr>
          <p:cNvSpPr>
            <a:spLocks noChangeShapeType="1"/>
          </p:cNvSpPr>
          <p:nvPr/>
        </p:nvSpPr>
        <p:spPr bwMode="auto">
          <a:xfrm>
            <a:off x="84456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4" name="Line 22">
            <a:extLst>
              <a:ext uri="{FF2B5EF4-FFF2-40B4-BE49-F238E27FC236}">
                <a16:creationId xmlns:a16="http://schemas.microsoft.com/office/drawing/2014/main" id="{6F20780A-EFF0-41FA-BE93-4830A862394A}"/>
              </a:ext>
            </a:extLst>
          </p:cNvPr>
          <p:cNvSpPr>
            <a:spLocks noChangeShapeType="1"/>
          </p:cNvSpPr>
          <p:nvPr/>
        </p:nvSpPr>
        <p:spPr bwMode="auto">
          <a:xfrm>
            <a:off x="90552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5" name="Line 23">
            <a:extLst>
              <a:ext uri="{FF2B5EF4-FFF2-40B4-BE49-F238E27FC236}">
                <a16:creationId xmlns:a16="http://schemas.microsoft.com/office/drawing/2014/main" id="{BB1EFEE1-E273-42DE-9E38-FA15178C9ADA}"/>
              </a:ext>
            </a:extLst>
          </p:cNvPr>
          <p:cNvSpPr>
            <a:spLocks noChangeShapeType="1"/>
          </p:cNvSpPr>
          <p:nvPr/>
        </p:nvSpPr>
        <p:spPr bwMode="auto">
          <a:xfrm>
            <a:off x="108840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6" name="Line 24">
            <a:extLst>
              <a:ext uri="{FF2B5EF4-FFF2-40B4-BE49-F238E27FC236}">
                <a16:creationId xmlns:a16="http://schemas.microsoft.com/office/drawing/2014/main" id="{BABBC9DF-8BA5-4B71-9812-9134E07F1F27}"/>
              </a:ext>
            </a:extLst>
          </p:cNvPr>
          <p:cNvSpPr>
            <a:spLocks noChangeShapeType="1"/>
          </p:cNvSpPr>
          <p:nvPr/>
        </p:nvSpPr>
        <p:spPr bwMode="auto">
          <a:xfrm>
            <a:off x="10884024" y="3853966"/>
            <a:ext cx="8382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7" name="Line 25">
            <a:extLst>
              <a:ext uri="{FF2B5EF4-FFF2-40B4-BE49-F238E27FC236}">
                <a16:creationId xmlns:a16="http://schemas.microsoft.com/office/drawing/2014/main" id="{548A9CD7-DB24-4835-804D-153656CE2FD2}"/>
              </a:ext>
            </a:extLst>
          </p:cNvPr>
          <p:cNvSpPr>
            <a:spLocks noChangeShapeType="1"/>
          </p:cNvSpPr>
          <p:nvPr/>
        </p:nvSpPr>
        <p:spPr bwMode="auto">
          <a:xfrm>
            <a:off x="5550024" y="3244366"/>
            <a:ext cx="533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8" name="Line 26">
            <a:extLst>
              <a:ext uri="{FF2B5EF4-FFF2-40B4-BE49-F238E27FC236}">
                <a16:creationId xmlns:a16="http://schemas.microsoft.com/office/drawing/2014/main" id="{025C4148-770B-4DD6-9213-492B494F2712}"/>
              </a:ext>
            </a:extLst>
          </p:cNvPr>
          <p:cNvSpPr>
            <a:spLocks noChangeShapeType="1"/>
          </p:cNvSpPr>
          <p:nvPr/>
        </p:nvSpPr>
        <p:spPr bwMode="auto">
          <a:xfrm>
            <a:off x="6312024" y="3015766"/>
            <a:ext cx="533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19" name="Line 27">
            <a:extLst>
              <a:ext uri="{FF2B5EF4-FFF2-40B4-BE49-F238E27FC236}">
                <a16:creationId xmlns:a16="http://schemas.microsoft.com/office/drawing/2014/main" id="{857E620B-56CD-4A9E-90F9-6F78A5337DFA}"/>
              </a:ext>
            </a:extLst>
          </p:cNvPr>
          <p:cNvSpPr>
            <a:spLocks noChangeShapeType="1"/>
          </p:cNvSpPr>
          <p:nvPr/>
        </p:nvSpPr>
        <p:spPr bwMode="auto">
          <a:xfrm>
            <a:off x="7455024" y="3244366"/>
            <a:ext cx="1295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0" name="Line 28">
            <a:extLst>
              <a:ext uri="{FF2B5EF4-FFF2-40B4-BE49-F238E27FC236}">
                <a16:creationId xmlns:a16="http://schemas.microsoft.com/office/drawing/2014/main" id="{E4B7A99A-6C5E-4DB7-8456-F7BE7E7F93E7}"/>
              </a:ext>
            </a:extLst>
          </p:cNvPr>
          <p:cNvSpPr>
            <a:spLocks noChangeShapeType="1"/>
          </p:cNvSpPr>
          <p:nvPr/>
        </p:nvSpPr>
        <p:spPr bwMode="auto">
          <a:xfrm>
            <a:off x="68454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1" name="Line 29">
            <a:extLst>
              <a:ext uri="{FF2B5EF4-FFF2-40B4-BE49-F238E27FC236}">
                <a16:creationId xmlns:a16="http://schemas.microsoft.com/office/drawing/2014/main" id="{6CBB2621-A0F2-498D-BDED-9C8BE823D11D}"/>
              </a:ext>
            </a:extLst>
          </p:cNvPr>
          <p:cNvSpPr>
            <a:spLocks noChangeShapeType="1"/>
          </p:cNvSpPr>
          <p:nvPr/>
        </p:nvSpPr>
        <p:spPr bwMode="auto">
          <a:xfrm>
            <a:off x="87504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2" name="Line 30">
            <a:extLst>
              <a:ext uri="{FF2B5EF4-FFF2-40B4-BE49-F238E27FC236}">
                <a16:creationId xmlns:a16="http://schemas.microsoft.com/office/drawing/2014/main" id="{58C9C831-C5D0-4EB4-947D-14D38728884E}"/>
              </a:ext>
            </a:extLst>
          </p:cNvPr>
          <p:cNvSpPr>
            <a:spLocks noChangeShapeType="1"/>
          </p:cNvSpPr>
          <p:nvPr/>
        </p:nvSpPr>
        <p:spPr bwMode="auto">
          <a:xfrm>
            <a:off x="8750424" y="3015766"/>
            <a:ext cx="533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3" name="Line 31">
            <a:extLst>
              <a:ext uri="{FF2B5EF4-FFF2-40B4-BE49-F238E27FC236}">
                <a16:creationId xmlns:a16="http://schemas.microsoft.com/office/drawing/2014/main" id="{5933178A-175C-4882-B7D7-2A9D6EAB97B6}"/>
              </a:ext>
            </a:extLst>
          </p:cNvPr>
          <p:cNvSpPr>
            <a:spLocks noChangeShapeType="1"/>
          </p:cNvSpPr>
          <p:nvPr/>
        </p:nvSpPr>
        <p:spPr bwMode="auto">
          <a:xfrm>
            <a:off x="9283824" y="3244366"/>
            <a:ext cx="533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4" name="Line 32">
            <a:extLst>
              <a:ext uri="{FF2B5EF4-FFF2-40B4-BE49-F238E27FC236}">
                <a16:creationId xmlns:a16="http://schemas.microsoft.com/office/drawing/2014/main" id="{F6C67349-0414-400E-A3F2-5FC198ABBC6D}"/>
              </a:ext>
            </a:extLst>
          </p:cNvPr>
          <p:cNvSpPr>
            <a:spLocks noChangeShapeType="1"/>
          </p:cNvSpPr>
          <p:nvPr/>
        </p:nvSpPr>
        <p:spPr bwMode="auto">
          <a:xfrm>
            <a:off x="9817224" y="3015766"/>
            <a:ext cx="7620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5" name="Line 33">
            <a:extLst>
              <a:ext uri="{FF2B5EF4-FFF2-40B4-BE49-F238E27FC236}">
                <a16:creationId xmlns:a16="http://schemas.microsoft.com/office/drawing/2014/main" id="{4011DB9C-623A-473C-B572-0963DC5A787B}"/>
              </a:ext>
            </a:extLst>
          </p:cNvPr>
          <p:cNvSpPr>
            <a:spLocks noChangeShapeType="1"/>
          </p:cNvSpPr>
          <p:nvPr/>
        </p:nvSpPr>
        <p:spPr bwMode="auto">
          <a:xfrm>
            <a:off x="10579224" y="3244366"/>
            <a:ext cx="6858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6" name="Line 34">
            <a:extLst>
              <a:ext uri="{FF2B5EF4-FFF2-40B4-BE49-F238E27FC236}">
                <a16:creationId xmlns:a16="http://schemas.microsoft.com/office/drawing/2014/main" id="{E0E014B1-0C65-41BD-9D98-02FB6252960E}"/>
              </a:ext>
            </a:extLst>
          </p:cNvPr>
          <p:cNvSpPr>
            <a:spLocks noChangeShapeType="1"/>
          </p:cNvSpPr>
          <p:nvPr/>
        </p:nvSpPr>
        <p:spPr bwMode="auto">
          <a:xfrm>
            <a:off x="11265024" y="3015766"/>
            <a:ext cx="4572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7" name="Line 35">
            <a:extLst>
              <a:ext uri="{FF2B5EF4-FFF2-40B4-BE49-F238E27FC236}">
                <a16:creationId xmlns:a16="http://schemas.microsoft.com/office/drawing/2014/main" id="{B09EAE33-49ED-4C48-B8FB-D826E7FFA834}"/>
              </a:ext>
            </a:extLst>
          </p:cNvPr>
          <p:cNvSpPr>
            <a:spLocks noChangeShapeType="1"/>
          </p:cNvSpPr>
          <p:nvPr/>
        </p:nvSpPr>
        <p:spPr bwMode="auto">
          <a:xfrm>
            <a:off x="92838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8" name="Line 36">
            <a:extLst>
              <a:ext uri="{FF2B5EF4-FFF2-40B4-BE49-F238E27FC236}">
                <a16:creationId xmlns:a16="http://schemas.microsoft.com/office/drawing/2014/main" id="{488E9F11-B4EF-46D3-BB04-F4B5B18FE863}"/>
              </a:ext>
            </a:extLst>
          </p:cNvPr>
          <p:cNvSpPr>
            <a:spLocks noChangeShapeType="1"/>
          </p:cNvSpPr>
          <p:nvPr/>
        </p:nvSpPr>
        <p:spPr bwMode="auto">
          <a:xfrm>
            <a:off x="98172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29" name="Line 37">
            <a:extLst>
              <a:ext uri="{FF2B5EF4-FFF2-40B4-BE49-F238E27FC236}">
                <a16:creationId xmlns:a16="http://schemas.microsoft.com/office/drawing/2014/main" id="{8D75437D-1BCB-4D07-8E45-44C9036F4C88}"/>
              </a:ext>
            </a:extLst>
          </p:cNvPr>
          <p:cNvSpPr>
            <a:spLocks noChangeShapeType="1"/>
          </p:cNvSpPr>
          <p:nvPr/>
        </p:nvSpPr>
        <p:spPr bwMode="auto">
          <a:xfrm>
            <a:off x="105792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0" name="Line 38">
            <a:extLst>
              <a:ext uri="{FF2B5EF4-FFF2-40B4-BE49-F238E27FC236}">
                <a16:creationId xmlns:a16="http://schemas.microsoft.com/office/drawing/2014/main" id="{D772B8E1-58F7-4083-8934-DDCBBE7F83DB}"/>
              </a:ext>
            </a:extLst>
          </p:cNvPr>
          <p:cNvSpPr>
            <a:spLocks noChangeShapeType="1"/>
          </p:cNvSpPr>
          <p:nvPr/>
        </p:nvSpPr>
        <p:spPr bwMode="auto">
          <a:xfrm>
            <a:off x="112650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1" name="Line 39">
            <a:extLst>
              <a:ext uri="{FF2B5EF4-FFF2-40B4-BE49-F238E27FC236}">
                <a16:creationId xmlns:a16="http://schemas.microsoft.com/office/drawing/2014/main" id="{9A4972E4-9D8A-47F3-B8F9-E05BEE79AF76}"/>
              </a:ext>
            </a:extLst>
          </p:cNvPr>
          <p:cNvSpPr>
            <a:spLocks noChangeShapeType="1"/>
          </p:cNvSpPr>
          <p:nvPr/>
        </p:nvSpPr>
        <p:spPr bwMode="auto">
          <a:xfrm>
            <a:off x="63120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2" name="Line 40">
            <a:extLst>
              <a:ext uri="{FF2B5EF4-FFF2-40B4-BE49-F238E27FC236}">
                <a16:creationId xmlns:a16="http://schemas.microsoft.com/office/drawing/2014/main" id="{17EC06F1-253D-4D72-B05B-DCCD2153288E}"/>
              </a:ext>
            </a:extLst>
          </p:cNvPr>
          <p:cNvSpPr>
            <a:spLocks noChangeShapeType="1"/>
          </p:cNvSpPr>
          <p:nvPr/>
        </p:nvSpPr>
        <p:spPr bwMode="auto">
          <a:xfrm>
            <a:off x="6083424" y="3244366"/>
            <a:ext cx="228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3" name="Text Box 41">
            <a:extLst>
              <a:ext uri="{FF2B5EF4-FFF2-40B4-BE49-F238E27FC236}">
                <a16:creationId xmlns:a16="http://schemas.microsoft.com/office/drawing/2014/main" id="{31389EAB-94F0-4A1F-AD1C-629B73D49363}"/>
              </a:ext>
            </a:extLst>
          </p:cNvPr>
          <p:cNvSpPr txBox="1">
            <a:spLocks noChangeArrowheads="1"/>
          </p:cNvSpPr>
          <p:nvPr/>
        </p:nvSpPr>
        <p:spPr bwMode="auto">
          <a:xfrm>
            <a:off x="5321424" y="2863366"/>
            <a:ext cx="304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1400">
                <a:solidFill>
                  <a:prstClr val="black"/>
                </a:solidFill>
                <a:latin typeface="Arial" panose="020B0604020202020204" pitchFamily="34" charset="0"/>
              </a:rPr>
              <a:t>1</a:t>
            </a:r>
            <a:br>
              <a:rPr lang="de-DE" altLang="de-DE" sz="1400">
                <a:solidFill>
                  <a:prstClr val="black"/>
                </a:solidFill>
                <a:latin typeface="Arial" panose="020B0604020202020204" pitchFamily="34" charset="0"/>
              </a:rPr>
            </a:br>
            <a:r>
              <a:rPr lang="de-DE" altLang="de-DE" sz="1400">
                <a:solidFill>
                  <a:prstClr val="black"/>
                </a:solidFill>
                <a:latin typeface="Arial" panose="020B0604020202020204" pitchFamily="34" charset="0"/>
              </a:rPr>
              <a:t>0</a:t>
            </a:r>
          </a:p>
        </p:txBody>
      </p:sp>
      <p:sp>
        <p:nvSpPr>
          <p:cNvPr id="134" name="Text Box 42">
            <a:extLst>
              <a:ext uri="{FF2B5EF4-FFF2-40B4-BE49-F238E27FC236}">
                <a16:creationId xmlns:a16="http://schemas.microsoft.com/office/drawing/2014/main" id="{F5976CBF-3E93-4B65-9802-C3EC61AE3BA7}"/>
              </a:ext>
            </a:extLst>
          </p:cNvPr>
          <p:cNvSpPr txBox="1">
            <a:spLocks noChangeArrowheads="1"/>
          </p:cNvSpPr>
          <p:nvPr/>
        </p:nvSpPr>
        <p:spPr bwMode="auto">
          <a:xfrm>
            <a:off x="5321424" y="3472966"/>
            <a:ext cx="304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1400">
                <a:solidFill>
                  <a:prstClr val="black"/>
                </a:solidFill>
                <a:latin typeface="Arial" panose="020B0604020202020204" pitchFamily="34" charset="0"/>
              </a:rPr>
              <a:t>1</a:t>
            </a:r>
            <a:br>
              <a:rPr lang="de-DE" altLang="de-DE" sz="1400">
                <a:solidFill>
                  <a:prstClr val="black"/>
                </a:solidFill>
                <a:latin typeface="Arial" panose="020B0604020202020204" pitchFamily="34" charset="0"/>
              </a:rPr>
            </a:br>
            <a:r>
              <a:rPr lang="de-DE" altLang="de-DE" sz="1400">
                <a:solidFill>
                  <a:prstClr val="black"/>
                </a:solidFill>
                <a:latin typeface="Arial" panose="020B0604020202020204" pitchFamily="34" charset="0"/>
              </a:rPr>
              <a:t>0</a:t>
            </a:r>
          </a:p>
        </p:txBody>
      </p:sp>
      <p:sp>
        <p:nvSpPr>
          <p:cNvPr id="135" name="Text Box 43">
            <a:extLst>
              <a:ext uri="{FF2B5EF4-FFF2-40B4-BE49-F238E27FC236}">
                <a16:creationId xmlns:a16="http://schemas.microsoft.com/office/drawing/2014/main" id="{C6BEBA55-C9D1-4F88-B667-32F3DC58032B}"/>
              </a:ext>
            </a:extLst>
          </p:cNvPr>
          <p:cNvSpPr txBox="1">
            <a:spLocks noChangeArrowheads="1"/>
          </p:cNvSpPr>
          <p:nvPr/>
        </p:nvSpPr>
        <p:spPr bwMode="auto">
          <a:xfrm>
            <a:off x="5321424" y="4082566"/>
            <a:ext cx="304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7030A0"/>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rgbClr val="7030A0"/>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7030A0"/>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rgbClr val="7030A0"/>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7030A0"/>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fontAlgn="base">
              <a:spcBef>
                <a:spcPct val="50000"/>
              </a:spcBef>
              <a:spcAft>
                <a:spcPct val="0"/>
              </a:spcAft>
              <a:buClr>
                <a:srgbClr val="954F72"/>
              </a:buClr>
              <a:buFont typeface="Wingdings" panose="05000000000000000000" pitchFamily="2" charset="2"/>
              <a:buNone/>
            </a:pPr>
            <a:r>
              <a:rPr lang="de-DE" altLang="de-DE" sz="1400">
                <a:solidFill>
                  <a:prstClr val="black"/>
                </a:solidFill>
                <a:latin typeface="Arial" panose="020B0604020202020204" pitchFamily="34" charset="0"/>
              </a:rPr>
              <a:t>1</a:t>
            </a:r>
            <a:br>
              <a:rPr lang="de-DE" altLang="de-DE" sz="1400">
                <a:solidFill>
                  <a:prstClr val="black"/>
                </a:solidFill>
                <a:latin typeface="Arial" panose="020B0604020202020204" pitchFamily="34" charset="0"/>
              </a:rPr>
            </a:br>
            <a:r>
              <a:rPr lang="de-DE" altLang="de-DE" sz="1400">
                <a:solidFill>
                  <a:prstClr val="black"/>
                </a:solidFill>
                <a:latin typeface="Arial" panose="020B0604020202020204" pitchFamily="34" charset="0"/>
              </a:rPr>
              <a:t>0</a:t>
            </a:r>
          </a:p>
        </p:txBody>
      </p:sp>
      <p:sp>
        <p:nvSpPr>
          <p:cNvPr id="136" name="Line 45">
            <a:extLst>
              <a:ext uri="{FF2B5EF4-FFF2-40B4-BE49-F238E27FC236}">
                <a16:creationId xmlns:a16="http://schemas.microsoft.com/office/drawing/2014/main" id="{5D8406B6-C18D-4616-BB56-A4909627A019}"/>
              </a:ext>
            </a:extLst>
          </p:cNvPr>
          <p:cNvSpPr>
            <a:spLocks noChangeShapeType="1"/>
          </p:cNvSpPr>
          <p:nvPr/>
        </p:nvSpPr>
        <p:spPr bwMode="auto">
          <a:xfrm>
            <a:off x="6845424" y="3244366"/>
            <a:ext cx="4572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7" name="Line 46">
            <a:extLst>
              <a:ext uri="{FF2B5EF4-FFF2-40B4-BE49-F238E27FC236}">
                <a16:creationId xmlns:a16="http://schemas.microsoft.com/office/drawing/2014/main" id="{4596D380-6617-46E9-9575-9A0E421F1B9A}"/>
              </a:ext>
            </a:extLst>
          </p:cNvPr>
          <p:cNvSpPr>
            <a:spLocks noChangeShapeType="1"/>
          </p:cNvSpPr>
          <p:nvPr/>
        </p:nvSpPr>
        <p:spPr bwMode="auto">
          <a:xfrm>
            <a:off x="7302624" y="3015766"/>
            <a:ext cx="1524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8" name="Line 47">
            <a:extLst>
              <a:ext uri="{FF2B5EF4-FFF2-40B4-BE49-F238E27FC236}">
                <a16:creationId xmlns:a16="http://schemas.microsoft.com/office/drawing/2014/main" id="{235E979E-CB21-472B-97D8-A8BB20BD4E2A}"/>
              </a:ext>
            </a:extLst>
          </p:cNvPr>
          <p:cNvSpPr>
            <a:spLocks noChangeShapeType="1"/>
          </p:cNvSpPr>
          <p:nvPr/>
        </p:nvSpPr>
        <p:spPr bwMode="auto">
          <a:xfrm>
            <a:off x="73026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39" name="Line 48">
            <a:extLst>
              <a:ext uri="{FF2B5EF4-FFF2-40B4-BE49-F238E27FC236}">
                <a16:creationId xmlns:a16="http://schemas.microsoft.com/office/drawing/2014/main" id="{3977FCCE-9041-42B1-9ABF-58B40DC1C528}"/>
              </a:ext>
            </a:extLst>
          </p:cNvPr>
          <p:cNvSpPr>
            <a:spLocks noChangeShapeType="1"/>
          </p:cNvSpPr>
          <p:nvPr/>
        </p:nvSpPr>
        <p:spPr bwMode="auto">
          <a:xfrm>
            <a:off x="7455024" y="3015766"/>
            <a:ext cx="0" cy="228600"/>
          </a:xfrm>
          <a:prstGeom prst="line">
            <a:avLst/>
          </a:prstGeom>
          <a:noFill/>
          <a:ln w="28575">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0" name="Line 49">
            <a:extLst>
              <a:ext uri="{FF2B5EF4-FFF2-40B4-BE49-F238E27FC236}">
                <a16:creationId xmlns:a16="http://schemas.microsoft.com/office/drawing/2014/main" id="{A91D211A-8CCA-470C-86E2-932231EEFA61}"/>
              </a:ext>
            </a:extLst>
          </p:cNvPr>
          <p:cNvSpPr>
            <a:spLocks noChangeShapeType="1"/>
          </p:cNvSpPr>
          <p:nvPr/>
        </p:nvSpPr>
        <p:spPr bwMode="auto">
          <a:xfrm>
            <a:off x="8217024" y="3625366"/>
            <a:ext cx="228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1" name="Line 50">
            <a:extLst>
              <a:ext uri="{FF2B5EF4-FFF2-40B4-BE49-F238E27FC236}">
                <a16:creationId xmlns:a16="http://schemas.microsoft.com/office/drawing/2014/main" id="{061DE5DB-2B39-4710-AC3B-86A2012CC4A3}"/>
              </a:ext>
            </a:extLst>
          </p:cNvPr>
          <p:cNvSpPr>
            <a:spLocks noChangeShapeType="1"/>
          </p:cNvSpPr>
          <p:nvPr/>
        </p:nvSpPr>
        <p:spPr bwMode="auto">
          <a:xfrm>
            <a:off x="102744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2" name="Line 51">
            <a:extLst>
              <a:ext uri="{FF2B5EF4-FFF2-40B4-BE49-F238E27FC236}">
                <a16:creationId xmlns:a16="http://schemas.microsoft.com/office/drawing/2014/main" id="{68966A04-B1E7-466D-88E3-67417DEADE74}"/>
              </a:ext>
            </a:extLst>
          </p:cNvPr>
          <p:cNvSpPr>
            <a:spLocks noChangeShapeType="1"/>
          </p:cNvSpPr>
          <p:nvPr/>
        </p:nvSpPr>
        <p:spPr bwMode="auto">
          <a:xfrm>
            <a:off x="100458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3" name="Line 52">
            <a:extLst>
              <a:ext uri="{FF2B5EF4-FFF2-40B4-BE49-F238E27FC236}">
                <a16:creationId xmlns:a16="http://schemas.microsoft.com/office/drawing/2014/main" id="{0E69A268-119A-4059-8E0E-913D20EE259C}"/>
              </a:ext>
            </a:extLst>
          </p:cNvPr>
          <p:cNvSpPr>
            <a:spLocks noChangeShapeType="1"/>
          </p:cNvSpPr>
          <p:nvPr/>
        </p:nvSpPr>
        <p:spPr bwMode="auto">
          <a:xfrm>
            <a:off x="10045824" y="3853966"/>
            <a:ext cx="228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4" name="Line 53">
            <a:extLst>
              <a:ext uri="{FF2B5EF4-FFF2-40B4-BE49-F238E27FC236}">
                <a16:creationId xmlns:a16="http://schemas.microsoft.com/office/drawing/2014/main" id="{5218A28A-B768-49FB-9F43-09C90A3712C2}"/>
              </a:ext>
            </a:extLst>
          </p:cNvPr>
          <p:cNvSpPr>
            <a:spLocks noChangeShapeType="1"/>
          </p:cNvSpPr>
          <p:nvPr/>
        </p:nvSpPr>
        <p:spPr bwMode="auto">
          <a:xfrm>
            <a:off x="10274424" y="3625366"/>
            <a:ext cx="609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5" name="Line 54">
            <a:extLst>
              <a:ext uri="{FF2B5EF4-FFF2-40B4-BE49-F238E27FC236}">
                <a16:creationId xmlns:a16="http://schemas.microsoft.com/office/drawing/2014/main" id="{D17B3D7A-1FF3-4705-A577-A45B3F8B8895}"/>
              </a:ext>
            </a:extLst>
          </p:cNvPr>
          <p:cNvSpPr>
            <a:spLocks noChangeShapeType="1"/>
          </p:cNvSpPr>
          <p:nvPr/>
        </p:nvSpPr>
        <p:spPr bwMode="auto">
          <a:xfrm>
            <a:off x="82170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6" name="Line 55">
            <a:extLst>
              <a:ext uri="{FF2B5EF4-FFF2-40B4-BE49-F238E27FC236}">
                <a16:creationId xmlns:a16="http://schemas.microsoft.com/office/drawing/2014/main" id="{328EC0A9-20D0-4DCE-8005-8A3C3F1F5F8E}"/>
              </a:ext>
            </a:extLst>
          </p:cNvPr>
          <p:cNvSpPr>
            <a:spLocks noChangeShapeType="1"/>
          </p:cNvSpPr>
          <p:nvPr/>
        </p:nvSpPr>
        <p:spPr bwMode="auto">
          <a:xfrm>
            <a:off x="7988424" y="3625366"/>
            <a:ext cx="0" cy="228600"/>
          </a:xfrm>
          <a:prstGeom prst="line">
            <a:avLst/>
          </a:prstGeom>
          <a:noFill/>
          <a:ln w="1905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7" name="Line 56">
            <a:extLst>
              <a:ext uri="{FF2B5EF4-FFF2-40B4-BE49-F238E27FC236}">
                <a16:creationId xmlns:a16="http://schemas.microsoft.com/office/drawing/2014/main" id="{6582DB53-9D37-4094-8BAD-2B8D28F68F74}"/>
              </a:ext>
            </a:extLst>
          </p:cNvPr>
          <p:cNvSpPr>
            <a:spLocks noChangeShapeType="1"/>
          </p:cNvSpPr>
          <p:nvPr/>
        </p:nvSpPr>
        <p:spPr bwMode="auto">
          <a:xfrm>
            <a:off x="7988424" y="3853966"/>
            <a:ext cx="228600" cy="0"/>
          </a:xfrm>
          <a:prstGeom prst="line">
            <a:avLst/>
          </a:prstGeom>
          <a:noFill/>
          <a:ln w="38100">
            <a:solidFill>
              <a:srgbClr val="954F7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8" name="Line 5">
            <a:extLst>
              <a:ext uri="{FF2B5EF4-FFF2-40B4-BE49-F238E27FC236}">
                <a16:creationId xmlns:a16="http://schemas.microsoft.com/office/drawing/2014/main" id="{F6F3EE6B-524B-47DE-B5DF-1C01CFE39AF6}"/>
              </a:ext>
            </a:extLst>
          </p:cNvPr>
          <p:cNvSpPr>
            <a:spLocks noChangeShapeType="1"/>
          </p:cNvSpPr>
          <p:nvPr/>
        </p:nvSpPr>
        <p:spPr bwMode="auto">
          <a:xfrm flipV="1">
            <a:off x="6312024" y="2720467"/>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49" name="Line 5">
            <a:extLst>
              <a:ext uri="{FF2B5EF4-FFF2-40B4-BE49-F238E27FC236}">
                <a16:creationId xmlns:a16="http://schemas.microsoft.com/office/drawing/2014/main" id="{95772E97-B593-4D78-9790-EB757C6FAF32}"/>
              </a:ext>
            </a:extLst>
          </p:cNvPr>
          <p:cNvSpPr>
            <a:spLocks noChangeShapeType="1"/>
          </p:cNvSpPr>
          <p:nvPr/>
        </p:nvSpPr>
        <p:spPr bwMode="auto">
          <a:xfrm flipV="1">
            <a:off x="5910064" y="2720467"/>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0" name="Line 5">
            <a:extLst>
              <a:ext uri="{FF2B5EF4-FFF2-40B4-BE49-F238E27FC236}">
                <a16:creationId xmlns:a16="http://schemas.microsoft.com/office/drawing/2014/main" id="{D59A26A7-3E9A-4C97-B32D-DB752011039A}"/>
              </a:ext>
            </a:extLst>
          </p:cNvPr>
          <p:cNvSpPr>
            <a:spLocks noChangeShapeType="1"/>
          </p:cNvSpPr>
          <p:nvPr/>
        </p:nvSpPr>
        <p:spPr bwMode="auto">
          <a:xfrm flipV="1">
            <a:off x="73026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1" name="Line 5">
            <a:extLst>
              <a:ext uri="{FF2B5EF4-FFF2-40B4-BE49-F238E27FC236}">
                <a16:creationId xmlns:a16="http://schemas.microsoft.com/office/drawing/2014/main" id="{AFDA0721-BCD9-482D-AD96-93CC4BA677C6}"/>
              </a:ext>
            </a:extLst>
          </p:cNvPr>
          <p:cNvSpPr>
            <a:spLocks noChangeShapeType="1"/>
          </p:cNvSpPr>
          <p:nvPr/>
        </p:nvSpPr>
        <p:spPr bwMode="auto">
          <a:xfrm flipV="1">
            <a:off x="6844268"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2" name="Line 5">
            <a:extLst>
              <a:ext uri="{FF2B5EF4-FFF2-40B4-BE49-F238E27FC236}">
                <a16:creationId xmlns:a16="http://schemas.microsoft.com/office/drawing/2014/main" id="{8DCF0D9E-5DCA-446C-ADF1-A015344C8E68}"/>
              </a:ext>
            </a:extLst>
          </p:cNvPr>
          <p:cNvSpPr>
            <a:spLocks noChangeShapeType="1"/>
          </p:cNvSpPr>
          <p:nvPr/>
        </p:nvSpPr>
        <p:spPr bwMode="auto">
          <a:xfrm flipV="1">
            <a:off x="7599804" y="2710966"/>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3" name="Line 5">
            <a:extLst>
              <a:ext uri="{FF2B5EF4-FFF2-40B4-BE49-F238E27FC236}">
                <a16:creationId xmlns:a16="http://schemas.microsoft.com/office/drawing/2014/main" id="{DC8420AC-D106-474F-BE62-26E8D114DBA5}"/>
              </a:ext>
            </a:extLst>
          </p:cNvPr>
          <p:cNvSpPr>
            <a:spLocks noChangeShapeType="1"/>
          </p:cNvSpPr>
          <p:nvPr/>
        </p:nvSpPr>
        <p:spPr bwMode="auto">
          <a:xfrm flipV="1">
            <a:off x="7452320" y="2720467"/>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4" name="Line 5">
            <a:extLst>
              <a:ext uri="{FF2B5EF4-FFF2-40B4-BE49-F238E27FC236}">
                <a16:creationId xmlns:a16="http://schemas.microsoft.com/office/drawing/2014/main" id="{027C9056-76AF-4847-B9F2-2BDC738D0EE8}"/>
              </a:ext>
            </a:extLst>
          </p:cNvPr>
          <p:cNvSpPr>
            <a:spLocks noChangeShapeType="1"/>
          </p:cNvSpPr>
          <p:nvPr/>
        </p:nvSpPr>
        <p:spPr bwMode="auto">
          <a:xfrm flipV="1">
            <a:off x="84456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5" name="Line 5">
            <a:extLst>
              <a:ext uri="{FF2B5EF4-FFF2-40B4-BE49-F238E27FC236}">
                <a16:creationId xmlns:a16="http://schemas.microsoft.com/office/drawing/2014/main" id="{D1321553-4ABF-4DC7-BB62-317ADD673F71}"/>
              </a:ext>
            </a:extLst>
          </p:cNvPr>
          <p:cNvSpPr>
            <a:spLocks noChangeShapeType="1"/>
          </p:cNvSpPr>
          <p:nvPr/>
        </p:nvSpPr>
        <p:spPr bwMode="auto">
          <a:xfrm flipV="1">
            <a:off x="79884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6" name="Line 5">
            <a:extLst>
              <a:ext uri="{FF2B5EF4-FFF2-40B4-BE49-F238E27FC236}">
                <a16:creationId xmlns:a16="http://schemas.microsoft.com/office/drawing/2014/main" id="{313EFA91-BCD9-4D28-A196-A728A334028E}"/>
              </a:ext>
            </a:extLst>
          </p:cNvPr>
          <p:cNvSpPr>
            <a:spLocks noChangeShapeType="1"/>
          </p:cNvSpPr>
          <p:nvPr/>
        </p:nvSpPr>
        <p:spPr bwMode="auto">
          <a:xfrm flipV="1">
            <a:off x="90552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7" name="Line 5">
            <a:extLst>
              <a:ext uri="{FF2B5EF4-FFF2-40B4-BE49-F238E27FC236}">
                <a16:creationId xmlns:a16="http://schemas.microsoft.com/office/drawing/2014/main" id="{5DDBE8F3-50C4-404F-A6AC-C33DE2212A49}"/>
              </a:ext>
            </a:extLst>
          </p:cNvPr>
          <p:cNvSpPr>
            <a:spLocks noChangeShapeType="1"/>
          </p:cNvSpPr>
          <p:nvPr/>
        </p:nvSpPr>
        <p:spPr bwMode="auto">
          <a:xfrm flipV="1">
            <a:off x="874846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8" name="Line 5">
            <a:extLst>
              <a:ext uri="{FF2B5EF4-FFF2-40B4-BE49-F238E27FC236}">
                <a16:creationId xmlns:a16="http://schemas.microsoft.com/office/drawing/2014/main" id="{5A5DA8F8-FFC4-4C20-B8EE-C535FED128EC}"/>
              </a:ext>
            </a:extLst>
          </p:cNvPr>
          <p:cNvSpPr>
            <a:spLocks noChangeShapeType="1"/>
          </p:cNvSpPr>
          <p:nvPr/>
        </p:nvSpPr>
        <p:spPr bwMode="auto">
          <a:xfrm flipV="1">
            <a:off x="9817224" y="2710966"/>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59" name="Line 5">
            <a:extLst>
              <a:ext uri="{FF2B5EF4-FFF2-40B4-BE49-F238E27FC236}">
                <a16:creationId xmlns:a16="http://schemas.microsoft.com/office/drawing/2014/main" id="{97F27348-D646-47D4-A782-28971A68842A}"/>
              </a:ext>
            </a:extLst>
          </p:cNvPr>
          <p:cNvSpPr>
            <a:spLocks noChangeShapeType="1"/>
          </p:cNvSpPr>
          <p:nvPr/>
        </p:nvSpPr>
        <p:spPr bwMode="auto">
          <a:xfrm flipV="1">
            <a:off x="92838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0" name="Line 5">
            <a:extLst>
              <a:ext uri="{FF2B5EF4-FFF2-40B4-BE49-F238E27FC236}">
                <a16:creationId xmlns:a16="http://schemas.microsoft.com/office/drawing/2014/main" id="{371C71C3-AAD1-4ECD-B066-976C600E26E5}"/>
              </a:ext>
            </a:extLst>
          </p:cNvPr>
          <p:cNvSpPr>
            <a:spLocks noChangeShapeType="1"/>
          </p:cNvSpPr>
          <p:nvPr/>
        </p:nvSpPr>
        <p:spPr bwMode="auto">
          <a:xfrm flipV="1">
            <a:off x="102744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1" name="Line 5">
            <a:extLst>
              <a:ext uri="{FF2B5EF4-FFF2-40B4-BE49-F238E27FC236}">
                <a16:creationId xmlns:a16="http://schemas.microsoft.com/office/drawing/2014/main" id="{DB03DE65-BBCE-48B9-8D0E-A7F3411CF2FC}"/>
              </a:ext>
            </a:extLst>
          </p:cNvPr>
          <p:cNvSpPr>
            <a:spLocks noChangeShapeType="1"/>
          </p:cNvSpPr>
          <p:nvPr/>
        </p:nvSpPr>
        <p:spPr bwMode="auto">
          <a:xfrm flipV="1">
            <a:off x="10044608"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2" name="Line 5">
            <a:extLst>
              <a:ext uri="{FF2B5EF4-FFF2-40B4-BE49-F238E27FC236}">
                <a16:creationId xmlns:a16="http://schemas.microsoft.com/office/drawing/2014/main" id="{CE88B3FF-A658-4E5D-AF88-A8F6BC6CA9A4}"/>
              </a:ext>
            </a:extLst>
          </p:cNvPr>
          <p:cNvSpPr>
            <a:spLocks noChangeShapeType="1"/>
          </p:cNvSpPr>
          <p:nvPr/>
        </p:nvSpPr>
        <p:spPr bwMode="auto">
          <a:xfrm flipV="1">
            <a:off x="108840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3" name="Line 5">
            <a:extLst>
              <a:ext uri="{FF2B5EF4-FFF2-40B4-BE49-F238E27FC236}">
                <a16:creationId xmlns:a16="http://schemas.microsoft.com/office/drawing/2014/main" id="{69BBE1FA-D8B5-46E9-9770-3F99F413A758}"/>
              </a:ext>
            </a:extLst>
          </p:cNvPr>
          <p:cNvSpPr>
            <a:spLocks noChangeShapeType="1"/>
          </p:cNvSpPr>
          <p:nvPr/>
        </p:nvSpPr>
        <p:spPr bwMode="auto">
          <a:xfrm flipV="1">
            <a:off x="10579224" y="2720138"/>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4" name="Line 5">
            <a:extLst>
              <a:ext uri="{FF2B5EF4-FFF2-40B4-BE49-F238E27FC236}">
                <a16:creationId xmlns:a16="http://schemas.microsoft.com/office/drawing/2014/main" id="{670F3361-BB36-424C-8B7A-98A5EC51D2E0}"/>
              </a:ext>
            </a:extLst>
          </p:cNvPr>
          <p:cNvSpPr>
            <a:spLocks noChangeShapeType="1"/>
          </p:cNvSpPr>
          <p:nvPr/>
        </p:nvSpPr>
        <p:spPr bwMode="auto">
          <a:xfrm flipV="1">
            <a:off x="11670704" y="2710966"/>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5" name="Line 5">
            <a:extLst>
              <a:ext uri="{FF2B5EF4-FFF2-40B4-BE49-F238E27FC236}">
                <a16:creationId xmlns:a16="http://schemas.microsoft.com/office/drawing/2014/main" id="{CF176A36-51E5-4E30-961E-1ACEC9072BA1}"/>
              </a:ext>
            </a:extLst>
          </p:cNvPr>
          <p:cNvSpPr>
            <a:spLocks noChangeShapeType="1"/>
          </p:cNvSpPr>
          <p:nvPr/>
        </p:nvSpPr>
        <p:spPr bwMode="auto">
          <a:xfrm flipV="1">
            <a:off x="11265024" y="2710966"/>
            <a:ext cx="0" cy="1981200"/>
          </a:xfrm>
          <a:prstGeom prst="line">
            <a:avLst/>
          </a:prstGeom>
          <a:noFill/>
          <a:ln w="127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grpSp>
        <p:nvGrpSpPr>
          <p:cNvPr id="166" name="Gruppieren 165">
            <a:extLst>
              <a:ext uri="{FF2B5EF4-FFF2-40B4-BE49-F238E27FC236}">
                <a16:creationId xmlns:a16="http://schemas.microsoft.com/office/drawing/2014/main" id="{C30676EE-7597-4993-8572-342E432CD784}"/>
              </a:ext>
            </a:extLst>
          </p:cNvPr>
          <p:cNvGrpSpPr/>
          <p:nvPr/>
        </p:nvGrpSpPr>
        <p:grpSpPr>
          <a:xfrm>
            <a:off x="5550024" y="4222821"/>
            <a:ext cx="6096000" cy="228600"/>
            <a:chOff x="5550024" y="4222821"/>
            <a:chExt cx="6096000" cy="228600"/>
          </a:xfrm>
        </p:grpSpPr>
        <p:sp>
          <p:nvSpPr>
            <p:cNvPr id="167" name="Line 44">
              <a:extLst>
                <a:ext uri="{FF2B5EF4-FFF2-40B4-BE49-F238E27FC236}">
                  <a16:creationId xmlns:a16="http://schemas.microsoft.com/office/drawing/2014/main" id="{CDBC07FF-755C-4253-9C25-FC4098F27E65}"/>
                </a:ext>
              </a:extLst>
            </p:cNvPr>
            <p:cNvSpPr>
              <a:spLocks noChangeShapeType="1"/>
            </p:cNvSpPr>
            <p:nvPr/>
          </p:nvSpPr>
          <p:spPr bwMode="auto">
            <a:xfrm>
              <a:off x="5550024" y="4451421"/>
              <a:ext cx="7620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8" name="Line 57">
              <a:extLst>
                <a:ext uri="{FF2B5EF4-FFF2-40B4-BE49-F238E27FC236}">
                  <a16:creationId xmlns:a16="http://schemas.microsoft.com/office/drawing/2014/main" id="{764A59D2-B3D7-4561-9A97-6E0B75C68271}"/>
                </a:ext>
              </a:extLst>
            </p:cNvPr>
            <p:cNvSpPr>
              <a:spLocks noChangeShapeType="1"/>
            </p:cNvSpPr>
            <p:nvPr/>
          </p:nvSpPr>
          <p:spPr bwMode="auto">
            <a:xfrm>
              <a:off x="6312024" y="4222821"/>
              <a:ext cx="12954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69" name="Line 58">
              <a:extLst>
                <a:ext uri="{FF2B5EF4-FFF2-40B4-BE49-F238E27FC236}">
                  <a16:creationId xmlns:a16="http://schemas.microsoft.com/office/drawing/2014/main" id="{33495742-3040-405D-A181-53767B767F9F}"/>
                </a:ext>
              </a:extLst>
            </p:cNvPr>
            <p:cNvSpPr>
              <a:spLocks noChangeShapeType="1"/>
            </p:cNvSpPr>
            <p:nvPr/>
          </p:nvSpPr>
          <p:spPr bwMode="auto">
            <a:xfrm>
              <a:off x="7607424" y="4451421"/>
              <a:ext cx="11430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0" name="Line 59">
              <a:extLst>
                <a:ext uri="{FF2B5EF4-FFF2-40B4-BE49-F238E27FC236}">
                  <a16:creationId xmlns:a16="http://schemas.microsoft.com/office/drawing/2014/main" id="{B18EA466-3473-462D-A7D1-0BCC8CC03603}"/>
                </a:ext>
              </a:extLst>
            </p:cNvPr>
            <p:cNvSpPr>
              <a:spLocks noChangeShapeType="1"/>
            </p:cNvSpPr>
            <p:nvPr/>
          </p:nvSpPr>
          <p:spPr bwMode="auto">
            <a:xfrm>
              <a:off x="8750424" y="4222821"/>
              <a:ext cx="3048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1" name="Line 60">
              <a:extLst>
                <a:ext uri="{FF2B5EF4-FFF2-40B4-BE49-F238E27FC236}">
                  <a16:creationId xmlns:a16="http://schemas.microsoft.com/office/drawing/2014/main" id="{8237F6FA-C6BB-47C1-A941-7E319CC3D425}"/>
                </a:ext>
              </a:extLst>
            </p:cNvPr>
            <p:cNvSpPr>
              <a:spLocks noChangeShapeType="1"/>
            </p:cNvSpPr>
            <p:nvPr/>
          </p:nvSpPr>
          <p:spPr bwMode="auto">
            <a:xfrm>
              <a:off x="9055224" y="4451421"/>
              <a:ext cx="9906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2" name="Line 61">
              <a:extLst>
                <a:ext uri="{FF2B5EF4-FFF2-40B4-BE49-F238E27FC236}">
                  <a16:creationId xmlns:a16="http://schemas.microsoft.com/office/drawing/2014/main" id="{A4A79BD5-ABFD-4B33-A212-86EB3D0F9CB7}"/>
                </a:ext>
              </a:extLst>
            </p:cNvPr>
            <p:cNvSpPr>
              <a:spLocks noChangeShapeType="1"/>
            </p:cNvSpPr>
            <p:nvPr/>
          </p:nvSpPr>
          <p:spPr bwMode="auto">
            <a:xfrm>
              <a:off x="10045824" y="4222821"/>
              <a:ext cx="2286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3" name="Line 62">
              <a:extLst>
                <a:ext uri="{FF2B5EF4-FFF2-40B4-BE49-F238E27FC236}">
                  <a16:creationId xmlns:a16="http://schemas.microsoft.com/office/drawing/2014/main" id="{7FB3B01F-4666-42D1-8A05-DAEA633B06C3}"/>
                </a:ext>
              </a:extLst>
            </p:cNvPr>
            <p:cNvSpPr>
              <a:spLocks noChangeShapeType="1"/>
            </p:cNvSpPr>
            <p:nvPr/>
          </p:nvSpPr>
          <p:spPr bwMode="auto">
            <a:xfrm>
              <a:off x="10274424" y="4451421"/>
              <a:ext cx="9906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4" name="Line 63">
              <a:extLst>
                <a:ext uri="{FF2B5EF4-FFF2-40B4-BE49-F238E27FC236}">
                  <a16:creationId xmlns:a16="http://schemas.microsoft.com/office/drawing/2014/main" id="{A7879A4D-6BBD-4FA2-8E80-FB25CF55F65E}"/>
                </a:ext>
              </a:extLst>
            </p:cNvPr>
            <p:cNvSpPr>
              <a:spLocks noChangeShapeType="1"/>
            </p:cNvSpPr>
            <p:nvPr/>
          </p:nvSpPr>
          <p:spPr bwMode="auto">
            <a:xfrm>
              <a:off x="11265024" y="4222821"/>
              <a:ext cx="381000" cy="0"/>
            </a:xfrm>
            <a:prstGeom prst="line">
              <a:avLst/>
            </a:prstGeom>
            <a:noFill/>
            <a:ln w="38100">
              <a:solidFill>
                <a:srgbClr val="0563C1"/>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5" name="Line 64">
              <a:extLst>
                <a:ext uri="{FF2B5EF4-FFF2-40B4-BE49-F238E27FC236}">
                  <a16:creationId xmlns:a16="http://schemas.microsoft.com/office/drawing/2014/main" id="{9BC731F8-6A1C-4FFB-B4D0-F938CB26F83A}"/>
                </a:ext>
              </a:extLst>
            </p:cNvPr>
            <p:cNvSpPr>
              <a:spLocks noChangeShapeType="1"/>
            </p:cNvSpPr>
            <p:nvPr/>
          </p:nvSpPr>
          <p:spPr bwMode="auto">
            <a:xfrm>
              <a:off x="63120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6" name="Line 65">
              <a:extLst>
                <a:ext uri="{FF2B5EF4-FFF2-40B4-BE49-F238E27FC236}">
                  <a16:creationId xmlns:a16="http://schemas.microsoft.com/office/drawing/2014/main" id="{8A8E8499-9B19-4D58-AE5F-22E846F06FB2}"/>
                </a:ext>
              </a:extLst>
            </p:cNvPr>
            <p:cNvSpPr>
              <a:spLocks noChangeShapeType="1"/>
            </p:cNvSpPr>
            <p:nvPr/>
          </p:nvSpPr>
          <p:spPr bwMode="auto">
            <a:xfrm>
              <a:off x="76074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7" name="Line 66">
              <a:extLst>
                <a:ext uri="{FF2B5EF4-FFF2-40B4-BE49-F238E27FC236}">
                  <a16:creationId xmlns:a16="http://schemas.microsoft.com/office/drawing/2014/main" id="{04DA9BBD-69AC-4E3D-9E43-485FB8EE76FF}"/>
                </a:ext>
              </a:extLst>
            </p:cNvPr>
            <p:cNvSpPr>
              <a:spLocks noChangeShapeType="1"/>
            </p:cNvSpPr>
            <p:nvPr/>
          </p:nvSpPr>
          <p:spPr bwMode="auto">
            <a:xfrm>
              <a:off x="87504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8" name="Line 67">
              <a:extLst>
                <a:ext uri="{FF2B5EF4-FFF2-40B4-BE49-F238E27FC236}">
                  <a16:creationId xmlns:a16="http://schemas.microsoft.com/office/drawing/2014/main" id="{8C6585A7-AC47-4C75-BBED-5D8ABD4FFB4E}"/>
                </a:ext>
              </a:extLst>
            </p:cNvPr>
            <p:cNvSpPr>
              <a:spLocks noChangeShapeType="1"/>
            </p:cNvSpPr>
            <p:nvPr/>
          </p:nvSpPr>
          <p:spPr bwMode="auto">
            <a:xfrm>
              <a:off x="90552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79" name="Line 68">
              <a:extLst>
                <a:ext uri="{FF2B5EF4-FFF2-40B4-BE49-F238E27FC236}">
                  <a16:creationId xmlns:a16="http://schemas.microsoft.com/office/drawing/2014/main" id="{4C13A992-6536-41CA-BB74-92E7BF71FBAD}"/>
                </a:ext>
              </a:extLst>
            </p:cNvPr>
            <p:cNvSpPr>
              <a:spLocks noChangeShapeType="1"/>
            </p:cNvSpPr>
            <p:nvPr/>
          </p:nvSpPr>
          <p:spPr bwMode="auto">
            <a:xfrm>
              <a:off x="100458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80" name="Line 69">
              <a:extLst>
                <a:ext uri="{FF2B5EF4-FFF2-40B4-BE49-F238E27FC236}">
                  <a16:creationId xmlns:a16="http://schemas.microsoft.com/office/drawing/2014/main" id="{6E49A974-AD3A-4F3A-8D97-8E10F01A4344}"/>
                </a:ext>
              </a:extLst>
            </p:cNvPr>
            <p:cNvSpPr>
              <a:spLocks noChangeShapeType="1"/>
            </p:cNvSpPr>
            <p:nvPr/>
          </p:nvSpPr>
          <p:spPr bwMode="auto">
            <a:xfrm>
              <a:off x="102744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sp>
          <p:nvSpPr>
            <p:cNvPr id="181" name="Line 70">
              <a:extLst>
                <a:ext uri="{FF2B5EF4-FFF2-40B4-BE49-F238E27FC236}">
                  <a16:creationId xmlns:a16="http://schemas.microsoft.com/office/drawing/2014/main" id="{56A2DEF3-35AF-4FFE-860F-5586D7D3F80E}"/>
                </a:ext>
              </a:extLst>
            </p:cNvPr>
            <p:cNvSpPr>
              <a:spLocks noChangeShapeType="1"/>
            </p:cNvSpPr>
            <p:nvPr/>
          </p:nvSpPr>
          <p:spPr bwMode="auto">
            <a:xfrm>
              <a:off x="11265024" y="4222821"/>
              <a:ext cx="0" cy="228600"/>
            </a:xfrm>
            <a:prstGeom prst="line">
              <a:avLst/>
            </a:prstGeom>
            <a:noFill/>
            <a:ln w="19050">
              <a:solidFill>
                <a:srgbClr val="0563C1"/>
              </a:solidFill>
              <a:round/>
              <a:headEnd/>
              <a:tailEnd/>
            </a:ln>
            <a:extLst>
              <a:ext uri="{909E8E84-426E-40DD-AFC4-6F175D3DCCD1}">
                <a14:hiddenFill xmlns:a14="http://schemas.microsoft.com/office/drawing/2010/main">
                  <a:noFill/>
                </a14:hiddenFill>
              </a:ext>
            </a:extLst>
          </p:spPr>
          <p:txBody>
            <a:bodyPr lIns="54000" rIns="54000" anchor="ctr" anchorCtr="1"/>
            <a:lstStyle/>
            <a:p>
              <a:pPr marL="0" marR="0" lvl="0" indent="0" defTabSz="914400" eaLnBrk="0" fontAlgn="base" latinLnBrk="0" hangingPunct="0">
                <a:lnSpc>
                  <a:spcPct val="100000"/>
                </a:lnSpc>
                <a:spcBef>
                  <a:spcPct val="0"/>
                </a:spcBef>
                <a:spcAft>
                  <a:spcPct val="0"/>
                </a:spcAft>
                <a:buClrTx/>
                <a:buSzTx/>
                <a:buFontTx/>
                <a:buNone/>
                <a:tabLst/>
                <a:defRPr/>
              </a:pPr>
              <a:endParaRPr kumimoji="0" lang="de-DE" sz="2000" b="0" i="0" u="none" strike="noStrike" kern="0" cap="none" spc="0" normalizeH="0" baseline="0" noProof="0">
                <a:ln>
                  <a:noFill/>
                </a:ln>
                <a:solidFill>
                  <a:prstClr val="black"/>
                </a:solidFill>
                <a:effectLst/>
                <a:uLnTx/>
                <a:uFillTx/>
                <a:latin typeface="Tahoma" panose="020B0604030504040204" pitchFamily="34" charset="0"/>
              </a:endParaRPr>
            </a:p>
          </p:txBody>
        </p:sp>
      </p:grpSp>
    </p:spTree>
    <p:extLst>
      <p:ext uri="{BB962C8B-B14F-4D97-AF65-F5344CB8AC3E}">
        <p14:creationId xmlns:p14="http://schemas.microsoft.com/office/powerpoint/2010/main" val="264371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6" name="Titel 5">
            <a:extLst>
              <a:ext uri="{FF2B5EF4-FFF2-40B4-BE49-F238E27FC236}">
                <a16:creationId xmlns:a16="http://schemas.microsoft.com/office/drawing/2014/main" id="{E27A7BAB-3EEF-4AAF-8F8A-F791EE1F91E0}"/>
              </a:ext>
            </a:extLst>
          </p:cNvPr>
          <p:cNvSpPr>
            <a:spLocks noGrp="1"/>
          </p:cNvSpPr>
          <p:nvPr>
            <p:ph type="title"/>
          </p:nvPr>
        </p:nvSpPr>
        <p:spPr/>
        <p:txBody>
          <a:bodyPr>
            <a:normAutofit/>
          </a:bodyPr>
          <a:lstStyle/>
          <a:p>
            <a:r>
              <a:rPr lang="de-DE" sz="3600" dirty="0"/>
              <a:t>Vorträge zu unterschiedlichen Themen </a:t>
            </a:r>
            <a:br>
              <a:rPr lang="de-DE" sz="3600" dirty="0"/>
            </a:br>
            <a:r>
              <a:rPr lang="de-DE" sz="3600" dirty="0"/>
              <a:t>aus dem Bereich Schaltungen</a:t>
            </a:r>
          </a:p>
        </p:txBody>
      </p:sp>
      <p:sp>
        <p:nvSpPr>
          <p:cNvPr id="2" name="Inhaltsplatzhalter 1">
            <a:extLst>
              <a:ext uri="{FF2B5EF4-FFF2-40B4-BE49-F238E27FC236}">
                <a16:creationId xmlns:a16="http://schemas.microsoft.com/office/drawing/2014/main" id="{089A9EFC-0325-4D21-ACF7-B0BB5DDA52B2}"/>
              </a:ext>
            </a:extLst>
          </p:cNvPr>
          <p:cNvSpPr>
            <a:spLocks noGrp="1"/>
          </p:cNvSpPr>
          <p:nvPr>
            <p:ph idx="1"/>
          </p:nvPr>
        </p:nvSpPr>
        <p:spPr/>
        <p:txBody>
          <a:bodyPr>
            <a:normAutofit lnSpcReduction="10000"/>
          </a:bodyPr>
          <a:lstStyle/>
          <a:p>
            <a:r>
              <a:rPr lang="de-DE" dirty="0"/>
              <a:t>Erarbeiten Sie sich Vorträge in zweier Gruppen, die Themen werden zufällig ausgewählt</a:t>
            </a:r>
          </a:p>
          <a:p>
            <a:r>
              <a:rPr lang="de-DE" dirty="0"/>
              <a:t>Zeit: 180 Minuten</a:t>
            </a:r>
          </a:p>
          <a:p>
            <a:r>
              <a:rPr lang="de-DE" dirty="0"/>
              <a:t>Benotung: eine sonstige Note</a:t>
            </a:r>
          </a:p>
          <a:p>
            <a:r>
              <a:rPr lang="de-DE" dirty="0"/>
              <a:t>Inhalt:</a:t>
            </a:r>
          </a:p>
          <a:p>
            <a:pPr lvl="1"/>
            <a:r>
              <a:rPr lang="de-DE" dirty="0"/>
              <a:t>Modellierung der Schaltung (Gatter)</a:t>
            </a:r>
          </a:p>
          <a:p>
            <a:pPr lvl="1"/>
            <a:r>
              <a:rPr lang="de-DE" dirty="0"/>
              <a:t>Wahrheitswerttabelle</a:t>
            </a:r>
          </a:p>
          <a:p>
            <a:pPr lvl="1"/>
            <a:r>
              <a:rPr lang="de-DE" dirty="0"/>
              <a:t>Theoretische Erklärung der Schaltung</a:t>
            </a:r>
          </a:p>
          <a:p>
            <a:pPr lvl="1"/>
            <a:r>
              <a:rPr lang="de-DE" dirty="0"/>
              <a:t>Logisch-rechnerische Erklärung</a:t>
            </a:r>
          </a:p>
          <a:p>
            <a:pPr lvl="1"/>
            <a:r>
              <a:rPr lang="de-DE" dirty="0"/>
              <a:t>selbstgewähltes Beispiel (z.B. </a:t>
            </a:r>
            <a:r>
              <a:rPr lang="de-DE"/>
              <a:t>Aufzug)</a:t>
            </a:r>
            <a:endParaRPr lang="de-DE" dirty="0"/>
          </a:p>
          <a:p>
            <a:pPr lvl="1"/>
            <a:endParaRPr lang="de-DE" dirty="0"/>
          </a:p>
        </p:txBody>
      </p:sp>
      <p:sp>
        <p:nvSpPr>
          <p:cNvPr id="13" name="Textfeld 12">
            <a:extLst>
              <a:ext uri="{FF2B5EF4-FFF2-40B4-BE49-F238E27FC236}">
                <a16:creationId xmlns:a16="http://schemas.microsoft.com/office/drawing/2014/main" id="{A2F3B9A1-97F3-4E65-A722-9E8F95E3EB91}"/>
              </a:ext>
            </a:extLst>
          </p:cNvPr>
          <p:cNvSpPr txBox="1"/>
          <p:nvPr/>
        </p:nvSpPr>
        <p:spPr>
          <a:xfrm>
            <a:off x="155388" y="6306727"/>
            <a:ext cx="7631151" cy="738664"/>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a:t>
            </a:r>
            <a:r>
              <a:rPr lang="de-DE" sz="1400" dirty="0"/>
              <a:t>Vorträge</a:t>
            </a:r>
          </a:p>
          <a:p>
            <a:br>
              <a:rPr lang="de-DE" sz="1400" dirty="0"/>
            </a:br>
            <a:endParaRPr lang="de-DE" sz="1400" dirty="0">
              <a:latin typeface="Arial" panose="020B0604020202020204" pitchFamily="34" charset="0"/>
              <a:cs typeface="Arial" panose="020B0604020202020204" pitchFamily="34" charset="0"/>
            </a:endParaRPr>
          </a:p>
        </p:txBody>
      </p:sp>
      <p:sp>
        <p:nvSpPr>
          <p:cNvPr id="3" name="Textfeld 2">
            <a:extLst>
              <a:ext uri="{FF2B5EF4-FFF2-40B4-BE49-F238E27FC236}">
                <a16:creationId xmlns:a16="http://schemas.microsoft.com/office/drawing/2014/main" id="{471802F7-800A-4F67-8D56-3F3E8D3C4541}"/>
              </a:ext>
            </a:extLst>
          </p:cNvPr>
          <p:cNvSpPr txBox="1"/>
          <p:nvPr/>
        </p:nvSpPr>
        <p:spPr>
          <a:xfrm>
            <a:off x="6825006" y="3237819"/>
            <a:ext cx="4260915" cy="2585323"/>
          </a:xfrm>
          <a:prstGeom prst="rect">
            <a:avLst/>
          </a:prstGeom>
          <a:noFill/>
        </p:spPr>
        <p:txBody>
          <a:bodyPr wrap="square" rtlCol="0">
            <a:spAutoFit/>
          </a:bodyPr>
          <a:lstStyle/>
          <a:p>
            <a:r>
              <a:rPr lang="de-DE" b="1" dirty="0"/>
              <a:t>Themen:</a:t>
            </a:r>
          </a:p>
          <a:p>
            <a:r>
              <a:rPr lang="de-DE" b="1" dirty="0"/>
              <a:t>1.)Multiplexer, </a:t>
            </a:r>
            <a:r>
              <a:rPr lang="de-DE" b="1" dirty="0" err="1"/>
              <a:t>Demultiplexer</a:t>
            </a:r>
            <a:r>
              <a:rPr lang="de-DE" b="1" dirty="0"/>
              <a:t> </a:t>
            </a:r>
          </a:p>
          <a:p>
            <a:r>
              <a:rPr lang="de-DE" b="1" dirty="0"/>
              <a:t>(Nikita, Johannes, Matthies) &amp; (Riccardo, Luca, Lennard)</a:t>
            </a:r>
          </a:p>
          <a:p>
            <a:r>
              <a:rPr lang="de-DE" b="1" dirty="0"/>
              <a:t>2.)</a:t>
            </a:r>
            <a:r>
              <a:rPr lang="de-DE" b="1" dirty="0" err="1"/>
              <a:t>Halbaddierer</a:t>
            </a:r>
            <a:r>
              <a:rPr lang="de-DE" b="1" dirty="0"/>
              <a:t>, </a:t>
            </a:r>
            <a:r>
              <a:rPr lang="de-DE" b="1" dirty="0" err="1"/>
              <a:t>Volladdierer</a:t>
            </a:r>
            <a:endParaRPr lang="de-DE" b="1" dirty="0"/>
          </a:p>
          <a:p>
            <a:r>
              <a:rPr lang="de-DE" b="1" dirty="0"/>
              <a:t>(Lenny, </a:t>
            </a:r>
            <a:r>
              <a:rPr lang="de-DE" b="1" dirty="0" err="1"/>
              <a:t>Darian</a:t>
            </a:r>
            <a:r>
              <a:rPr lang="de-DE" b="1" dirty="0"/>
              <a:t>) &amp; (Maddox, Maximilian)</a:t>
            </a:r>
          </a:p>
          <a:p>
            <a:r>
              <a:rPr lang="de-DE" b="1" dirty="0"/>
              <a:t>3.)Flip Flop</a:t>
            </a:r>
          </a:p>
          <a:p>
            <a:r>
              <a:rPr lang="de-DE" b="1" dirty="0"/>
              <a:t>(Laura</a:t>
            </a:r>
            <a:r>
              <a:rPr lang="de-DE" b="1"/>
              <a:t>, Eneko)</a:t>
            </a:r>
            <a:endParaRPr lang="de-DE" b="1" dirty="0"/>
          </a:p>
          <a:p>
            <a:endParaRPr lang="de-DE" dirty="0"/>
          </a:p>
        </p:txBody>
      </p:sp>
    </p:spTree>
    <p:extLst>
      <p:ext uri="{BB962C8B-B14F-4D97-AF65-F5344CB8AC3E}">
        <p14:creationId xmlns:p14="http://schemas.microsoft.com/office/powerpoint/2010/main" val="226478521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normAutofit lnSpcReduction="10000"/>
          </a:bodyPr>
          <a:lstStyle/>
          <a:p>
            <a:pPr algn="r"/>
            <a:r>
              <a:rPr lang="de-DE" dirty="0">
                <a:solidFill>
                  <a:srgbClr val="009633"/>
                </a:solidFill>
              </a:rPr>
              <a:t>BGY Klasse 12 – Informatiksysteme</a:t>
            </a:r>
          </a:p>
          <a:p>
            <a:r>
              <a:rPr lang="de-DE" dirty="0"/>
              <a:t>Lernbereich 1: Architektur und Betrieb von </a:t>
            </a:r>
            <a:r>
              <a:rPr lang="de-DE" dirty="0" err="1"/>
              <a:t>IuK</a:t>
            </a:r>
            <a:r>
              <a:rPr lang="de-DE" dirty="0"/>
              <a:t>-Systemen</a:t>
            </a:r>
          </a:p>
          <a:p>
            <a:r>
              <a:rPr lang="de-DE" dirty="0"/>
              <a:t>Rechnerarchitektur</a:t>
            </a:r>
          </a:p>
          <a:p>
            <a:pPr algn="r"/>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39641256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Rechnerarchitektur</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825625"/>
            <a:ext cx="10515600" cy="4351338"/>
          </a:xfrm>
        </p:spPr>
        <p:txBody>
          <a:bodyPr>
            <a:normAutofit fontScale="92500"/>
          </a:bodyPr>
          <a:lstStyle/>
          <a:p>
            <a:r>
              <a:rPr lang="de-DE" dirty="0"/>
              <a:t>Die Rechnerarchitektur beschreibt den grundlegenden Aufbau eines Computers und wie seine Komponenten zusammenarbeiten</a:t>
            </a:r>
          </a:p>
          <a:p>
            <a:r>
              <a:rPr lang="de-DE" dirty="0"/>
              <a:t>Sie kümmert sich um Fragen wie:</a:t>
            </a:r>
          </a:p>
          <a:p>
            <a:pPr lvl="1"/>
            <a:r>
              <a:rPr lang="de-DE" dirty="0"/>
              <a:t>Wie verarbeitet ein Computer Daten?</a:t>
            </a:r>
          </a:p>
          <a:p>
            <a:pPr lvl="1"/>
            <a:r>
              <a:rPr lang="de-DE" dirty="0"/>
              <a:t>Wo werden Daten und Programme gesichert?</a:t>
            </a:r>
          </a:p>
          <a:p>
            <a:pPr lvl="1"/>
            <a:r>
              <a:rPr lang="de-DE" dirty="0"/>
              <a:t>Wie kommunizieren CPU, Speicher und Peripherie miteinander?</a:t>
            </a:r>
          </a:p>
          <a:p>
            <a:pPr lvl="1"/>
            <a:r>
              <a:rPr lang="de-DE" dirty="0"/>
              <a:t>Wie werden befehle aus einem Programm in elektrische Signale übersetzt?</a:t>
            </a:r>
          </a:p>
          <a:p>
            <a:r>
              <a:rPr lang="de-DE" dirty="0"/>
              <a:t>Während moderne Computer sehr leistungsfähig sind, beruhen sie immer noch auf Grundprinzipien, die bereits in den 1940ern formuliert wurden.</a:t>
            </a:r>
          </a:p>
          <a:p>
            <a:endParaRPr lang="de-DE" dirty="0"/>
          </a:p>
        </p:txBody>
      </p:sp>
      <p:pic>
        <p:nvPicPr>
          <p:cNvPr id="8" name="Grafik 7">
            <a:extLst>
              <a:ext uri="{FF2B5EF4-FFF2-40B4-BE49-F238E27FC236}">
                <a16:creationId xmlns:a16="http://schemas.microsoft.com/office/drawing/2014/main" id="{41690F5E-5EA3-4FAA-9300-C8AE40CF0F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0511" y="1528873"/>
            <a:ext cx="525054" cy="1235797"/>
          </a:xfrm>
          <a:prstGeom prst="rect">
            <a:avLst/>
          </a:prstGeom>
        </p:spPr>
      </p:pic>
    </p:spTree>
    <p:extLst>
      <p:ext uri="{BB962C8B-B14F-4D97-AF65-F5344CB8AC3E}">
        <p14:creationId xmlns:p14="http://schemas.microsoft.com/office/powerpoint/2010/main" val="2271778812"/>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Rechnerarchitektur</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825625"/>
            <a:ext cx="3836098" cy="3057460"/>
          </a:xfrm>
        </p:spPr>
        <p:txBody>
          <a:bodyPr>
            <a:normAutofit/>
          </a:bodyPr>
          <a:lstStyle/>
          <a:p>
            <a:r>
              <a:rPr lang="de-DE" sz="2400" dirty="0"/>
              <a:t>Erstellen Sie einen Zeitstrahl (1600-2020) und listen Sie die wesentlichen Informationen und Ereignisse die zur Entstehung der heutigen Computer beigetragen haben.</a:t>
            </a:r>
          </a:p>
          <a:p>
            <a:endParaRPr lang="de-DE" dirty="0"/>
          </a:p>
        </p:txBody>
      </p:sp>
      <p:graphicFrame>
        <p:nvGraphicFramePr>
          <p:cNvPr id="7" name="Inhaltsplatzhalter 7">
            <a:extLst>
              <a:ext uri="{FF2B5EF4-FFF2-40B4-BE49-F238E27FC236}">
                <a16:creationId xmlns:a16="http://schemas.microsoft.com/office/drawing/2014/main" id="{3BC262D9-7209-42D7-ADE4-66B59F5E1FB7}"/>
              </a:ext>
            </a:extLst>
          </p:cNvPr>
          <p:cNvGraphicFramePr>
            <a:graphicFrameLocks/>
          </p:cNvGraphicFramePr>
          <p:nvPr>
            <p:extLst>
              <p:ext uri="{D42A27DB-BD31-4B8C-83A1-F6EECF244321}">
                <p14:modId xmlns:p14="http://schemas.microsoft.com/office/powerpoint/2010/main" val="3783482608"/>
              </p:ext>
            </p:extLst>
          </p:nvPr>
        </p:nvGraphicFramePr>
        <p:xfrm>
          <a:off x="3854088" y="1278115"/>
          <a:ext cx="7827198" cy="47965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011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Rechnerarchitektur - Ebenen</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825625"/>
            <a:ext cx="10515600" cy="4351338"/>
          </a:xfrm>
        </p:spPr>
        <p:txBody>
          <a:bodyPr>
            <a:normAutofit/>
          </a:bodyPr>
          <a:lstStyle/>
          <a:p>
            <a:r>
              <a:rPr lang="de-DE" dirty="0"/>
              <a:t>Man unterscheidet meist 3 Ebenen:</a:t>
            </a:r>
          </a:p>
          <a:p>
            <a:pPr lvl="1"/>
            <a:r>
              <a:rPr lang="de-DE" b="1" dirty="0"/>
              <a:t>Hardware Ebene</a:t>
            </a:r>
          </a:p>
          <a:p>
            <a:pPr lvl="2"/>
            <a:r>
              <a:rPr lang="de-DE" dirty="0"/>
              <a:t>Physische Bauteile: CPU, RAM, Busse, Ein-/Ausgabe-Geräte</a:t>
            </a:r>
          </a:p>
          <a:p>
            <a:pPr lvl="1"/>
            <a:r>
              <a:rPr lang="de-DE" b="1" dirty="0"/>
              <a:t>Mikroarchitekturebene</a:t>
            </a:r>
          </a:p>
          <a:p>
            <a:pPr lvl="2"/>
            <a:r>
              <a:rPr lang="de-DE" dirty="0"/>
              <a:t>Aufbau der CPU (Register, ALU, Steuerwerk, Pipelines, …)</a:t>
            </a:r>
          </a:p>
          <a:p>
            <a:pPr lvl="1"/>
            <a:r>
              <a:rPr lang="de-DE" b="1" dirty="0"/>
              <a:t>Befehlsarchitektur (ISA)</a:t>
            </a:r>
          </a:p>
          <a:p>
            <a:pPr lvl="2"/>
            <a:r>
              <a:rPr lang="de-DE" dirty="0"/>
              <a:t>Schnittstelle zwischen Hardware und Software (x86, ARM, RISC-V)</a:t>
            </a:r>
          </a:p>
          <a:p>
            <a:endParaRPr lang="de-DE" dirty="0"/>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0511" y="1528873"/>
            <a:ext cx="525054" cy="1235797"/>
          </a:xfrm>
          <a:prstGeom prst="rect">
            <a:avLst/>
          </a:prstGeom>
        </p:spPr>
      </p:pic>
    </p:spTree>
    <p:extLst>
      <p:ext uri="{BB962C8B-B14F-4D97-AF65-F5344CB8AC3E}">
        <p14:creationId xmlns:p14="http://schemas.microsoft.com/office/powerpoint/2010/main" val="241649149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Rechnerarchitektur</a:t>
            </a:r>
            <a:br>
              <a:rPr lang="de-DE" altLang="de-DE" sz="3600" dirty="0"/>
            </a:br>
            <a:r>
              <a:rPr lang="de-DE" altLang="de-DE" sz="3600" dirty="0"/>
              <a:t>Architekturen (Historisch/Klassisch)</a:t>
            </a:r>
            <a:endParaRPr lang="de-DE" sz="3600" dirty="0"/>
          </a:p>
        </p:txBody>
      </p:sp>
      <p:pic>
        <p:nvPicPr>
          <p:cNvPr id="11266" name="Picture 2" descr="Startseite Professur für Rechnerarchitektur — Professur für  Rechnerarchitektur — TU Dresden">
            <a:extLst>
              <a:ext uri="{FF2B5EF4-FFF2-40B4-BE49-F238E27FC236}">
                <a16:creationId xmlns:a16="http://schemas.microsoft.com/office/drawing/2014/main" id="{346A952F-AD01-411C-8106-C530476438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8431" y="2517954"/>
            <a:ext cx="3835138" cy="215726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Gerade Verbindung mit Pfeil 7">
            <a:extLst>
              <a:ext uri="{FF2B5EF4-FFF2-40B4-BE49-F238E27FC236}">
                <a16:creationId xmlns:a16="http://schemas.microsoft.com/office/drawing/2014/main" id="{5F23D8D0-1FE2-4BCC-8BF9-36BE67645E46}"/>
              </a:ext>
            </a:extLst>
          </p:cNvPr>
          <p:cNvCxnSpPr>
            <a:cxnSpLocks/>
            <a:endCxn id="9" idx="2"/>
          </p:cNvCxnSpPr>
          <p:nvPr/>
        </p:nvCxnSpPr>
        <p:spPr>
          <a:xfrm flipH="1" flipV="1">
            <a:off x="2183051" y="2240955"/>
            <a:ext cx="1995380" cy="1360065"/>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D72452E6-0323-448E-B928-3240E92A3D9E}"/>
              </a:ext>
            </a:extLst>
          </p:cNvPr>
          <p:cNvSpPr txBox="1"/>
          <p:nvPr/>
        </p:nvSpPr>
        <p:spPr>
          <a:xfrm>
            <a:off x="498801" y="1871623"/>
            <a:ext cx="3368500" cy="369332"/>
          </a:xfrm>
          <a:prstGeom prst="rect">
            <a:avLst/>
          </a:prstGeom>
          <a:solidFill>
            <a:srgbClr val="F688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Von-Neumann-Architektur</a:t>
            </a:r>
          </a:p>
        </p:txBody>
      </p:sp>
      <p:cxnSp>
        <p:nvCxnSpPr>
          <p:cNvPr id="10" name="Gerade Verbindung mit Pfeil 9">
            <a:extLst>
              <a:ext uri="{FF2B5EF4-FFF2-40B4-BE49-F238E27FC236}">
                <a16:creationId xmlns:a16="http://schemas.microsoft.com/office/drawing/2014/main" id="{4212DECC-6FBD-40D3-8838-BE250AD11DD7}"/>
              </a:ext>
            </a:extLst>
          </p:cNvPr>
          <p:cNvCxnSpPr>
            <a:cxnSpLocks/>
            <a:endCxn id="11" idx="0"/>
          </p:cNvCxnSpPr>
          <p:nvPr/>
        </p:nvCxnSpPr>
        <p:spPr>
          <a:xfrm flipH="1">
            <a:off x="2494181" y="4652474"/>
            <a:ext cx="1684250" cy="594783"/>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1" name="Textfeld 10">
            <a:extLst>
              <a:ext uri="{FF2B5EF4-FFF2-40B4-BE49-F238E27FC236}">
                <a16:creationId xmlns:a16="http://schemas.microsoft.com/office/drawing/2014/main" id="{1BFA3B0F-D7BB-414B-A109-EC5485029769}"/>
              </a:ext>
            </a:extLst>
          </p:cNvPr>
          <p:cNvSpPr txBox="1"/>
          <p:nvPr/>
        </p:nvSpPr>
        <p:spPr>
          <a:xfrm>
            <a:off x="809931" y="5247257"/>
            <a:ext cx="3368500" cy="369332"/>
          </a:xfrm>
          <a:prstGeom prst="rect">
            <a:avLst/>
          </a:prstGeom>
          <a:solidFill>
            <a:srgbClr val="E30051"/>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Harvard-Architektur</a:t>
            </a:r>
          </a:p>
        </p:txBody>
      </p:sp>
      <p:cxnSp>
        <p:nvCxnSpPr>
          <p:cNvPr id="16" name="Gerade Verbindung mit Pfeil 15">
            <a:extLst>
              <a:ext uri="{FF2B5EF4-FFF2-40B4-BE49-F238E27FC236}">
                <a16:creationId xmlns:a16="http://schemas.microsoft.com/office/drawing/2014/main" id="{8348D97D-9EAC-4AE9-B0E2-A9A62D58FE8C}"/>
              </a:ext>
            </a:extLst>
          </p:cNvPr>
          <p:cNvCxnSpPr>
            <a:cxnSpLocks/>
          </p:cNvCxnSpPr>
          <p:nvPr/>
        </p:nvCxnSpPr>
        <p:spPr>
          <a:xfrm>
            <a:off x="8013569" y="3429000"/>
            <a:ext cx="2223940" cy="794208"/>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sp>
        <p:nvSpPr>
          <p:cNvPr id="17" name="Textfeld 16">
            <a:extLst>
              <a:ext uri="{FF2B5EF4-FFF2-40B4-BE49-F238E27FC236}">
                <a16:creationId xmlns:a16="http://schemas.microsoft.com/office/drawing/2014/main" id="{BFEF3A5E-471D-4A43-8229-0DAEC00BDAC8}"/>
              </a:ext>
            </a:extLst>
          </p:cNvPr>
          <p:cNvSpPr txBox="1"/>
          <p:nvPr/>
        </p:nvSpPr>
        <p:spPr>
          <a:xfrm>
            <a:off x="8491911" y="4209247"/>
            <a:ext cx="3368500" cy="646331"/>
          </a:xfrm>
          <a:prstGeom prst="rect">
            <a:avLst/>
          </a:prstGeom>
          <a:solidFill>
            <a:srgbClr val="76B727"/>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Modifizierte-Harvard-Architektur</a:t>
            </a:r>
          </a:p>
        </p:txBody>
      </p:sp>
    </p:spTree>
    <p:extLst>
      <p:ext uri="{BB962C8B-B14F-4D97-AF65-F5344CB8AC3E}">
        <p14:creationId xmlns:p14="http://schemas.microsoft.com/office/powerpoint/2010/main" val="306373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1000"/>
                                        <p:tgtEl>
                                          <p:spTgt spid="16"/>
                                        </p:tgtEl>
                                      </p:cBhvr>
                                    </p:animEffect>
                                    <p:anim calcmode="lin" valueType="num">
                                      <p:cBhvr>
                                        <p:cTn id="32" dur="1000" fill="hold"/>
                                        <p:tgtEl>
                                          <p:spTgt spid="16"/>
                                        </p:tgtEl>
                                        <p:attrNameLst>
                                          <p:attrName>ppt_x</p:attrName>
                                        </p:attrNameLst>
                                      </p:cBhvr>
                                      <p:tavLst>
                                        <p:tav tm="0">
                                          <p:val>
                                            <p:strVal val="#ppt_x"/>
                                          </p:val>
                                        </p:tav>
                                        <p:tav tm="100000">
                                          <p:val>
                                            <p:strVal val="#ppt_x"/>
                                          </p:val>
                                        </p:tav>
                                      </p:tavLst>
                                    </p:anim>
                                    <p:anim calcmode="lin" valueType="num">
                                      <p:cBhvr>
                                        <p:cTn id="33" dur="1000" fill="hold"/>
                                        <p:tgtEl>
                                          <p:spTgt spid="1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1000"/>
                                        <p:tgtEl>
                                          <p:spTgt spid="17"/>
                                        </p:tgtEl>
                                      </p:cBhvr>
                                    </p:animEffect>
                                    <p:anim calcmode="lin" valueType="num">
                                      <p:cBhvr>
                                        <p:cTn id="37" dur="1000" fill="hold"/>
                                        <p:tgtEl>
                                          <p:spTgt spid="17"/>
                                        </p:tgtEl>
                                        <p:attrNameLst>
                                          <p:attrName>ppt_x</p:attrName>
                                        </p:attrNameLst>
                                      </p:cBhvr>
                                      <p:tavLst>
                                        <p:tav tm="0">
                                          <p:val>
                                            <p:strVal val="#ppt_x"/>
                                          </p:val>
                                        </p:tav>
                                        <p:tav tm="100000">
                                          <p:val>
                                            <p:strVal val="#ppt_x"/>
                                          </p:val>
                                        </p:tav>
                                      </p:tavLst>
                                    </p:anim>
                                    <p:anim calcmode="lin" valueType="num">
                                      <p:cBhvr>
                                        <p:cTn id="3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7" grpId="0" animBg="1"/>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Rechnerarchitektur</a:t>
            </a:r>
            <a:br>
              <a:rPr lang="de-DE" altLang="de-DE" sz="3600" dirty="0"/>
            </a:br>
            <a:r>
              <a:rPr lang="de-DE" altLang="de-DE" sz="3600" dirty="0"/>
              <a:t>Architekturen (Historisch/Klassisch)</a:t>
            </a:r>
            <a:endParaRPr lang="de-DE" sz="3600" dirty="0"/>
          </a:p>
        </p:txBody>
      </p:sp>
      <p:sp>
        <p:nvSpPr>
          <p:cNvPr id="3" name="Inhaltsplatzhalter 2">
            <a:extLst>
              <a:ext uri="{FF2B5EF4-FFF2-40B4-BE49-F238E27FC236}">
                <a16:creationId xmlns:a16="http://schemas.microsoft.com/office/drawing/2014/main" id="{44075778-24A4-4C7A-8B30-ECAC73406B65}"/>
              </a:ext>
            </a:extLst>
          </p:cNvPr>
          <p:cNvSpPr>
            <a:spLocks noGrp="1"/>
          </p:cNvSpPr>
          <p:nvPr>
            <p:ph idx="1"/>
          </p:nvPr>
        </p:nvSpPr>
        <p:spPr>
          <a:xfrm>
            <a:off x="160867" y="1825625"/>
            <a:ext cx="6522737" cy="4351338"/>
          </a:xfrm>
        </p:spPr>
        <p:txBody>
          <a:bodyPr>
            <a:normAutofit lnSpcReduction="10000"/>
          </a:bodyPr>
          <a:lstStyle/>
          <a:p>
            <a:r>
              <a:rPr lang="de-DE" dirty="0"/>
              <a:t>Treffen Sie eine Aussage zu eben gelernten Architekturen, im Bezug auf deren…</a:t>
            </a:r>
          </a:p>
          <a:p>
            <a:pPr lvl="1"/>
            <a:r>
              <a:rPr lang="de-DE" dirty="0"/>
              <a:t>Entwickler (Historische Fakten und Werdegang)</a:t>
            </a:r>
          </a:p>
          <a:p>
            <a:pPr lvl="1"/>
            <a:r>
              <a:rPr lang="de-DE" dirty="0"/>
              <a:t>grundlegende Funktionsweise und Eigenschaften</a:t>
            </a:r>
          </a:p>
          <a:p>
            <a:pPr lvl="1"/>
            <a:r>
              <a:rPr lang="de-DE" dirty="0"/>
              <a:t>Vor- und Nachteile</a:t>
            </a:r>
          </a:p>
          <a:p>
            <a:r>
              <a:rPr lang="de-DE" dirty="0"/>
              <a:t>Nennen Sie außerdem 2 Moderne Hochleistungsarchitekturen und deren Eigenschaften!</a:t>
            </a:r>
          </a:p>
          <a:p>
            <a:pPr lvl="1"/>
            <a:endParaRPr lang="de-DE" dirty="0"/>
          </a:p>
        </p:txBody>
      </p:sp>
      <p:pic>
        <p:nvPicPr>
          <p:cNvPr id="11266" name="Picture 2" descr="Startseite Professur für Rechnerarchitektur — Professur für  Rechnerarchitektur — TU Dresden">
            <a:extLst>
              <a:ext uri="{FF2B5EF4-FFF2-40B4-BE49-F238E27FC236}">
                <a16:creationId xmlns:a16="http://schemas.microsoft.com/office/drawing/2014/main" id="{346A952F-AD01-411C-8106-C530476438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7316" y="1825625"/>
            <a:ext cx="2085855" cy="1173293"/>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undefined">
            <a:extLst>
              <a:ext uri="{FF2B5EF4-FFF2-40B4-BE49-F238E27FC236}">
                <a16:creationId xmlns:a16="http://schemas.microsoft.com/office/drawing/2014/main" id="{34A33D7E-9DAC-47EB-A656-59E381AC1B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27289" y="1825625"/>
            <a:ext cx="2721595" cy="1688295"/>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John von Neumann | Biography, Accomplishments, Inventions, &amp; Facts |  Britannica">
            <a:extLst>
              <a:ext uri="{FF2B5EF4-FFF2-40B4-BE49-F238E27FC236}">
                <a16:creationId xmlns:a16="http://schemas.microsoft.com/office/drawing/2014/main" id="{7FC31EC8-7D0E-420F-9903-7151D135F2F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67687" y="3658413"/>
            <a:ext cx="3383854" cy="2214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3085935"/>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Rechnerarchitektur</a:t>
            </a:r>
            <a:br>
              <a:rPr lang="de-DE" altLang="de-DE" sz="3600" dirty="0"/>
            </a:br>
            <a:r>
              <a:rPr lang="de-DE" altLang="de-DE" sz="3600" dirty="0"/>
              <a:t>von – Neumann-Architektur</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825625"/>
            <a:ext cx="10515600" cy="4351338"/>
          </a:xfrm>
        </p:spPr>
        <p:txBody>
          <a:bodyPr>
            <a:normAutofit/>
          </a:bodyPr>
          <a:lstStyle/>
          <a:p>
            <a:r>
              <a:rPr lang="de-DE" dirty="0"/>
              <a:t>Die allermeisten heute eingesetzten Computer folgen (im Kern) der von‑Neumann‑Architektur, die John von Neumann 1945 beschrieben hat.</a:t>
            </a:r>
          </a:p>
          <a:p>
            <a:r>
              <a:rPr lang="de-DE" dirty="0"/>
              <a:t>Grundidee</a:t>
            </a:r>
          </a:p>
          <a:p>
            <a:pPr lvl="1"/>
            <a:r>
              <a:rPr lang="de-DE" b="1" i="1" dirty="0">
                <a:solidFill>
                  <a:srgbClr val="76B727"/>
                </a:solidFill>
              </a:rPr>
              <a:t>Programm und Daten werden im  selben Speicher abgelegt</a:t>
            </a:r>
          </a:p>
          <a:p>
            <a:endParaRPr lang="de-DE" b="1" i="1" dirty="0">
              <a:solidFill>
                <a:srgbClr val="76B727"/>
              </a:solidFill>
            </a:endParaRPr>
          </a:p>
          <a:p>
            <a:pPr marL="0" indent="0" algn="ctr">
              <a:buNone/>
            </a:pPr>
            <a:r>
              <a:rPr lang="de-DE" b="1" dirty="0">
                <a:solidFill>
                  <a:srgbClr val="E30051"/>
                </a:solidFill>
              </a:rPr>
              <a:t>Eigentlich selbstverständlich, oder?</a:t>
            </a:r>
          </a:p>
          <a:p>
            <a:endParaRPr lang="de-DE" dirty="0"/>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0511" y="1528873"/>
            <a:ext cx="525054" cy="1235797"/>
          </a:xfrm>
          <a:prstGeom prst="rect">
            <a:avLst/>
          </a:prstGeom>
        </p:spPr>
      </p:pic>
    </p:spTree>
    <p:extLst>
      <p:ext uri="{BB962C8B-B14F-4D97-AF65-F5344CB8AC3E}">
        <p14:creationId xmlns:p14="http://schemas.microsoft.com/office/powerpoint/2010/main" val="130892361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5</a:t>
            </a:r>
            <a:r>
              <a:rPr lang="de-DE" altLang="de-DE" sz="3600" dirty="0"/>
              <a:t> Hauptkomponenten</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647969"/>
            <a:ext cx="10515600" cy="4351338"/>
          </a:xfrm>
        </p:spPr>
        <p:txBody>
          <a:bodyPr>
            <a:normAutofit/>
          </a:bodyPr>
          <a:lstStyle/>
          <a:p>
            <a:r>
              <a:rPr lang="de-DE" b="1" dirty="0"/>
              <a:t>CPU (Central Processing Unit)</a:t>
            </a:r>
          </a:p>
          <a:p>
            <a:pPr lvl="1"/>
            <a:r>
              <a:rPr lang="de-DE" b="1" dirty="0"/>
              <a:t>ALU (</a:t>
            </a:r>
            <a:r>
              <a:rPr lang="de-DE" b="1" dirty="0" err="1"/>
              <a:t>Arithmetic</a:t>
            </a:r>
            <a:r>
              <a:rPr lang="de-DE" b="1" dirty="0"/>
              <a:t> </a:t>
            </a:r>
            <a:r>
              <a:rPr lang="de-DE" b="1" dirty="0" err="1"/>
              <a:t>Logic</a:t>
            </a:r>
            <a:r>
              <a:rPr lang="de-DE" b="1" dirty="0"/>
              <a:t> Unit) - Rechenwerk</a:t>
            </a:r>
          </a:p>
          <a:p>
            <a:pPr lvl="1"/>
            <a:r>
              <a:rPr lang="de-DE" b="1" dirty="0"/>
              <a:t>Steuerwerk (Control Unit, Leitwerk)</a:t>
            </a:r>
          </a:p>
          <a:p>
            <a:r>
              <a:rPr lang="de-DE" b="1" dirty="0"/>
              <a:t>Ein-/Ausgabegeräte (I/O - Input/Output)</a:t>
            </a:r>
          </a:p>
          <a:p>
            <a:r>
              <a:rPr lang="de-DE" b="1" dirty="0"/>
              <a:t>BUS-System</a:t>
            </a:r>
          </a:p>
          <a:p>
            <a:r>
              <a:rPr lang="de-DE" b="1" dirty="0"/>
              <a:t>Speicherwerk </a:t>
            </a:r>
          </a:p>
          <a:p>
            <a:pPr marL="0" indent="0">
              <a:buNone/>
            </a:pPr>
            <a:r>
              <a:rPr lang="de-DE" b="1" dirty="0"/>
              <a:t>(RAM – Random Access Memory)</a:t>
            </a:r>
          </a:p>
          <a:p>
            <a:endParaRPr lang="de-DE" b="1" dirty="0"/>
          </a:p>
          <a:p>
            <a:endParaRPr lang="de-DE" b="1" dirty="0"/>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0511" y="1528873"/>
            <a:ext cx="525054" cy="1235797"/>
          </a:xfrm>
          <a:prstGeom prst="rect">
            <a:avLst/>
          </a:prstGeom>
        </p:spPr>
      </p:pic>
      <p:pic>
        <p:nvPicPr>
          <p:cNvPr id="13314" name="Picture 2" descr="undefined">
            <a:extLst>
              <a:ext uri="{FF2B5EF4-FFF2-40B4-BE49-F238E27FC236}">
                <a16:creationId xmlns:a16="http://schemas.microsoft.com/office/drawing/2014/main" id="{620F992D-9641-40FD-830B-4941AF1BE5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7174" y="2611224"/>
            <a:ext cx="3902015" cy="2981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358221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CPU</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825625"/>
            <a:ext cx="10515600" cy="4351338"/>
          </a:xfrm>
        </p:spPr>
        <p:txBody>
          <a:bodyPr>
            <a:normAutofit/>
          </a:bodyPr>
          <a:lstStyle/>
          <a:p>
            <a:r>
              <a:rPr lang="de-DE" dirty="0"/>
              <a:t>Besteht aus:</a:t>
            </a:r>
          </a:p>
          <a:p>
            <a:pPr lvl="1"/>
            <a:r>
              <a:rPr lang="de-DE" dirty="0"/>
              <a:t>ALU (</a:t>
            </a:r>
            <a:r>
              <a:rPr lang="de-DE" dirty="0" err="1"/>
              <a:t>Arithmetic</a:t>
            </a:r>
            <a:r>
              <a:rPr lang="de-DE" dirty="0"/>
              <a:t> </a:t>
            </a:r>
            <a:r>
              <a:rPr lang="de-DE" dirty="0" err="1"/>
              <a:t>Logic</a:t>
            </a:r>
            <a:r>
              <a:rPr lang="de-DE" dirty="0"/>
              <a:t> Unit)</a:t>
            </a:r>
          </a:p>
          <a:p>
            <a:pPr lvl="2"/>
            <a:r>
              <a:rPr lang="de-DE" dirty="0"/>
              <a:t>führt Rechenoperationen aus</a:t>
            </a:r>
          </a:p>
          <a:p>
            <a:pPr lvl="1"/>
            <a:r>
              <a:rPr lang="de-DE" dirty="0"/>
              <a:t>Steuerwerk</a:t>
            </a:r>
          </a:p>
          <a:p>
            <a:pPr lvl="2"/>
            <a:r>
              <a:rPr lang="de-DE" dirty="0"/>
              <a:t>„holt“ Befehle und steuert deren Ausführung</a:t>
            </a:r>
          </a:p>
          <a:p>
            <a:pPr lvl="1"/>
            <a:r>
              <a:rPr lang="de-DE" dirty="0"/>
              <a:t>Register</a:t>
            </a:r>
          </a:p>
          <a:p>
            <a:pPr lvl="2"/>
            <a:r>
              <a:rPr lang="de-DE" dirty="0"/>
              <a:t>Speicherzellen (klein, schnell)</a:t>
            </a:r>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2633" y="294914"/>
            <a:ext cx="525054" cy="1235797"/>
          </a:xfrm>
          <a:prstGeom prst="rect">
            <a:avLst/>
          </a:prstGeom>
        </p:spPr>
      </p:pic>
      <p:pic>
        <p:nvPicPr>
          <p:cNvPr id="8" name="Picture 2" descr="undefined">
            <a:extLst>
              <a:ext uri="{FF2B5EF4-FFF2-40B4-BE49-F238E27FC236}">
                <a16:creationId xmlns:a16="http://schemas.microsoft.com/office/drawing/2014/main" id="{F3CA44C6-7232-4A79-8686-36FB26C6BD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794" b="68570"/>
          <a:stretch/>
        </p:blipFill>
        <p:spPr bwMode="auto">
          <a:xfrm>
            <a:off x="5578813" y="4201065"/>
            <a:ext cx="5953311" cy="125705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Verbinder: gekrümmt 5">
            <a:extLst>
              <a:ext uri="{FF2B5EF4-FFF2-40B4-BE49-F238E27FC236}">
                <a16:creationId xmlns:a16="http://schemas.microsoft.com/office/drawing/2014/main" id="{5ACAB12C-03B4-4759-82DE-58CA34612FBD}"/>
              </a:ext>
            </a:extLst>
          </p:cNvPr>
          <p:cNvCxnSpPr>
            <a:cxnSpLocks/>
          </p:cNvCxnSpPr>
          <p:nvPr/>
        </p:nvCxnSpPr>
        <p:spPr>
          <a:xfrm rot="16200000" flipH="1">
            <a:off x="4661554" y="2615937"/>
            <a:ext cx="2366128" cy="2111605"/>
          </a:xfrm>
          <a:prstGeom prst="curvedConnector3">
            <a:avLst>
              <a:gd name="adj1" fmla="val -57968"/>
            </a:avLst>
          </a:prstGeom>
          <a:ln w="73025">
            <a:solidFill>
              <a:srgbClr val="76B727"/>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2" descr="CPU-Kerne erklärt: Finden Sie Ihre perfekte Anzahl | GEEKOM Deutschland">
            <a:extLst>
              <a:ext uri="{FF2B5EF4-FFF2-40B4-BE49-F238E27FC236}">
                <a16:creationId xmlns:a16="http://schemas.microsoft.com/office/drawing/2014/main" id="{2B831A5D-2454-4F64-B01C-CBF8379E033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93698" y="1587836"/>
            <a:ext cx="4134671" cy="2366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8651777"/>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Hauptspeicher (RAM)</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7" y="1825625"/>
            <a:ext cx="10515600" cy="4351338"/>
          </a:xfrm>
        </p:spPr>
        <p:txBody>
          <a:bodyPr>
            <a:normAutofit/>
          </a:bodyPr>
          <a:lstStyle/>
          <a:p>
            <a:r>
              <a:rPr lang="de-DE" dirty="0"/>
              <a:t>speichert Daten und Programme gemeinsam</a:t>
            </a:r>
          </a:p>
          <a:p>
            <a:r>
              <a:rPr lang="de-DE" dirty="0"/>
              <a:t>direkter Zugriff durch CPU (CPU</a:t>
            </a:r>
            <a:r>
              <a:rPr lang="de-DE" dirty="0">
                <a:sym typeface="Wingdings" panose="05000000000000000000" pitchFamily="2" charset="2"/>
              </a:rPr>
              <a:t>RAM)</a:t>
            </a:r>
            <a:endParaRPr lang="de-DE" dirty="0"/>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2633" y="294914"/>
            <a:ext cx="525054" cy="1235797"/>
          </a:xfrm>
          <a:prstGeom prst="rect">
            <a:avLst/>
          </a:prstGeom>
        </p:spPr>
      </p:pic>
      <p:pic>
        <p:nvPicPr>
          <p:cNvPr id="14340" name="Picture 4" descr="Arbeitsspeicher RAM DDR3 1333 MHz PC3-10600 240pin 1GB 2GB 4GB 6GB 8GB 16GB  32GB">
            <a:extLst>
              <a:ext uri="{FF2B5EF4-FFF2-40B4-BE49-F238E27FC236}">
                <a16:creationId xmlns:a16="http://schemas.microsoft.com/office/drawing/2014/main" id="{1F8CB8B7-ECC6-4B71-9150-7F4D34F0D7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48731"/>
            <a:ext cx="4599542" cy="3064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0625287"/>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Ein-Ausgabegeräte (I/O)</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8" y="1825625"/>
            <a:ext cx="7081766" cy="4351338"/>
          </a:xfrm>
        </p:spPr>
        <p:txBody>
          <a:bodyPr>
            <a:normAutofit/>
          </a:bodyPr>
          <a:lstStyle/>
          <a:p>
            <a:r>
              <a:rPr lang="de-DE" dirty="0"/>
              <a:t>dazu gehören:</a:t>
            </a:r>
          </a:p>
          <a:p>
            <a:pPr lvl="1"/>
            <a:r>
              <a:rPr lang="de-DE" dirty="0"/>
              <a:t>Tastatur, Maus, Bildschirm, Festplatte, Netzwerk usw.</a:t>
            </a:r>
          </a:p>
          <a:p>
            <a:r>
              <a:rPr lang="de-DE" b="1" dirty="0"/>
              <a:t>Aufgabe:</a:t>
            </a:r>
          </a:p>
          <a:p>
            <a:pPr lvl="1"/>
            <a:r>
              <a:rPr lang="de-DE" dirty="0"/>
              <a:t>Nennen Sie jeweils 5 Ein- und Ausgabegeräte, sowie deren Anschlussarten (Historisch wie modern)</a:t>
            </a:r>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2633" y="294914"/>
            <a:ext cx="525054" cy="1235797"/>
          </a:xfrm>
          <a:prstGeom prst="rect">
            <a:avLst/>
          </a:prstGeom>
        </p:spPr>
      </p:pic>
      <p:pic>
        <p:nvPicPr>
          <p:cNvPr id="17410" name="Picture 2" descr="LeadsaiL Tastatur und Maus Set K786 ergonomische Tastatur">
            <a:extLst>
              <a:ext uri="{FF2B5EF4-FFF2-40B4-BE49-F238E27FC236}">
                <a16:creationId xmlns:a16="http://schemas.microsoft.com/office/drawing/2014/main" id="{0B6BE82B-4041-4359-A44B-6637F014B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3826" y="1646238"/>
            <a:ext cx="4023091" cy="2137267"/>
          </a:xfrm>
          <a:prstGeom prst="rect">
            <a:avLst/>
          </a:prstGeom>
          <a:noFill/>
          <a:extLst>
            <a:ext uri="{909E8E84-426E-40DD-AFC4-6F175D3DCCD1}">
              <a14:hiddenFill xmlns:a14="http://schemas.microsoft.com/office/drawing/2010/main">
                <a:solidFill>
                  <a:srgbClr val="FFFFFF"/>
                </a:solidFill>
              </a14:hiddenFill>
            </a:ext>
          </a:extLst>
        </p:spPr>
      </p:pic>
      <p:pic>
        <p:nvPicPr>
          <p:cNvPr id="5" name="Grafik 4">
            <a:extLst>
              <a:ext uri="{FF2B5EF4-FFF2-40B4-BE49-F238E27FC236}">
                <a16:creationId xmlns:a16="http://schemas.microsoft.com/office/drawing/2014/main" id="{645B6EF4-6711-40FA-991E-C510D63D97A5}"/>
              </a:ext>
            </a:extLst>
          </p:cNvPr>
          <p:cNvPicPr>
            <a:picLocks noChangeAspect="1"/>
          </p:cNvPicPr>
          <p:nvPr/>
        </p:nvPicPr>
        <p:blipFill>
          <a:blip r:embed="rId4"/>
          <a:stretch>
            <a:fillRect/>
          </a:stretch>
        </p:blipFill>
        <p:spPr>
          <a:xfrm>
            <a:off x="7767687" y="3783505"/>
            <a:ext cx="2691099" cy="2248965"/>
          </a:xfrm>
          <a:prstGeom prst="rect">
            <a:avLst/>
          </a:prstGeom>
        </p:spPr>
      </p:pic>
    </p:spTree>
    <p:extLst>
      <p:ext uri="{BB962C8B-B14F-4D97-AF65-F5344CB8AC3E}">
        <p14:creationId xmlns:p14="http://schemas.microsoft.com/office/powerpoint/2010/main" val="326641642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BUS-System</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8" y="1825625"/>
            <a:ext cx="7081765" cy="4351338"/>
          </a:xfrm>
        </p:spPr>
        <p:txBody>
          <a:bodyPr>
            <a:normAutofit/>
          </a:bodyPr>
          <a:lstStyle/>
          <a:p>
            <a:r>
              <a:rPr lang="de-DE" dirty="0"/>
              <a:t>Verbindet alle Komponenten</a:t>
            </a:r>
          </a:p>
          <a:p>
            <a:r>
              <a:rPr lang="de-DE" dirty="0"/>
              <a:t>Es gibt:</a:t>
            </a:r>
          </a:p>
          <a:p>
            <a:pPr lvl="1"/>
            <a:r>
              <a:rPr lang="de-DE" dirty="0"/>
              <a:t>Datenbus</a:t>
            </a:r>
          </a:p>
          <a:p>
            <a:pPr lvl="1"/>
            <a:r>
              <a:rPr lang="de-DE" dirty="0"/>
              <a:t>Adressbus</a:t>
            </a:r>
          </a:p>
          <a:p>
            <a:pPr lvl="1"/>
            <a:r>
              <a:rPr lang="de-DE" dirty="0"/>
              <a:t>Steuerbus</a:t>
            </a:r>
          </a:p>
        </p:txBody>
      </p:sp>
      <p:pic>
        <p:nvPicPr>
          <p:cNvPr id="7" name="Grafik 6">
            <a:extLst>
              <a:ext uri="{FF2B5EF4-FFF2-40B4-BE49-F238E27FC236}">
                <a16:creationId xmlns:a16="http://schemas.microsoft.com/office/drawing/2014/main" id="{D08D9EB2-7EA8-4613-932B-2A769515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2633" y="294914"/>
            <a:ext cx="525054" cy="1235797"/>
          </a:xfrm>
          <a:prstGeom prst="rect">
            <a:avLst/>
          </a:prstGeom>
        </p:spPr>
      </p:pic>
      <p:pic>
        <p:nvPicPr>
          <p:cNvPr id="5" name="Grafik 4">
            <a:extLst>
              <a:ext uri="{FF2B5EF4-FFF2-40B4-BE49-F238E27FC236}">
                <a16:creationId xmlns:a16="http://schemas.microsoft.com/office/drawing/2014/main" id="{507B4063-05CD-46B2-A0FD-B613BA3E1D5C}"/>
              </a:ext>
            </a:extLst>
          </p:cNvPr>
          <p:cNvPicPr>
            <a:picLocks noChangeAspect="1"/>
          </p:cNvPicPr>
          <p:nvPr/>
        </p:nvPicPr>
        <p:blipFill>
          <a:blip r:embed="rId3"/>
          <a:stretch>
            <a:fillRect/>
          </a:stretch>
        </p:blipFill>
        <p:spPr>
          <a:xfrm>
            <a:off x="5884937" y="2224644"/>
            <a:ext cx="5054812" cy="3528567"/>
          </a:xfrm>
          <a:prstGeom prst="rect">
            <a:avLst/>
          </a:prstGeom>
        </p:spPr>
      </p:pic>
    </p:spTree>
    <p:extLst>
      <p:ext uri="{BB962C8B-B14F-4D97-AF65-F5344CB8AC3E}">
        <p14:creationId xmlns:p14="http://schemas.microsoft.com/office/powerpoint/2010/main" val="2497408989"/>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Speicher und Speicher????</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8" y="1825625"/>
            <a:ext cx="7081765" cy="4351338"/>
          </a:xfrm>
        </p:spPr>
        <p:txBody>
          <a:bodyPr>
            <a:normAutofit/>
          </a:bodyPr>
          <a:lstStyle/>
          <a:p>
            <a:r>
              <a:rPr lang="de-DE" dirty="0"/>
              <a:t>Treffen Sie eine Aussage zum Speicherwerk, im Hinblick auf folgende Fakten(</a:t>
            </a:r>
            <a:r>
              <a:rPr lang="de-DE" dirty="0" err="1"/>
              <a:t>Kontext</a:t>
            </a:r>
            <a:r>
              <a:rPr lang="de-DE" dirty="0" err="1">
                <a:sym typeface="Wingdings" panose="05000000000000000000" pitchFamily="2" charset="2"/>
              </a:rPr>
              <a:t>von-Neumann</a:t>
            </a:r>
            <a:r>
              <a:rPr lang="de-DE" dirty="0">
                <a:sym typeface="Wingdings" panose="05000000000000000000" pitchFamily="2" charset="2"/>
              </a:rPr>
              <a:t>)</a:t>
            </a:r>
            <a:r>
              <a:rPr lang="de-DE" dirty="0"/>
              <a:t>:</a:t>
            </a:r>
          </a:p>
          <a:p>
            <a:pPr lvl="1"/>
            <a:r>
              <a:rPr lang="de-DE" dirty="0"/>
              <a:t>Das Speicherwerk umfasst RAM und die Festplatten eines Computers</a:t>
            </a:r>
          </a:p>
          <a:p>
            <a:pPr lvl="1"/>
            <a:r>
              <a:rPr lang="de-DE" dirty="0"/>
              <a:t>Folglich sind Festplatten ein Teil des Speicherwerks in der von-Neumann Architektur</a:t>
            </a:r>
          </a:p>
        </p:txBody>
      </p:sp>
      <p:pic>
        <p:nvPicPr>
          <p:cNvPr id="6" name="Grafik 5">
            <a:extLst>
              <a:ext uri="{FF2B5EF4-FFF2-40B4-BE49-F238E27FC236}">
                <a16:creationId xmlns:a16="http://schemas.microsoft.com/office/drawing/2014/main" id="{218CDFF3-F351-42FF-92F9-2095A039948D}"/>
              </a:ext>
            </a:extLst>
          </p:cNvPr>
          <p:cNvPicPr>
            <a:picLocks noChangeAspect="1"/>
          </p:cNvPicPr>
          <p:nvPr/>
        </p:nvPicPr>
        <p:blipFill>
          <a:blip r:embed="rId2"/>
          <a:stretch>
            <a:fillRect/>
          </a:stretch>
        </p:blipFill>
        <p:spPr>
          <a:xfrm>
            <a:off x="7595176" y="1966912"/>
            <a:ext cx="4276825" cy="3478571"/>
          </a:xfrm>
          <a:prstGeom prst="rect">
            <a:avLst/>
          </a:prstGeom>
        </p:spPr>
      </p:pic>
    </p:spTree>
    <p:extLst>
      <p:ext uri="{BB962C8B-B14F-4D97-AF65-F5344CB8AC3E}">
        <p14:creationId xmlns:p14="http://schemas.microsoft.com/office/powerpoint/2010/main" val="430897243"/>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Flaschenhals (Bottleneck)</a:t>
            </a:r>
            <a:endParaRPr lang="de-DE" sz="3600" dirty="0"/>
          </a:p>
        </p:txBody>
      </p:sp>
      <p:sp>
        <p:nvSpPr>
          <p:cNvPr id="3" name="Inhaltsplatzhalter 2">
            <a:extLst>
              <a:ext uri="{FF2B5EF4-FFF2-40B4-BE49-F238E27FC236}">
                <a16:creationId xmlns:a16="http://schemas.microsoft.com/office/drawing/2014/main" id="{FD760E0A-EE31-41F0-B01F-5F66F596B660}"/>
              </a:ext>
            </a:extLst>
          </p:cNvPr>
          <p:cNvSpPr>
            <a:spLocks noGrp="1"/>
          </p:cNvSpPr>
          <p:nvPr>
            <p:ph idx="1"/>
          </p:nvPr>
        </p:nvSpPr>
        <p:spPr>
          <a:xfrm>
            <a:off x="160869" y="1825625"/>
            <a:ext cx="5561202" cy="4351338"/>
          </a:xfrm>
        </p:spPr>
        <p:txBody>
          <a:bodyPr>
            <a:normAutofit/>
          </a:bodyPr>
          <a:lstStyle/>
          <a:p>
            <a:r>
              <a:rPr lang="de-DE" b="1" dirty="0"/>
              <a:t>Bekanntes Problem: „Von-Neumann-Bottleneck“</a:t>
            </a:r>
          </a:p>
          <a:p>
            <a:r>
              <a:rPr lang="de-DE" dirty="0"/>
              <a:t>Recherchieren und nennen Sie die Bedeutung dieses Problems</a:t>
            </a:r>
          </a:p>
          <a:p>
            <a:r>
              <a:rPr lang="de-DE" dirty="0"/>
              <a:t>Nennen Sie Möglichkeiten, das Problem zu verhindern</a:t>
            </a:r>
          </a:p>
          <a:p>
            <a:endParaRPr lang="de-DE" dirty="0"/>
          </a:p>
        </p:txBody>
      </p:sp>
      <p:pic>
        <p:nvPicPr>
          <p:cNvPr id="5" name="Grafik 4">
            <a:extLst>
              <a:ext uri="{FF2B5EF4-FFF2-40B4-BE49-F238E27FC236}">
                <a16:creationId xmlns:a16="http://schemas.microsoft.com/office/drawing/2014/main" id="{53E485CB-9C0B-49AE-AC61-44C55ABF9FF6}"/>
              </a:ext>
            </a:extLst>
          </p:cNvPr>
          <p:cNvPicPr>
            <a:picLocks noChangeAspect="1"/>
          </p:cNvPicPr>
          <p:nvPr/>
        </p:nvPicPr>
        <p:blipFill>
          <a:blip r:embed="rId2"/>
          <a:stretch>
            <a:fillRect/>
          </a:stretch>
        </p:blipFill>
        <p:spPr>
          <a:xfrm>
            <a:off x="6379126" y="1646238"/>
            <a:ext cx="5190559" cy="4273262"/>
          </a:xfrm>
          <a:prstGeom prst="rect">
            <a:avLst/>
          </a:prstGeom>
        </p:spPr>
      </p:pic>
      <p:pic>
        <p:nvPicPr>
          <p:cNvPr id="7" name="Grafik 6">
            <a:extLst>
              <a:ext uri="{FF2B5EF4-FFF2-40B4-BE49-F238E27FC236}">
                <a16:creationId xmlns:a16="http://schemas.microsoft.com/office/drawing/2014/main" id="{731B423F-9145-4A01-AAC3-6594E25B0D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9126" y="1966912"/>
            <a:ext cx="1076780" cy="1443263"/>
          </a:xfrm>
          <a:prstGeom prst="rect">
            <a:avLst/>
          </a:prstGeom>
        </p:spPr>
      </p:pic>
    </p:spTree>
    <p:extLst>
      <p:ext uri="{BB962C8B-B14F-4D97-AF65-F5344CB8AC3E}">
        <p14:creationId xmlns:p14="http://schemas.microsoft.com/office/powerpoint/2010/main" val="137441900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von-Neumann-Architektur</a:t>
            </a:r>
            <a:br>
              <a:rPr lang="de-DE" altLang="de-DE" sz="3600" dirty="0"/>
            </a:br>
            <a:r>
              <a:rPr lang="de-DE" altLang="de-DE" sz="4800" dirty="0"/>
              <a:t>Heutige Systeme</a:t>
            </a:r>
            <a:endParaRPr lang="de-DE" sz="3600" dirty="0"/>
          </a:p>
        </p:txBody>
      </p:sp>
      <p:pic>
        <p:nvPicPr>
          <p:cNvPr id="6" name="Grafik 5">
            <a:extLst>
              <a:ext uri="{FF2B5EF4-FFF2-40B4-BE49-F238E27FC236}">
                <a16:creationId xmlns:a16="http://schemas.microsoft.com/office/drawing/2014/main" id="{7A59C70E-C844-4C26-BC4F-CF3D1C2E76C0}"/>
              </a:ext>
            </a:extLst>
          </p:cNvPr>
          <p:cNvPicPr>
            <a:picLocks noChangeAspect="1"/>
          </p:cNvPicPr>
          <p:nvPr/>
        </p:nvPicPr>
        <p:blipFill>
          <a:blip r:embed="rId2"/>
          <a:stretch>
            <a:fillRect/>
          </a:stretch>
        </p:blipFill>
        <p:spPr>
          <a:xfrm>
            <a:off x="160867" y="1816066"/>
            <a:ext cx="3968840" cy="3810330"/>
          </a:xfrm>
          <a:prstGeom prst="rect">
            <a:avLst/>
          </a:prstGeom>
        </p:spPr>
      </p:pic>
      <p:pic>
        <p:nvPicPr>
          <p:cNvPr id="28" name="Inhaltsplatzhalter 11">
            <a:extLst>
              <a:ext uri="{FF2B5EF4-FFF2-40B4-BE49-F238E27FC236}">
                <a16:creationId xmlns:a16="http://schemas.microsoft.com/office/drawing/2014/main" id="{6C380D28-AED5-4C36-81B9-6FECF3A2317B}"/>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827052" y="1527175"/>
            <a:ext cx="5376183" cy="3803650"/>
          </a:xfrm>
          <a:prstGeom prst="rect">
            <a:avLst/>
          </a:prstGeom>
        </p:spPr>
      </p:pic>
      <p:sp>
        <p:nvSpPr>
          <p:cNvPr id="29" name="Textfeld 28">
            <a:extLst>
              <a:ext uri="{FF2B5EF4-FFF2-40B4-BE49-F238E27FC236}">
                <a16:creationId xmlns:a16="http://schemas.microsoft.com/office/drawing/2014/main" id="{21A21B8E-AEC9-4545-8529-9697557F8688}"/>
              </a:ext>
            </a:extLst>
          </p:cNvPr>
          <p:cNvSpPr txBox="1"/>
          <p:nvPr/>
        </p:nvSpPr>
        <p:spPr>
          <a:xfrm>
            <a:off x="4827052" y="5330825"/>
            <a:ext cx="5376183" cy="230832"/>
          </a:xfrm>
          <a:prstGeom prst="rect">
            <a:avLst/>
          </a:prstGeom>
          <a:noFill/>
        </p:spPr>
        <p:txBody>
          <a:bodyPr wrap="square" rtlCol="0">
            <a:spAutoFit/>
          </a:bodyPr>
          <a:lstStyle/>
          <a:p>
            <a:r>
              <a:rPr lang="de-DE" sz="900"/>
              <a:t>"</a:t>
            </a:r>
            <a:r>
              <a:rPr lang="de-DE" sz="900">
                <a:hlinkClick r:id="rId4" tooltip="https://eng.libretexts.org/Courses/Delta_College/Operating_System:_The_Basics/01:_The_Basics_-_An_Overview/1.2_Starting_with_the_Basics"/>
              </a:rPr>
              <a:t>Dieses Foto</a:t>
            </a:r>
            <a:r>
              <a:rPr lang="de-DE" sz="900"/>
              <a:t>" von Unbekannter Autor ist lizenziert gemäß </a:t>
            </a:r>
            <a:r>
              <a:rPr lang="de-DE" sz="900">
                <a:hlinkClick r:id="rId5" tooltip="https://creativecommons.org/licenses/by-nc-sa/3.0/"/>
              </a:rPr>
              <a:t>CC BY-SA-NC</a:t>
            </a:r>
            <a:endParaRPr lang="de-DE" sz="900"/>
          </a:p>
        </p:txBody>
      </p:sp>
    </p:spTree>
    <p:extLst>
      <p:ext uri="{BB962C8B-B14F-4D97-AF65-F5344CB8AC3E}">
        <p14:creationId xmlns:p14="http://schemas.microsoft.com/office/powerpoint/2010/main" val="2383353727"/>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Mainboard</a:t>
            </a:r>
            <a:br>
              <a:rPr lang="de-DE" altLang="de-DE" sz="3600" dirty="0"/>
            </a:br>
            <a:r>
              <a:rPr lang="de-DE" altLang="de-DE" sz="3600" dirty="0"/>
              <a:t>Herzstück des Computers</a:t>
            </a:r>
            <a:endParaRPr lang="de-DE" sz="3600" dirty="0"/>
          </a:p>
        </p:txBody>
      </p:sp>
      <p:pic>
        <p:nvPicPr>
          <p:cNvPr id="9" name="Inhaltsplatzhalter 7">
            <a:extLst>
              <a:ext uri="{FF2B5EF4-FFF2-40B4-BE49-F238E27FC236}">
                <a16:creationId xmlns:a16="http://schemas.microsoft.com/office/drawing/2014/main" id="{C8C4BB0F-F99A-4FD0-9850-E979ADDAB3E2}"/>
              </a:ext>
            </a:extLst>
          </p:cNvPr>
          <p:cNvPicPr>
            <a:picLocks noGrp="1" noChangeAspect="1"/>
          </p:cNvPicPr>
          <p:nvPr>
            <p:ph idx="1"/>
          </p:nvPr>
        </p:nvPicPr>
        <p:blipFill rotWithShape="1">
          <a:blip r:embed="rId2" cstate="email">
            <a:extLst>
              <a:ext uri="{28A0092B-C50C-407E-A947-70E740481C1C}">
                <a14:useLocalDpi xmlns:a14="http://schemas.microsoft.com/office/drawing/2010/main"/>
              </a:ext>
            </a:extLst>
          </a:blip>
          <a:stretch/>
        </p:blipFill>
        <p:spPr>
          <a:xfrm>
            <a:off x="5589599" y="1561371"/>
            <a:ext cx="4356176" cy="4337028"/>
          </a:xfrm>
          <a:prstGeom prst="rect">
            <a:avLst/>
          </a:prstGeom>
        </p:spPr>
      </p:pic>
      <p:sp>
        <p:nvSpPr>
          <p:cNvPr id="10" name="Textplatzhalter 2">
            <a:extLst>
              <a:ext uri="{FF2B5EF4-FFF2-40B4-BE49-F238E27FC236}">
                <a16:creationId xmlns:a16="http://schemas.microsoft.com/office/drawing/2014/main" id="{63E8663A-8CF8-4EAA-9BBF-8E9A6A3B09FB}"/>
              </a:ext>
            </a:extLst>
          </p:cNvPr>
          <p:cNvSpPr txBox="1">
            <a:spLocks/>
          </p:cNvSpPr>
          <p:nvPr/>
        </p:nvSpPr>
        <p:spPr>
          <a:xfrm>
            <a:off x="622780" y="1824091"/>
            <a:ext cx="3932237" cy="3811588"/>
          </a:xfrm>
          <a:prstGeom prst="rect">
            <a:avLst/>
          </a:prstGeom>
          <a:noFill/>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Mainboard verbindet Prozessor, Arbeitsspeicher, USB-Stick, Sound, Display, Audio etc. miteinander</a:t>
            </a:r>
          </a:p>
          <a:p>
            <a:r>
              <a:rPr lang="de-DE" dirty="0"/>
              <a:t>Formate (bspw. ATX) sind genormt</a:t>
            </a:r>
          </a:p>
          <a:p>
            <a:r>
              <a:rPr lang="de-DE" dirty="0"/>
              <a:t>Prozessor fest eingelötet oder mittels CPU-Fassung einsetzbar</a:t>
            </a:r>
          </a:p>
          <a:p>
            <a:r>
              <a:rPr lang="de-DE" dirty="0"/>
              <a:t>Steckplätze bieten zusätzlichen Platz für Arbeitsspeicher oder Grafikkarte</a:t>
            </a:r>
          </a:p>
        </p:txBody>
      </p:sp>
      <p:pic>
        <p:nvPicPr>
          <p:cNvPr id="11" name="Grafik 10">
            <a:extLst>
              <a:ext uri="{FF2B5EF4-FFF2-40B4-BE49-F238E27FC236}">
                <a16:creationId xmlns:a16="http://schemas.microsoft.com/office/drawing/2014/main" id="{1ABB89B9-5AAE-469A-8F8A-FAD78A91B0B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45775" y="1561371"/>
            <a:ext cx="1195143" cy="1685925"/>
          </a:xfrm>
          <a:prstGeom prst="rect">
            <a:avLst/>
          </a:prstGeom>
        </p:spPr>
      </p:pic>
    </p:spTree>
    <p:extLst>
      <p:ext uri="{BB962C8B-B14F-4D97-AF65-F5344CB8AC3E}">
        <p14:creationId xmlns:p14="http://schemas.microsoft.com/office/powerpoint/2010/main" val="534278336"/>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Mainboard</a:t>
            </a:r>
            <a:br>
              <a:rPr lang="de-DE" altLang="de-DE" sz="3600" dirty="0"/>
            </a:br>
            <a:r>
              <a:rPr lang="de-DE" altLang="de-DE" sz="3600" dirty="0"/>
              <a:t>Bestandteile</a:t>
            </a:r>
            <a:endParaRPr lang="de-DE" sz="3600" dirty="0"/>
          </a:p>
        </p:txBody>
      </p:sp>
      <p:pic>
        <p:nvPicPr>
          <p:cNvPr id="12" name="Inhaltsplatzhalter 7">
            <a:extLst>
              <a:ext uri="{FF2B5EF4-FFF2-40B4-BE49-F238E27FC236}">
                <a16:creationId xmlns:a16="http://schemas.microsoft.com/office/drawing/2014/main" id="{91B00A8A-9540-4713-AD40-78FBCF400FA9}"/>
              </a:ext>
            </a:extLst>
          </p:cNvPr>
          <p:cNvPicPr>
            <a:picLocks noGrp="1" noChangeAspect="1"/>
          </p:cNvPicPr>
          <p:nvPr>
            <p:ph idx="1"/>
          </p:nvPr>
        </p:nvPicPr>
        <p:blipFill>
          <a:blip r:embed="rId2"/>
          <a:stretch>
            <a:fillRect/>
          </a:stretch>
        </p:blipFill>
        <p:spPr>
          <a:xfrm rot="16200000">
            <a:off x="8536655" y="2145233"/>
            <a:ext cx="3308430" cy="2772056"/>
          </a:xfrm>
          <a:prstGeom prst="rect">
            <a:avLst/>
          </a:prstGeom>
        </p:spPr>
      </p:pic>
      <p:sp>
        <p:nvSpPr>
          <p:cNvPr id="14" name="Textplatzhalter 2">
            <a:extLst>
              <a:ext uri="{FF2B5EF4-FFF2-40B4-BE49-F238E27FC236}">
                <a16:creationId xmlns:a16="http://schemas.microsoft.com/office/drawing/2014/main" id="{B0915A16-CF1D-4E90-8DBA-657167711F66}"/>
              </a:ext>
            </a:extLst>
          </p:cNvPr>
          <p:cNvSpPr txBox="1">
            <a:spLocks/>
          </p:cNvSpPr>
          <p:nvPr/>
        </p:nvSpPr>
        <p:spPr>
          <a:xfrm>
            <a:off x="425008" y="1873965"/>
            <a:ext cx="3932237" cy="3811588"/>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err="1"/>
              <a:t>Northbridge</a:t>
            </a:r>
            <a:r>
              <a:rPr lang="de-DE" dirty="0"/>
              <a:t> </a:t>
            </a:r>
            <a:r>
              <a:rPr lang="de-DE" dirty="0" err="1"/>
              <a:t>verbindete</a:t>
            </a:r>
            <a:r>
              <a:rPr lang="de-DE" dirty="0"/>
              <a:t> anfangs noch CPU mit Arbeitsspeicher und Grafik</a:t>
            </a:r>
          </a:p>
          <a:p>
            <a:r>
              <a:rPr lang="de-DE" dirty="0"/>
              <a:t>Wird seit 2008 aus Gründen der Performance direkt in der CPU untergebracht</a:t>
            </a:r>
          </a:p>
          <a:p>
            <a:r>
              <a:rPr lang="de-DE" b="1" dirty="0" err="1"/>
              <a:t>Southbridge</a:t>
            </a:r>
            <a:r>
              <a:rPr lang="de-DE" dirty="0"/>
              <a:t> verbindet CPU mit weiteren Ein- und Ausgabegeräten (Tastatur, Maus, Festplatte, Netzwerk, USB etc.)</a:t>
            </a:r>
          </a:p>
          <a:p>
            <a:pPr lvl="1"/>
            <a:r>
              <a:rPr lang="de-DE" dirty="0"/>
              <a:t>Intel: </a:t>
            </a:r>
            <a:r>
              <a:rPr lang="de-DE" dirty="0" err="1"/>
              <a:t>Platform</a:t>
            </a:r>
            <a:r>
              <a:rPr lang="de-DE" dirty="0"/>
              <a:t> Controller Hub</a:t>
            </a:r>
          </a:p>
          <a:p>
            <a:pPr lvl="1"/>
            <a:r>
              <a:rPr lang="de-DE" dirty="0"/>
              <a:t>AMD: Fusion Controller Hub</a:t>
            </a:r>
          </a:p>
        </p:txBody>
      </p:sp>
      <p:pic>
        <p:nvPicPr>
          <p:cNvPr id="15" name="Grafik 7">
            <a:extLst>
              <a:ext uri="{FF2B5EF4-FFF2-40B4-BE49-F238E27FC236}">
                <a16:creationId xmlns:a16="http://schemas.microsoft.com/office/drawing/2014/main" id="{25710864-247F-4B02-BF92-B90941BD9232}"/>
              </a:ext>
            </a:extLst>
          </p:cNvPr>
          <p:cNvPicPr>
            <a:picLocks noChangeAspect="1"/>
          </p:cNvPicPr>
          <p:nvPr/>
        </p:nvPicPr>
        <p:blipFill>
          <a:blip r:embed="rId3"/>
          <a:stretch>
            <a:fillRect/>
          </a:stretch>
        </p:blipFill>
        <p:spPr>
          <a:xfrm>
            <a:off x="4639472" y="45661"/>
            <a:ext cx="3726636" cy="5733287"/>
          </a:xfrm>
          <a:prstGeom prst="rect">
            <a:avLst/>
          </a:prstGeom>
        </p:spPr>
      </p:pic>
      <p:sp>
        <p:nvSpPr>
          <p:cNvPr id="16" name="Rechteck 15">
            <a:extLst>
              <a:ext uri="{FF2B5EF4-FFF2-40B4-BE49-F238E27FC236}">
                <a16:creationId xmlns:a16="http://schemas.microsoft.com/office/drawing/2014/main" id="{DDF53E7D-5122-4E0A-A2CA-5EB995465EF0}"/>
              </a:ext>
            </a:extLst>
          </p:cNvPr>
          <p:cNvSpPr/>
          <p:nvPr/>
        </p:nvSpPr>
        <p:spPr>
          <a:xfrm>
            <a:off x="4639472" y="5675125"/>
            <a:ext cx="7376160" cy="646331"/>
          </a:xfrm>
          <a:prstGeom prst="rect">
            <a:avLst/>
          </a:prstGeom>
        </p:spPr>
        <p:txBody>
          <a:bodyPr>
            <a:spAutoFit/>
          </a:bodyPr>
          <a:lstStyle/>
          <a:p>
            <a:r>
              <a:rPr lang="de-DE" sz="1200" dirty="0">
                <a:latin typeface="Arial" panose="020B0604020202020204" pitchFamily="34" charset="0"/>
                <a:cs typeface="Arial" panose="020B0604020202020204" pitchFamily="34" charset="0"/>
              </a:rPr>
              <a:t>Quelle: </a:t>
            </a:r>
            <a:r>
              <a:rPr lang="de-DE" sz="1200" dirty="0">
                <a:latin typeface="Arial" panose="020B0604020202020204" pitchFamily="34" charset="0"/>
                <a:cs typeface="Arial" panose="020B0604020202020204" pitchFamily="34" charset="0"/>
                <a:hlinkClick r:id="rId4"/>
              </a:rPr>
              <a:t>https://upload.wikimedia.org/wikipedia/commons/thumb/b/bd/Motherboard_diagram.svg/1024px-Motherboard_diagram.svg.png</a:t>
            </a:r>
            <a:r>
              <a:rPr lang="de-DE" sz="12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526392427"/>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p:txBody>
          <a:bodyPr>
            <a:normAutofit/>
          </a:bodyPr>
          <a:lstStyle/>
          <a:p>
            <a:r>
              <a:rPr lang="de-DE" altLang="de-DE" sz="3600" dirty="0"/>
              <a:t>Mainboard</a:t>
            </a:r>
            <a:br>
              <a:rPr lang="de-DE" altLang="de-DE" sz="3600" dirty="0"/>
            </a:br>
            <a:r>
              <a:rPr lang="de-DE" altLang="de-DE" sz="3600" dirty="0"/>
              <a:t>Bestandteile</a:t>
            </a:r>
            <a:endParaRPr lang="de-DE" sz="3600" dirty="0"/>
          </a:p>
        </p:txBody>
      </p:sp>
      <p:pic>
        <p:nvPicPr>
          <p:cNvPr id="11" name="Picture 2" descr="https://www.wintotal.de/media/2020/05/mainboard.jpg">
            <a:extLst>
              <a:ext uri="{FF2B5EF4-FFF2-40B4-BE49-F238E27FC236}">
                <a16:creationId xmlns:a16="http://schemas.microsoft.com/office/drawing/2014/main" id="{718E093F-4CD1-4AD1-BA32-6C7DC92F029D}"/>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203595" y="1533179"/>
            <a:ext cx="6740728" cy="4496487"/>
          </a:xfrm>
          <a:prstGeom prst="rect">
            <a:avLst/>
          </a:prstGeom>
          <a:noFill/>
          <a:extLst>
            <a:ext uri="{909E8E84-426E-40DD-AFC4-6F175D3DCCD1}">
              <a14:hiddenFill xmlns:a14="http://schemas.microsoft.com/office/drawing/2010/main">
                <a:solidFill>
                  <a:srgbClr val="FFFFFF"/>
                </a:solidFill>
              </a14:hiddenFill>
            </a:ext>
          </a:extLst>
        </p:spPr>
      </p:pic>
      <p:sp>
        <p:nvSpPr>
          <p:cNvPr id="17" name="Textplatzhalter 2">
            <a:extLst>
              <a:ext uri="{FF2B5EF4-FFF2-40B4-BE49-F238E27FC236}">
                <a16:creationId xmlns:a16="http://schemas.microsoft.com/office/drawing/2014/main" id="{8D974D03-E2C7-404A-8C91-A37606EBD561}"/>
              </a:ext>
            </a:extLst>
          </p:cNvPr>
          <p:cNvSpPr txBox="1">
            <a:spLocks/>
          </p:cNvSpPr>
          <p:nvPr/>
        </p:nvSpPr>
        <p:spPr>
          <a:xfrm>
            <a:off x="160867" y="1420929"/>
            <a:ext cx="4328978" cy="401614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dirty="0"/>
              <a:t>1. CPU-Sockel</a:t>
            </a:r>
          </a:p>
          <a:p>
            <a:pPr marL="0" indent="0">
              <a:buFont typeface="Arial" panose="020B0604020202020204" pitchFamily="34" charset="0"/>
              <a:buNone/>
            </a:pPr>
            <a:r>
              <a:rPr lang="de-DE" dirty="0"/>
              <a:t>2. RAM-Slots</a:t>
            </a:r>
          </a:p>
          <a:p>
            <a:pPr marL="0" indent="0">
              <a:buFont typeface="Arial" panose="020B0604020202020204" pitchFamily="34" charset="0"/>
              <a:buNone/>
            </a:pPr>
            <a:r>
              <a:rPr lang="de-DE" dirty="0"/>
              <a:t>3. PCI-/PCIe-Steckplätze</a:t>
            </a:r>
          </a:p>
          <a:p>
            <a:pPr marL="0" indent="0">
              <a:buFont typeface="Arial" panose="020B0604020202020204" pitchFamily="34" charset="0"/>
              <a:buNone/>
            </a:pPr>
            <a:r>
              <a:rPr lang="de-DE" dirty="0"/>
              <a:t>4. SATA-Anschlüsse</a:t>
            </a:r>
          </a:p>
          <a:p>
            <a:pPr marL="0" indent="0">
              <a:buFont typeface="Arial" panose="020B0604020202020204" pitchFamily="34" charset="0"/>
              <a:buNone/>
            </a:pPr>
            <a:r>
              <a:rPr lang="de-DE" dirty="0"/>
              <a:t>5. Stromversorgung (ATX Power Supply)</a:t>
            </a:r>
          </a:p>
          <a:p>
            <a:pPr marL="0" indent="0">
              <a:buFont typeface="Arial" panose="020B0604020202020204" pitchFamily="34" charset="0"/>
              <a:buNone/>
            </a:pPr>
            <a:r>
              <a:rPr lang="de-DE" dirty="0"/>
              <a:t>6. Lüfter-Anschlüsse</a:t>
            </a:r>
          </a:p>
          <a:p>
            <a:pPr marL="0" indent="0">
              <a:buFont typeface="Arial" panose="020B0604020202020204" pitchFamily="34" charset="0"/>
              <a:buNone/>
            </a:pPr>
            <a:r>
              <a:rPr lang="de-DE" dirty="0"/>
              <a:t>7. USB-Verbindungen</a:t>
            </a:r>
          </a:p>
          <a:p>
            <a:pPr marL="0" indent="0">
              <a:buFont typeface="Arial" panose="020B0604020202020204" pitchFamily="34" charset="0"/>
              <a:buNone/>
            </a:pPr>
            <a:r>
              <a:rPr lang="de-DE" dirty="0"/>
              <a:t>8. Schnittstellen für die Gehäuse-Rückseite</a:t>
            </a:r>
          </a:p>
        </p:txBody>
      </p:sp>
    </p:spTree>
    <p:extLst>
      <p:ext uri="{BB962C8B-B14F-4D97-AF65-F5344CB8AC3E}">
        <p14:creationId xmlns:p14="http://schemas.microsoft.com/office/powerpoint/2010/main" val="148426849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D7A5E7-672A-4972-A367-B4267B6FDC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p>
        </p:txBody>
      </p:sp>
      <p:sp>
        <p:nvSpPr>
          <p:cNvPr id="13" name="Textfeld 12">
            <a:extLst>
              <a:ext uri="{FF2B5EF4-FFF2-40B4-BE49-F238E27FC236}">
                <a16:creationId xmlns:a16="http://schemas.microsoft.com/office/drawing/2014/main" id="{A2F3B9A1-97F3-4E65-A722-9E8F95E3EB91}"/>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2" name="Titel 1">
            <a:extLst>
              <a:ext uri="{FF2B5EF4-FFF2-40B4-BE49-F238E27FC236}">
                <a16:creationId xmlns:a16="http://schemas.microsoft.com/office/drawing/2014/main" id="{D8399CF1-B913-4897-89FC-668A8DC45808}"/>
              </a:ext>
            </a:extLst>
          </p:cNvPr>
          <p:cNvSpPr>
            <a:spLocks noGrp="1"/>
          </p:cNvSpPr>
          <p:nvPr>
            <p:ph type="title"/>
          </p:nvPr>
        </p:nvSpPr>
        <p:spPr>
          <a:xfrm>
            <a:off x="85452" y="330264"/>
            <a:ext cx="10515600" cy="1325563"/>
          </a:xfrm>
        </p:spPr>
        <p:txBody>
          <a:bodyPr>
            <a:normAutofit fontScale="90000"/>
          </a:bodyPr>
          <a:lstStyle/>
          <a:p>
            <a:r>
              <a:rPr lang="de-DE" altLang="de-DE" sz="3600" dirty="0"/>
              <a:t>Mainboard</a:t>
            </a:r>
            <a:br>
              <a:rPr lang="de-DE" altLang="de-DE" sz="3600" dirty="0"/>
            </a:br>
            <a:r>
              <a:rPr lang="de-DE" altLang="de-DE" sz="3600" dirty="0"/>
              <a:t>Konfiguration eines </a:t>
            </a:r>
            <a:br>
              <a:rPr lang="de-DE" altLang="de-DE" sz="3600" dirty="0"/>
            </a:br>
            <a:r>
              <a:rPr lang="de-DE" altLang="de-DE" sz="3600" dirty="0"/>
              <a:t>Z590 Boards (2022)</a:t>
            </a:r>
            <a:endParaRPr lang="de-DE" sz="3600" dirty="0"/>
          </a:p>
        </p:txBody>
      </p:sp>
      <p:sp>
        <p:nvSpPr>
          <p:cNvPr id="9" name="Textplatzhalter 1">
            <a:extLst>
              <a:ext uri="{FF2B5EF4-FFF2-40B4-BE49-F238E27FC236}">
                <a16:creationId xmlns:a16="http://schemas.microsoft.com/office/drawing/2014/main" id="{38D28EBD-C3B2-458F-94DB-1F84669F864B}"/>
              </a:ext>
            </a:extLst>
          </p:cNvPr>
          <p:cNvSpPr txBox="1">
            <a:spLocks/>
          </p:cNvSpPr>
          <p:nvPr/>
        </p:nvSpPr>
        <p:spPr>
          <a:xfrm>
            <a:off x="160867" y="1646237"/>
            <a:ext cx="4354572" cy="4198381"/>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de-DE"/>
              <a:t>CPU-Sockel</a:t>
            </a:r>
          </a:p>
          <a:p>
            <a:pPr marL="342900" indent="-342900">
              <a:buFont typeface="+mj-lt"/>
              <a:buAutoNum type="arabicPeriod"/>
            </a:pPr>
            <a:r>
              <a:rPr lang="de-DE"/>
              <a:t>RAM-Slots</a:t>
            </a:r>
          </a:p>
          <a:p>
            <a:pPr marL="342900" indent="-342900">
              <a:buFont typeface="+mj-lt"/>
              <a:buAutoNum type="arabicPeriod"/>
            </a:pPr>
            <a:r>
              <a:rPr lang="de-DE"/>
              <a:t>PCI-/PCIe-Steckplätze</a:t>
            </a:r>
          </a:p>
          <a:p>
            <a:pPr marL="514350" lvl="1" indent="-342900">
              <a:buFont typeface="+mj-lt"/>
              <a:buAutoNum type="alphaLcParenR"/>
            </a:pPr>
            <a:r>
              <a:rPr lang="de-DE"/>
              <a:t>PCIe 4.0 direkt an der CPU (doppelt so schnell)</a:t>
            </a:r>
          </a:p>
          <a:p>
            <a:pPr marL="514350" lvl="1" indent="-342900">
              <a:buFont typeface="+mj-lt"/>
              <a:buAutoNum type="alphaLcParenR"/>
            </a:pPr>
            <a:r>
              <a:rPr lang="de-DE"/>
              <a:t>PCIe 3.0 via Southbridge</a:t>
            </a:r>
          </a:p>
          <a:p>
            <a:pPr marL="342900" indent="-342900">
              <a:buFont typeface="+mj-lt"/>
              <a:buAutoNum type="arabicPeriod"/>
            </a:pPr>
            <a:r>
              <a:rPr lang="de-DE"/>
              <a:t>SATA-Anschlüsse</a:t>
            </a:r>
          </a:p>
          <a:p>
            <a:pPr marL="342900" indent="-342900">
              <a:buFont typeface="+mj-lt"/>
              <a:buAutoNum type="arabicPeriod"/>
            </a:pPr>
            <a:r>
              <a:rPr lang="de-DE">
                <a:solidFill>
                  <a:schemeClr val="bg1">
                    <a:lumMod val="50000"/>
                  </a:schemeClr>
                </a:solidFill>
              </a:rPr>
              <a:t>Stromversorgung (hier nicht abgebildet)</a:t>
            </a:r>
          </a:p>
          <a:p>
            <a:pPr marL="342900" indent="-342900">
              <a:buFont typeface="+mj-lt"/>
              <a:buAutoNum type="arabicPeriod"/>
            </a:pPr>
            <a:r>
              <a:rPr lang="de-DE">
                <a:solidFill>
                  <a:schemeClr val="bg1">
                    <a:lumMod val="50000"/>
                  </a:schemeClr>
                </a:solidFill>
              </a:rPr>
              <a:t>Lüfter-Anschlüsse (hier nicht abgebildet)</a:t>
            </a:r>
          </a:p>
          <a:p>
            <a:pPr marL="342900" indent="-342900">
              <a:buFont typeface="+mj-lt"/>
              <a:buAutoNum type="arabicPeriod"/>
            </a:pPr>
            <a:r>
              <a:rPr lang="de-DE"/>
              <a:t>USB-Verbindungen</a:t>
            </a:r>
          </a:p>
          <a:p>
            <a:pPr marL="342900" indent="-342900">
              <a:buFont typeface="+mj-lt"/>
              <a:buAutoNum type="arabicPeriod"/>
            </a:pPr>
            <a:r>
              <a:rPr lang="de-DE"/>
              <a:t>Schnittstellen für die Gehäuse-Rückseite</a:t>
            </a:r>
            <a:endParaRPr lang="de-DE" dirty="0"/>
          </a:p>
        </p:txBody>
      </p:sp>
      <p:pic>
        <p:nvPicPr>
          <p:cNvPr id="10" name="Inhaltsplatzhalter 7">
            <a:extLst>
              <a:ext uri="{FF2B5EF4-FFF2-40B4-BE49-F238E27FC236}">
                <a16:creationId xmlns:a16="http://schemas.microsoft.com/office/drawing/2014/main" id="{A7D631BB-B6F4-4303-B64A-500CA58AFD45}"/>
              </a:ext>
            </a:extLst>
          </p:cNvPr>
          <p:cNvPicPr>
            <a:picLocks noGrp="1" noChangeAspect="1"/>
          </p:cNvPicPr>
          <p:nvPr>
            <p:ph idx="1"/>
          </p:nvPr>
        </p:nvPicPr>
        <p:blipFill rotWithShape="1">
          <a:blip r:embed="rId2"/>
          <a:srcRect t="19223" b="3306"/>
          <a:stretch/>
        </p:blipFill>
        <p:spPr>
          <a:xfrm>
            <a:off x="5691019" y="320675"/>
            <a:ext cx="6340114" cy="5196838"/>
          </a:xfrm>
          <a:prstGeom prst="rect">
            <a:avLst/>
          </a:prstGeom>
        </p:spPr>
      </p:pic>
      <p:sp>
        <p:nvSpPr>
          <p:cNvPr id="12" name="Textfeld 11">
            <a:extLst>
              <a:ext uri="{FF2B5EF4-FFF2-40B4-BE49-F238E27FC236}">
                <a16:creationId xmlns:a16="http://schemas.microsoft.com/office/drawing/2014/main" id="{2C899DB0-207D-46EE-A5DE-98D69E75C059}"/>
              </a:ext>
            </a:extLst>
          </p:cNvPr>
          <p:cNvSpPr txBox="1"/>
          <p:nvPr/>
        </p:nvSpPr>
        <p:spPr>
          <a:xfrm>
            <a:off x="7266556" y="5573820"/>
            <a:ext cx="2366353" cy="246221"/>
          </a:xfrm>
          <a:prstGeom prst="rect">
            <a:avLst/>
          </a:prstGeom>
          <a:noFill/>
        </p:spPr>
        <p:txBody>
          <a:bodyPr wrap="none" rtlCol="0">
            <a:spAutoFit/>
          </a:bodyPr>
          <a:lstStyle/>
          <a:p>
            <a:r>
              <a:rPr lang="de-DE" sz="1000"/>
              <a:t>Quelle: c't Hardware Guide 2022, Seite 73</a:t>
            </a:r>
          </a:p>
        </p:txBody>
      </p:sp>
      <p:sp>
        <p:nvSpPr>
          <p:cNvPr id="14" name="Rechteck 13">
            <a:extLst>
              <a:ext uri="{FF2B5EF4-FFF2-40B4-BE49-F238E27FC236}">
                <a16:creationId xmlns:a16="http://schemas.microsoft.com/office/drawing/2014/main" id="{B17C5E1A-D776-4990-B1A6-283FF2CD3061}"/>
              </a:ext>
            </a:extLst>
          </p:cNvPr>
          <p:cNvSpPr/>
          <p:nvPr/>
        </p:nvSpPr>
        <p:spPr>
          <a:xfrm>
            <a:off x="8079007" y="583754"/>
            <a:ext cx="1654139" cy="16438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a:solidFill>
                  <a:srgbClr val="FF0000"/>
                </a:solidFill>
                <a:latin typeface="Arial" panose="020B0604020202020204" pitchFamily="34" charset="0"/>
                <a:cs typeface="Arial" panose="020B0604020202020204" pitchFamily="34" charset="0"/>
              </a:rPr>
              <a:t>       1</a:t>
            </a:r>
          </a:p>
        </p:txBody>
      </p:sp>
      <p:sp>
        <p:nvSpPr>
          <p:cNvPr id="15" name="Rechteck 14">
            <a:extLst>
              <a:ext uri="{FF2B5EF4-FFF2-40B4-BE49-F238E27FC236}">
                <a16:creationId xmlns:a16="http://schemas.microsoft.com/office/drawing/2014/main" id="{D80612DD-618F-4B10-913E-7E71DE9AD6BD}"/>
              </a:ext>
            </a:extLst>
          </p:cNvPr>
          <p:cNvSpPr/>
          <p:nvPr/>
        </p:nvSpPr>
        <p:spPr>
          <a:xfrm>
            <a:off x="9982399" y="320675"/>
            <a:ext cx="1908321" cy="88980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3200" b="1">
                <a:solidFill>
                  <a:srgbClr val="FF0000"/>
                </a:solidFill>
                <a:latin typeface="Arial" panose="020B0604020202020204" pitchFamily="34" charset="0"/>
                <a:cs typeface="Arial" panose="020B0604020202020204" pitchFamily="34" charset="0"/>
              </a:rPr>
              <a:t>2</a:t>
            </a:r>
          </a:p>
        </p:txBody>
      </p:sp>
      <p:sp>
        <p:nvSpPr>
          <p:cNvPr id="16" name="Rechteck 15">
            <a:extLst>
              <a:ext uri="{FF2B5EF4-FFF2-40B4-BE49-F238E27FC236}">
                <a16:creationId xmlns:a16="http://schemas.microsoft.com/office/drawing/2014/main" id="{076F6B1A-C894-4BFA-B5B8-458315DA726E}"/>
              </a:ext>
            </a:extLst>
          </p:cNvPr>
          <p:cNvSpPr/>
          <p:nvPr/>
        </p:nvSpPr>
        <p:spPr>
          <a:xfrm>
            <a:off x="5582387" y="4667337"/>
            <a:ext cx="2012023" cy="8089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3200" b="1">
                <a:solidFill>
                  <a:srgbClr val="FF0000"/>
                </a:solidFill>
                <a:latin typeface="Arial" panose="020B0604020202020204" pitchFamily="34" charset="0"/>
                <a:cs typeface="Arial" panose="020B0604020202020204" pitchFamily="34" charset="0"/>
              </a:rPr>
              <a:t>4</a:t>
            </a:r>
          </a:p>
        </p:txBody>
      </p:sp>
      <p:sp>
        <p:nvSpPr>
          <p:cNvPr id="18" name="Rechteck 17">
            <a:extLst>
              <a:ext uri="{FF2B5EF4-FFF2-40B4-BE49-F238E27FC236}">
                <a16:creationId xmlns:a16="http://schemas.microsoft.com/office/drawing/2014/main" id="{35B00509-DA33-4335-8CC3-B59B6E92601E}"/>
              </a:ext>
            </a:extLst>
          </p:cNvPr>
          <p:cNvSpPr/>
          <p:nvPr/>
        </p:nvSpPr>
        <p:spPr>
          <a:xfrm>
            <a:off x="5582387" y="2330360"/>
            <a:ext cx="2012023" cy="146920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3200" b="1">
                <a:solidFill>
                  <a:srgbClr val="FF0000"/>
                </a:solidFill>
                <a:latin typeface="Arial" panose="020B0604020202020204" pitchFamily="34" charset="0"/>
                <a:cs typeface="Arial" panose="020B0604020202020204" pitchFamily="34" charset="0"/>
              </a:rPr>
              <a:t>7</a:t>
            </a:r>
          </a:p>
        </p:txBody>
      </p:sp>
      <p:sp>
        <p:nvSpPr>
          <p:cNvPr id="19" name="Rechteck 18">
            <a:extLst>
              <a:ext uri="{FF2B5EF4-FFF2-40B4-BE49-F238E27FC236}">
                <a16:creationId xmlns:a16="http://schemas.microsoft.com/office/drawing/2014/main" id="{5FBC24FC-86E0-469F-9776-382C9969301D}"/>
              </a:ext>
            </a:extLst>
          </p:cNvPr>
          <p:cNvSpPr/>
          <p:nvPr/>
        </p:nvSpPr>
        <p:spPr>
          <a:xfrm>
            <a:off x="9733145" y="3883783"/>
            <a:ext cx="2157575" cy="16438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3200" b="1">
                <a:solidFill>
                  <a:srgbClr val="FF0000"/>
                </a:solidFill>
                <a:latin typeface="Arial" panose="020B0604020202020204" pitchFamily="34" charset="0"/>
                <a:cs typeface="Arial" panose="020B0604020202020204" pitchFamily="34" charset="0"/>
              </a:rPr>
              <a:t>8</a:t>
            </a:r>
          </a:p>
        </p:txBody>
      </p:sp>
      <p:sp>
        <p:nvSpPr>
          <p:cNvPr id="20" name="Rechteck 19">
            <a:extLst>
              <a:ext uri="{FF2B5EF4-FFF2-40B4-BE49-F238E27FC236}">
                <a16:creationId xmlns:a16="http://schemas.microsoft.com/office/drawing/2014/main" id="{224360AE-C443-4F3D-A477-6B8808B15DA5}"/>
              </a:ext>
            </a:extLst>
          </p:cNvPr>
          <p:cNvSpPr/>
          <p:nvPr/>
        </p:nvSpPr>
        <p:spPr>
          <a:xfrm>
            <a:off x="5582387" y="142424"/>
            <a:ext cx="2260315" cy="88980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3200" b="1">
                <a:solidFill>
                  <a:srgbClr val="FF0000"/>
                </a:solidFill>
                <a:latin typeface="Arial" panose="020B0604020202020204" pitchFamily="34" charset="0"/>
                <a:cs typeface="Arial" panose="020B0604020202020204" pitchFamily="34" charset="0"/>
              </a:rPr>
              <a:t>8</a:t>
            </a:r>
          </a:p>
        </p:txBody>
      </p:sp>
      <p:sp>
        <p:nvSpPr>
          <p:cNvPr id="21" name="Rechteck 20">
            <a:extLst>
              <a:ext uri="{FF2B5EF4-FFF2-40B4-BE49-F238E27FC236}">
                <a16:creationId xmlns:a16="http://schemas.microsoft.com/office/drawing/2014/main" id="{70DFBC9E-D62D-4511-9503-60861D33F24F}"/>
              </a:ext>
            </a:extLst>
          </p:cNvPr>
          <p:cNvSpPr/>
          <p:nvPr/>
        </p:nvSpPr>
        <p:spPr>
          <a:xfrm>
            <a:off x="5582387" y="1033770"/>
            <a:ext cx="2012024" cy="9787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3200" b="1">
                <a:solidFill>
                  <a:srgbClr val="FF0000"/>
                </a:solidFill>
                <a:latin typeface="Arial" panose="020B0604020202020204" pitchFamily="34" charset="0"/>
                <a:cs typeface="Arial" panose="020B0604020202020204" pitchFamily="34" charset="0"/>
              </a:rPr>
              <a:t>3a</a:t>
            </a:r>
          </a:p>
        </p:txBody>
      </p:sp>
      <p:sp>
        <p:nvSpPr>
          <p:cNvPr id="22" name="Rechteck 21">
            <a:extLst>
              <a:ext uri="{FF2B5EF4-FFF2-40B4-BE49-F238E27FC236}">
                <a16:creationId xmlns:a16="http://schemas.microsoft.com/office/drawing/2014/main" id="{B4182BDE-0C6E-4864-A731-BDFCA280E4C7}"/>
              </a:ext>
            </a:extLst>
          </p:cNvPr>
          <p:cNvSpPr/>
          <p:nvPr/>
        </p:nvSpPr>
        <p:spPr>
          <a:xfrm>
            <a:off x="9982399" y="1210479"/>
            <a:ext cx="1908322" cy="101291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3200" b="1">
                <a:solidFill>
                  <a:srgbClr val="FF0000"/>
                </a:solidFill>
                <a:latin typeface="Arial" panose="020B0604020202020204" pitchFamily="34" charset="0"/>
                <a:cs typeface="Arial" panose="020B0604020202020204" pitchFamily="34" charset="0"/>
              </a:rPr>
              <a:t>3a</a:t>
            </a:r>
          </a:p>
        </p:txBody>
      </p:sp>
      <p:sp>
        <p:nvSpPr>
          <p:cNvPr id="23" name="Rechteck 22">
            <a:extLst>
              <a:ext uri="{FF2B5EF4-FFF2-40B4-BE49-F238E27FC236}">
                <a16:creationId xmlns:a16="http://schemas.microsoft.com/office/drawing/2014/main" id="{8413CF71-66CC-4CAA-8403-4203D32524E7}"/>
              </a:ext>
            </a:extLst>
          </p:cNvPr>
          <p:cNvSpPr/>
          <p:nvPr/>
        </p:nvSpPr>
        <p:spPr>
          <a:xfrm>
            <a:off x="9982399" y="2346503"/>
            <a:ext cx="1908322" cy="15372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3200" b="1">
                <a:solidFill>
                  <a:srgbClr val="FF0000"/>
                </a:solidFill>
                <a:latin typeface="Arial" panose="020B0604020202020204" pitchFamily="34" charset="0"/>
                <a:cs typeface="Arial" panose="020B0604020202020204" pitchFamily="34" charset="0"/>
              </a:rPr>
              <a:t>3b</a:t>
            </a:r>
          </a:p>
        </p:txBody>
      </p:sp>
      <p:sp>
        <p:nvSpPr>
          <p:cNvPr id="24" name="Rechteck 23">
            <a:extLst>
              <a:ext uri="{FF2B5EF4-FFF2-40B4-BE49-F238E27FC236}">
                <a16:creationId xmlns:a16="http://schemas.microsoft.com/office/drawing/2014/main" id="{83F6DCDD-71A0-4317-BD7F-F98CC8D84783}"/>
              </a:ext>
            </a:extLst>
          </p:cNvPr>
          <p:cNvSpPr/>
          <p:nvPr/>
        </p:nvSpPr>
        <p:spPr>
          <a:xfrm>
            <a:off x="5582385" y="3799565"/>
            <a:ext cx="2410147" cy="86777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3200" b="1">
                <a:solidFill>
                  <a:srgbClr val="FF0000"/>
                </a:solidFill>
                <a:latin typeface="Arial" panose="020B0604020202020204" pitchFamily="34" charset="0"/>
                <a:cs typeface="Arial" panose="020B0604020202020204" pitchFamily="34" charset="0"/>
              </a:rPr>
              <a:t>3b</a:t>
            </a:r>
          </a:p>
        </p:txBody>
      </p:sp>
    </p:spTree>
    <p:extLst>
      <p:ext uri="{BB962C8B-B14F-4D97-AF65-F5344CB8AC3E}">
        <p14:creationId xmlns:p14="http://schemas.microsoft.com/office/powerpoint/2010/main" val="2155091791"/>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EB491C-F520-4D62-B8E9-C730D4BD1125}"/>
              </a:ext>
            </a:extLst>
          </p:cNvPr>
          <p:cNvSpPr>
            <a:spLocks noGrp="1"/>
          </p:cNvSpPr>
          <p:nvPr>
            <p:ph type="title"/>
          </p:nvPr>
        </p:nvSpPr>
        <p:spPr/>
        <p:txBody>
          <a:bodyPr/>
          <a:lstStyle/>
          <a:p>
            <a:r>
              <a:rPr lang="de-DE" dirty="0"/>
              <a:t>BUS-SYSTEM</a:t>
            </a:r>
            <a:br>
              <a:rPr lang="de-DE" dirty="0"/>
            </a:br>
            <a:r>
              <a:rPr lang="de-DE" dirty="0"/>
              <a:t>seriell vs. parallel</a:t>
            </a:r>
          </a:p>
        </p:txBody>
      </p:sp>
      <p:pic>
        <p:nvPicPr>
          <p:cNvPr id="4" name="Grafik 3">
            <a:extLst>
              <a:ext uri="{FF2B5EF4-FFF2-40B4-BE49-F238E27FC236}">
                <a16:creationId xmlns:a16="http://schemas.microsoft.com/office/drawing/2014/main" id="{A47B3BC8-A581-426E-9A8C-7330F8863334}"/>
              </a:ext>
            </a:extLst>
          </p:cNvPr>
          <p:cNvPicPr>
            <a:picLocks noChangeAspect="1"/>
          </p:cNvPicPr>
          <p:nvPr/>
        </p:nvPicPr>
        <p:blipFill>
          <a:blip r:embed="rId2"/>
          <a:stretch>
            <a:fillRect/>
          </a:stretch>
        </p:blipFill>
        <p:spPr>
          <a:xfrm>
            <a:off x="5626248" y="172753"/>
            <a:ext cx="2478082" cy="1389007"/>
          </a:xfrm>
          <a:prstGeom prst="rect">
            <a:avLst/>
          </a:prstGeom>
        </p:spPr>
      </p:pic>
      <p:sp>
        <p:nvSpPr>
          <p:cNvPr id="5" name="Rechteck 4">
            <a:extLst>
              <a:ext uri="{FF2B5EF4-FFF2-40B4-BE49-F238E27FC236}">
                <a16:creationId xmlns:a16="http://schemas.microsoft.com/office/drawing/2014/main" id="{CAB51219-3F68-4ACD-B11F-3EABEA894515}"/>
              </a:ext>
            </a:extLst>
          </p:cNvPr>
          <p:cNvSpPr/>
          <p:nvPr/>
        </p:nvSpPr>
        <p:spPr>
          <a:xfrm>
            <a:off x="5626248" y="1567248"/>
            <a:ext cx="5285421" cy="246221"/>
          </a:xfrm>
          <a:prstGeom prst="rect">
            <a:avLst/>
          </a:prstGeom>
        </p:spPr>
        <p:txBody>
          <a:bodyPr wrap="none">
            <a:spAutoFit/>
          </a:bodyPr>
          <a:lstStyle/>
          <a:p>
            <a:r>
              <a:rPr lang="de-DE" sz="1000" dirty="0"/>
              <a:t>Videoquelle: </a:t>
            </a:r>
            <a:r>
              <a:rPr lang="de-DE" sz="1000" dirty="0">
                <a:hlinkClick r:id="rId3"/>
              </a:rPr>
              <a:t>https://simpleclub.com/lessons/informatik-das-bussystem</a:t>
            </a:r>
            <a:r>
              <a:rPr lang="de-DE" sz="1000" dirty="0"/>
              <a:t> abgerufen am 06.11.2023</a:t>
            </a:r>
          </a:p>
        </p:txBody>
      </p:sp>
      <p:graphicFrame>
        <p:nvGraphicFramePr>
          <p:cNvPr id="6" name="Inhaltsplatzhalter 7">
            <a:extLst>
              <a:ext uri="{FF2B5EF4-FFF2-40B4-BE49-F238E27FC236}">
                <a16:creationId xmlns:a16="http://schemas.microsoft.com/office/drawing/2014/main" id="{95A57BBE-959E-46F8-BD15-25A884AF4D56}"/>
              </a:ext>
            </a:extLst>
          </p:cNvPr>
          <p:cNvGraphicFramePr>
            <a:graphicFrameLocks noGrp="1"/>
          </p:cNvGraphicFramePr>
          <p:nvPr>
            <p:ph idx="1"/>
            <p:extLst>
              <p:ext uri="{D42A27DB-BD31-4B8C-83A1-F6EECF244321}">
                <p14:modId xmlns:p14="http://schemas.microsoft.com/office/powerpoint/2010/main" val="1633974980"/>
              </p:ext>
            </p:extLst>
          </p:nvPr>
        </p:nvGraphicFramePr>
        <p:xfrm>
          <a:off x="5183188" y="1870790"/>
          <a:ext cx="6172200" cy="4318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3451667177"/>
                    </a:ext>
                  </a:extLst>
                </a:gridCol>
                <a:gridCol w="3086100">
                  <a:extLst>
                    <a:ext uri="{9D8B030D-6E8A-4147-A177-3AD203B41FA5}">
                      <a16:colId xmlns:a16="http://schemas.microsoft.com/office/drawing/2014/main" val="276561088"/>
                    </a:ext>
                  </a:extLst>
                </a:gridCol>
              </a:tblGrid>
              <a:tr h="370840">
                <a:tc>
                  <a:txBody>
                    <a:bodyPr/>
                    <a:lstStyle/>
                    <a:p>
                      <a:r>
                        <a:rPr lang="de-DE" dirty="0"/>
                        <a:t>serieller Bus</a:t>
                      </a:r>
                    </a:p>
                  </a:txBody>
                  <a:tcPr/>
                </a:tc>
                <a:tc>
                  <a:txBody>
                    <a:bodyPr/>
                    <a:lstStyle/>
                    <a:p>
                      <a:r>
                        <a:rPr lang="de-DE" dirty="0"/>
                        <a:t>paralleler Bus</a:t>
                      </a:r>
                    </a:p>
                  </a:txBody>
                  <a:tcPr/>
                </a:tc>
                <a:extLst>
                  <a:ext uri="{0D108BD9-81ED-4DB2-BD59-A6C34878D82A}">
                    <a16:rowId xmlns:a16="http://schemas.microsoft.com/office/drawing/2014/main" val="145476961"/>
                  </a:ext>
                </a:extLst>
              </a:tr>
              <a:tr h="370840">
                <a:tc>
                  <a:txBody>
                    <a:bodyPr/>
                    <a:lstStyle/>
                    <a:p>
                      <a:r>
                        <a:rPr lang="de-DE"/>
                        <a:t>besteht aus einer Leitung</a:t>
                      </a:r>
                    </a:p>
                  </a:txBody>
                  <a:tcPr/>
                </a:tc>
                <a:tc>
                  <a:txBody>
                    <a:bodyPr/>
                    <a:lstStyle/>
                    <a:p>
                      <a:r>
                        <a:rPr lang="de-DE" dirty="0"/>
                        <a:t>besteht aus vielen parallelen </a:t>
                      </a:r>
                      <a:br>
                        <a:rPr lang="de-DE" dirty="0"/>
                      </a:br>
                      <a:r>
                        <a:rPr lang="de-DE" dirty="0"/>
                        <a:t>Leitungen</a:t>
                      </a:r>
                    </a:p>
                  </a:txBody>
                  <a:tcPr/>
                </a:tc>
                <a:extLst>
                  <a:ext uri="{0D108BD9-81ED-4DB2-BD59-A6C34878D82A}">
                    <a16:rowId xmlns:a16="http://schemas.microsoft.com/office/drawing/2014/main" val="42414867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langsam, billig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kann mehrere Daten auf einmal versenden</a:t>
                      </a:r>
                    </a:p>
                  </a:txBody>
                  <a:tcPr/>
                </a:tc>
                <a:extLst>
                  <a:ext uri="{0D108BD9-81ED-4DB2-BD59-A6C34878D82A}">
                    <a16:rowId xmlns:a16="http://schemas.microsoft.com/office/drawing/2014/main" val="679640646"/>
                  </a:ext>
                </a:extLst>
              </a:tr>
              <a:tr h="370840">
                <a:tc>
                  <a:txBody>
                    <a:bodyPr/>
                    <a:lstStyle/>
                    <a:p>
                      <a:r>
                        <a:rPr lang="de-DE"/>
                        <a:t>Daten werden bspw. vom Rechner auf Ein-/ Ausgabegeräte gesendet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Verwendet für kurze Distanzenz.b.: zwischen Speicher und Prozessor</a:t>
                      </a:r>
                    </a:p>
                  </a:txBody>
                  <a:tcPr/>
                </a:tc>
                <a:extLst>
                  <a:ext uri="{0D108BD9-81ED-4DB2-BD59-A6C34878D82A}">
                    <a16:rowId xmlns:a16="http://schemas.microsoft.com/office/drawing/2014/main" val="376903787"/>
                  </a:ext>
                </a:extLst>
              </a:tr>
              <a:tr h="370840">
                <a:tc>
                  <a:txBody>
                    <a:bodyPr/>
                    <a:lstStyle/>
                    <a:p>
                      <a:r>
                        <a:rPr lang="de-DE" dirty="0"/>
                        <a:t>Universal Serial Bus (USB)</a:t>
                      </a:r>
                    </a:p>
                  </a:txBody>
                  <a:tcPr/>
                </a:tc>
                <a:tc>
                  <a:txBody>
                    <a:bodyPr/>
                    <a:lstStyle/>
                    <a:p>
                      <a:r>
                        <a:rPr lang="de-DE" dirty="0"/>
                        <a:t>GPU zu CPU</a:t>
                      </a:r>
                    </a:p>
                  </a:txBody>
                  <a:tcPr/>
                </a:tc>
                <a:extLst>
                  <a:ext uri="{0D108BD9-81ED-4DB2-BD59-A6C34878D82A}">
                    <a16:rowId xmlns:a16="http://schemas.microsoft.com/office/drawing/2014/main" val="96691367"/>
                  </a:ext>
                </a:extLst>
              </a:tr>
              <a:tr h="370840">
                <a:tc>
                  <a:txBody>
                    <a:bodyPr/>
                    <a:lstStyle/>
                    <a:p>
                      <a:r>
                        <a:rPr lang="de-DE" dirty="0"/>
                        <a:t>unilateral, synchron</a:t>
                      </a:r>
                    </a:p>
                  </a:txBody>
                  <a:tcPr/>
                </a:tc>
                <a:tc>
                  <a:txBody>
                    <a:bodyPr/>
                    <a:lstStyle/>
                    <a:p>
                      <a:r>
                        <a:rPr lang="de-DE" dirty="0"/>
                        <a:t>bilateral, asynchron</a:t>
                      </a:r>
                    </a:p>
                  </a:txBody>
                  <a:tcPr/>
                </a:tc>
                <a:extLst>
                  <a:ext uri="{0D108BD9-81ED-4DB2-BD59-A6C34878D82A}">
                    <a16:rowId xmlns:a16="http://schemas.microsoft.com/office/drawing/2014/main" val="4058143132"/>
                  </a:ext>
                </a:extLst>
              </a:tr>
              <a:tr h="370840">
                <a:tc>
                  <a:txBody>
                    <a:bodyPr/>
                    <a:lstStyle/>
                    <a:p>
                      <a:r>
                        <a:rPr lang="de-DE" dirty="0"/>
                        <a:t>kann bei hoher Busbreite viele Daten auf einmal versenden</a:t>
                      </a:r>
                    </a:p>
                  </a:txBody>
                  <a:tcPr/>
                </a:tc>
                <a:tc>
                  <a:txBody>
                    <a:bodyPr/>
                    <a:lstStyle/>
                    <a:p>
                      <a:r>
                        <a:rPr lang="de-DE" dirty="0"/>
                        <a:t>muss koordiniert werden</a:t>
                      </a:r>
                    </a:p>
                  </a:txBody>
                  <a:tcPr/>
                </a:tc>
                <a:extLst>
                  <a:ext uri="{0D108BD9-81ED-4DB2-BD59-A6C34878D82A}">
                    <a16:rowId xmlns:a16="http://schemas.microsoft.com/office/drawing/2014/main" val="2133443157"/>
                  </a:ext>
                </a:extLst>
              </a:tr>
              <a:tr h="370840">
                <a:tc>
                  <a:txBody>
                    <a:bodyPr/>
                    <a:lstStyle/>
                    <a:p>
                      <a:r>
                        <a:rPr lang="de-DE" dirty="0"/>
                        <a:t>Adress- und Steuerbus</a:t>
                      </a:r>
                    </a:p>
                  </a:txBody>
                  <a:tcPr/>
                </a:tc>
                <a:tc>
                  <a:txBody>
                    <a:bodyPr/>
                    <a:lstStyle/>
                    <a:p>
                      <a:r>
                        <a:rPr lang="de-DE" dirty="0"/>
                        <a:t>Datenbus</a:t>
                      </a:r>
                    </a:p>
                  </a:txBody>
                  <a:tcPr/>
                </a:tc>
                <a:extLst>
                  <a:ext uri="{0D108BD9-81ED-4DB2-BD59-A6C34878D82A}">
                    <a16:rowId xmlns:a16="http://schemas.microsoft.com/office/drawing/2014/main" val="4043795292"/>
                  </a:ext>
                </a:extLst>
              </a:tr>
            </a:tbl>
          </a:graphicData>
        </a:graphic>
      </p:graphicFrame>
      <p:sp>
        <p:nvSpPr>
          <p:cNvPr id="7" name="Textplatzhalter 2">
            <a:extLst>
              <a:ext uri="{FF2B5EF4-FFF2-40B4-BE49-F238E27FC236}">
                <a16:creationId xmlns:a16="http://schemas.microsoft.com/office/drawing/2014/main" id="{2D12E76C-3D65-4417-8B6B-A9EF89CE34B3}"/>
              </a:ext>
            </a:extLst>
          </p:cNvPr>
          <p:cNvSpPr txBox="1">
            <a:spLocks/>
          </p:cNvSpPr>
          <p:nvPr/>
        </p:nvSpPr>
        <p:spPr>
          <a:xfrm>
            <a:off x="839788" y="2057400"/>
            <a:ext cx="3932237" cy="3811588"/>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BUSSE gibt es innerhalb und außerhalb des Prozessors</a:t>
            </a:r>
          </a:p>
          <a:p>
            <a:r>
              <a:rPr lang="de-DE"/>
              <a:t>Bus verbindet Komponenten wie Prozessor; Speicher; Grafik…</a:t>
            </a:r>
          </a:p>
          <a:p>
            <a:r>
              <a:rPr lang="de-DE"/>
              <a:t>Ein Bus besteht aus einer oder mehreren parallel verlaufenden Leitungen</a:t>
            </a:r>
          </a:p>
          <a:p>
            <a:r>
              <a:rPr lang="de-DE"/>
              <a:t>Anwendungsbeispiele:</a:t>
            </a:r>
          </a:p>
          <a:p>
            <a:pPr lvl="1"/>
            <a:r>
              <a:rPr lang="de-DE"/>
              <a:t>CAN (Automobil), EIB (Gebäudetechnik)</a:t>
            </a:r>
            <a:endParaRPr lang="de-DE" dirty="0"/>
          </a:p>
        </p:txBody>
      </p:sp>
      <p:sp>
        <p:nvSpPr>
          <p:cNvPr id="8" name="Textfeld 7">
            <a:extLst>
              <a:ext uri="{FF2B5EF4-FFF2-40B4-BE49-F238E27FC236}">
                <a16:creationId xmlns:a16="http://schemas.microsoft.com/office/drawing/2014/main" id="{FCE01722-59C6-47CC-AB43-D8AFD5E6327A}"/>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Tree>
    <p:extLst>
      <p:ext uri="{BB962C8B-B14F-4D97-AF65-F5344CB8AC3E}">
        <p14:creationId xmlns:p14="http://schemas.microsoft.com/office/powerpoint/2010/main" val="1424789642"/>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EB491C-F520-4D62-B8E9-C730D4BD1125}"/>
              </a:ext>
            </a:extLst>
          </p:cNvPr>
          <p:cNvSpPr>
            <a:spLocks noGrp="1"/>
          </p:cNvSpPr>
          <p:nvPr>
            <p:ph type="title"/>
          </p:nvPr>
        </p:nvSpPr>
        <p:spPr/>
        <p:txBody>
          <a:bodyPr/>
          <a:lstStyle/>
          <a:p>
            <a:r>
              <a:rPr lang="de-DE" dirty="0"/>
              <a:t>BUS-SYSTEM</a:t>
            </a:r>
            <a:br>
              <a:rPr lang="de-DE" dirty="0"/>
            </a:br>
            <a:r>
              <a:rPr lang="de-DE" dirty="0"/>
              <a:t>Systembus</a:t>
            </a:r>
          </a:p>
        </p:txBody>
      </p:sp>
      <p:sp>
        <p:nvSpPr>
          <p:cNvPr id="8" name="Textfeld 7">
            <a:extLst>
              <a:ext uri="{FF2B5EF4-FFF2-40B4-BE49-F238E27FC236}">
                <a16:creationId xmlns:a16="http://schemas.microsoft.com/office/drawing/2014/main" id="{FCE01722-59C6-47CC-AB43-D8AFD5E6327A}"/>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10" name="Textplatzhalter 2">
            <a:extLst>
              <a:ext uri="{FF2B5EF4-FFF2-40B4-BE49-F238E27FC236}">
                <a16:creationId xmlns:a16="http://schemas.microsoft.com/office/drawing/2014/main" id="{BD6F6870-C896-46FC-A787-131108CA83F0}"/>
              </a:ext>
            </a:extLst>
          </p:cNvPr>
          <p:cNvSpPr txBox="1">
            <a:spLocks/>
          </p:cNvSpPr>
          <p:nvPr/>
        </p:nvSpPr>
        <p:spPr>
          <a:xfrm>
            <a:off x="293033" y="1755741"/>
            <a:ext cx="5655280" cy="4051169"/>
          </a:xfrm>
          <a:prstGeom prst="rect">
            <a:avLst/>
          </a:prstGeom>
          <a:solidFill>
            <a:schemeClr val="accent5">
              <a:lumMod val="40000"/>
              <a:lumOff val="60000"/>
            </a:schemeClr>
          </a:solidFill>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a:t>System bus: Kommunikation zwischen Komponenten</a:t>
            </a:r>
          </a:p>
          <a:p>
            <a:r>
              <a:rPr lang="de-DE" b="1"/>
              <a:t>Control bus</a:t>
            </a:r>
            <a:r>
              <a:rPr lang="de-DE"/>
              <a:t>: steuert den Versand und das Empfangen von Daten</a:t>
            </a:r>
          </a:p>
          <a:p>
            <a:r>
              <a:rPr lang="de-DE" b="1"/>
              <a:t>Address bus</a:t>
            </a:r>
            <a:r>
              <a:rPr lang="de-DE"/>
              <a:t>: transportiert Speicheradressen, bestimmt wo Daten herkommen</a:t>
            </a:r>
          </a:p>
          <a:p>
            <a:pPr lvl="1"/>
            <a:r>
              <a:rPr lang="de-DE"/>
              <a:t>n Leitungen = 2^n Speicher, z. B.: 32 Leitungen = 2^32 = 4 GB Speicher die angesprochen werden</a:t>
            </a:r>
          </a:p>
          <a:p>
            <a:r>
              <a:rPr lang="de-DE" b="1"/>
              <a:t>Data bus</a:t>
            </a:r>
            <a:r>
              <a:rPr lang="de-DE"/>
              <a:t>: versendet bidirektional Daten zwischen Komponenten</a:t>
            </a:r>
            <a:endParaRPr lang="de-DE" dirty="0"/>
          </a:p>
        </p:txBody>
      </p:sp>
      <p:pic>
        <p:nvPicPr>
          <p:cNvPr id="11" name="Grafik 6">
            <a:extLst>
              <a:ext uri="{FF2B5EF4-FFF2-40B4-BE49-F238E27FC236}">
                <a16:creationId xmlns:a16="http://schemas.microsoft.com/office/drawing/2014/main" id="{DCABE055-FD48-425B-A381-71119CB6E02F}"/>
              </a:ext>
            </a:extLst>
          </p:cNvPr>
          <p:cNvPicPr>
            <a:picLocks noGrp="1" noChangeAspect="1"/>
          </p:cNvPicPr>
          <p:nvPr>
            <p:ph idx="1"/>
          </p:nvPr>
        </p:nvPicPr>
        <p:blipFill>
          <a:blip r:embed="rId2"/>
          <a:stretch>
            <a:fillRect/>
          </a:stretch>
        </p:blipFill>
        <p:spPr>
          <a:xfrm>
            <a:off x="6463055" y="1809881"/>
            <a:ext cx="5191743" cy="3803650"/>
          </a:xfrm>
          <a:prstGeom prst="rect">
            <a:avLst/>
          </a:prstGeom>
        </p:spPr>
      </p:pic>
    </p:spTree>
    <p:extLst>
      <p:ext uri="{BB962C8B-B14F-4D97-AF65-F5344CB8AC3E}">
        <p14:creationId xmlns:p14="http://schemas.microsoft.com/office/powerpoint/2010/main" val="380738782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EB491C-F520-4D62-B8E9-C730D4BD1125}"/>
              </a:ext>
            </a:extLst>
          </p:cNvPr>
          <p:cNvSpPr>
            <a:spLocks noGrp="1"/>
          </p:cNvSpPr>
          <p:nvPr>
            <p:ph type="title"/>
          </p:nvPr>
        </p:nvSpPr>
        <p:spPr/>
        <p:txBody>
          <a:bodyPr/>
          <a:lstStyle/>
          <a:p>
            <a:r>
              <a:rPr lang="de-DE" dirty="0"/>
              <a:t>BUS-SYSTEM</a:t>
            </a:r>
          </a:p>
        </p:txBody>
      </p:sp>
      <p:sp>
        <p:nvSpPr>
          <p:cNvPr id="8" name="Textfeld 7">
            <a:extLst>
              <a:ext uri="{FF2B5EF4-FFF2-40B4-BE49-F238E27FC236}">
                <a16:creationId xmlns:a16="http://schemas.microsoft.com/office/drawing/2014/main" id="{FCE01722-59C6-47CC-AB43-D8AFD5E6327A}"/>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4" name="Inhaltsplatzhalter 3">
            <a:extLst>
              <a:ext uri="{FF2B5EF4-FFF2-40B4-BE49-F238E27FC236}">
                <a16:creationId xmlns:a16="http://schemas.microsoft.com/office/drawing/2014/main" id="{77CDEEFD-77C8-40F8-810A-D14ACD502C08}"/>
              </a:ext>
            </a:extLst>
          </p:cNvPr>
          <p:cNvSpPr>
            <a:spLocks noGrp="1"/>
          </p:cNvSpPr>
          <p:nvPr>
            <p:ph idx="1"/>
          </p:nvPr>
        </p:nvSpPr>
        <p:spPr/>
        <p:txBody>
          <a:bodyPr>
            <a:normAutofit/>
          </a:bodyPr>
          <a:lstStyle/>
          <a:p>
            <a:r>
              <a:rPr lang="de-DE" dirty="0"/>
              <a:t>Erklären Sie kurz die Aufgabe eines Bussystems im Computer</a:t>
            </a:r>
          </a:p>
          <a:p>
            <a:r>
              <a:rPr lang="de-DE" dirty="0"/>
              <a:t>Ordnen Sie den folgenden Beschreibungen den richtigen Bus zu</a:t>
            </a:r>
          </a:p>
          <a:p>
            <a:pPr lvl="1"/>
            <a:r>
              <a:rPr lang="de-DE" dirty="0"/>
              <a:t>Überträgt Informationen wie Befehle oder Rechenergebnisse</a:t>
            </a:r>
          </a:p>
          <a:p>
            <a:pPr lvl="1"/>
            <a:r>
              <a:rPr lang="de-DE" dirty="0"/>
              <a:t>Entscheidet, ob gelesen oder geschrieben wird</a:t>
            </a:r>
          </a:p>
          <a:p>
            <a:pPr lvl="1"/>
            <a:r>
              <a:rPr lang="de-DE" dirty="0"/>
              <a:t>Legt fest, welche Speicherzelle angesprochen wird</a:t>
            </a:r>
          </a:p>
          <a:p>
            <a:r>
              <a:rPr lang="de-DE" sz="2400" dirty="0"/>
              <a:t>Ein Programm möchte den Wert an der Speicheradresse </a:t>
            </a:r>
            <a:r>
              <a:rPr lang="de-DE" sz="2400" b="1" dirty="0"/>
              <a:t>0x0040AB12</a:t>
            </a:r>
            <a:r>
              <a:rPr lang="de-DE" sz="2400" dirty="0"/>
              <a:t> lesen. Beschreiben Sie schrittweise, was dabei im Rechner passiert:</a:t>
            </a:r>
          </a:p>
          <a:p>
            <a:pPr lvl="1"/>
            <a:r>
              <a:rPr lang="de-DE" sz="2000" dirty="0"/>
              <a:t>Welcher Bus wird zuerst benutzt?</a:t>
            </a:r>
          </a:p>
          <a:p>
            <a:pPr lvl="1"/>
            <a:r>
              <a:rPr lang="de-DE" sz="2000" dirty="0"/>
              <a:t>Welche Information liegt auf welchem Bus?</a:t>
            </a:r>
          </a:p>
          <a:p>
            <a:pPr lvl="1"/>
            <a:r>
              <a:rPr lang="de-DE" sz="2000" dirty="0"/>
              <a:t>Welche Rolle spielt der Steuerbus?</a:t>
            </a:r>
          </a:p>
        </p:txBody>
      </p:sp>
      <p:pic>
        <p:nvPicPr>
          <p:cNvPr id="9" name="Grafik 8">
            <a:extLst>
              <a:ext uri="{FF2B5EF4-FFF2-40B4-BE49-F238E27FC236}">
                <a16:creationId xmlns:a16="http://schemas.microsoft.com/office/drawing/2014/main" id="{C1FDF18F-589F-472B-8104-130A8CAE02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5547" y="261824"/>
            <a:ext cx="1076780" cy="1443263"/>
          </a:xfrm>
          <a:prstGeom prst="rect">
            <a:avLst/>
          </a:prstGeom>
        </p:spPr>
      </p:pic>
    </p:spTree>
    <p:extLst>
      <p:ext uri="{BB962C8B-B14F-4D97-AF65-F5344CB8AC3E}">
        <p14:creationId xmlns:p14="http://schemas.microsoft.com/office/powerpoint/2010/main" val="3490672583"/>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EB491C-F520-4D62-B8E9-C730D4BD1125}"/>
              </a:ext>
            </a:extLst>
          </p:cNvPr>
          <p:cNvSpPr>
            <a:spLocks noGrp="1"/>
          </p:cNvSpPr>
          <p:nvPr>
            <p:ph type="title"/>
          </p:nvPr>
        </p:nvSpPr>
        <p:spPr/>
        <p:txBody>
          <a:bodyPr/>
          <a:lstStyle/>
          <a:p>
            <a:r>
              <a:rPr lang="de-DE" dirty="0"/>
              <a:t>Lösung</a:t>
            </a:r>
          </a:p>
        </p:txBody>
      </p:sp>
      <p:sp>
        <p:nvSpPr>
          <p:cNvPr id="8" name="Textfeld 7">
            <a:extLst>
              <a:ext uri="{FF2B5EF4-FFF2-40B4-BE49-F238E27FC236}">
                <a16:creationId xmlns:a16="http://schemas.microsoft.com/office/drawing/2014/main" id="{FCE01722-59C6-47CC-AB43-D8AFD5E6327A}"/>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4" name="Inhaltsplatzhalter 3">
            <a:extLst>
              <a:ext uri="{FF2B5EF4-FFF2-40B4-BE49-F238E27FC236}">
                <a16:creationId xmlns:a16="http://schemas.microsoft.com/office/drawing/2014/main" id="{77CDEEFD-77C8-40F8-810A-D14ACD502C08}"/>
              </a:ext>
            </a:extLst>
          </p:cNvPr>
          <p:cNvSpPr>
            <a:spLocks noGrp="1"/>
          </p:cNvSpPr>
          <p:nvPr>
            <p:ph idx="1"/>
          </p:nvPr>
        </p:nvSpPr>
        <p:spPr/>
        <p:txBody>
          <a:bodyPr>
            <a:normAutofit lnSpcReduction="10000"/>
          </a:bodyPr>
          <a:lstStyle/>
          <a:p>
            <a:r>
              <a:rPr lang="de-DE" sz="2400" u="sng" dirty="0"/>
              <a:t>Schritt 1 – Adressierung</a:t>
            </a:r>
          </a:p>
          <a:p>
            <a:pPr lvl="1"/>
            <a:r>
              <a:rPr lang="de-DE" sz="2000" dirty="0"/>
              <a:t>Speicheradresse wird auf Adressbus gelegt</a:t>
            </a:r>
          </a:p>
          <a:p>
            <a:pPr marL="457200" lvl="1" indent="0">
              <a:buNone/>
            </a:pPr>
            <a:r>
              <a:rPr lang="de-DE" sz="2000" dirty="0">
                <a:sym typeface="Wingdings" panose="05000000000000000000" pitchFamily="2" charset="2"/>
              </a:rPr>
              <a:t>Arbeitsspeicher wird mitgeteilt, welche Speicherzelle angesprochen wird (beteiligter </a:t>
            </a:r>
            <a:r>
              <a:rPr lang="de-DE" sz="2000" dirty="0" err="1">
                <a:sym typeface="Wingdings" panose="05000000000000000000" pitchFamily="2" charset="2"/>
              </a:rPr>
              <a:t>Bus:Adressbus</a:t>
            </a:r>
            <a:r>
              <a:rPr lang="de-DE" sz="2000" dirty="0">
                <a:sym typeface="Wingdings" panose="05000000000000000000" pitchFamily="2" charset="2"/>
              </a:rPr>
              <a:t>)</a:t>
            </a:r>
          </a:p>
          <a:p>
            <a:r>
              <a:rPr lang="de-DE" sz="2400" u="sng" dirty="0">
                <a:sym typeface="Wingdings" panose="05000000000000000000" pitchFamily="2" charset="2"/>
              </a:rPr>
              <a:t>Schritt 2 – Steuerung</a:t>
            </a:r>
          </a:p>
          <a:p>
            <a:pPr lvl="1"/>
            <a:r>
              <a:rPr lang="de-DE" sz="2000" dirty="0">
                <a:sym typeface="Wingdings" panose="05000000000000000000" pitchFamily="2" charset="2"/>
              </a:rPr>
              <a:t>über Steuerbus sendet CPU – „Lesen“</a:t>
            </a:r>
          </a:p>
          <a:p>
            <a:pPr lvl="1"/>
            <a:r>
              <a:rPr lang="de-DE" sz="2000" dirty="0">
                <a:sym typeface="Wingdings" panose="05000000000000000000" pitchFamily="2" charset="2"/>
              </a:rPr>
              <a:t>Speicher erkennt dadurch, dass ein Lesezugriff (und kein Schreibzugriff) erfolgen soll</a:t>
            </a:r>
          </a:p>
          <a:p>
            <a:pPr lvl="1"/>
            <a:r>
              <a:rPr lang="de-DE" sz="2000" dirty="0">
                <a:sym typeface="Wingdings" panose="05000000000000000000" pitchFamily="2" charset="2"/>
              </a:rPr>
              <a:t>Beteiligter Bus: Steuerbus | Steuersignal: Read/Lesen</a:t>
            </a:r>
          </a:p>
          <a:p>
            <a:r>
              <a:rPr lang="de-DE" sz="2400" dirty="0">
                <a:sym typeface="Wingdings" panose="05000000000000000000" pitchFamily="2" charset="2"/>
              </a:rPr>
              <a:t>Schritt 3 – Datenübertragung</a:t>
            </a:r>
          </a:p>
          <a:p>
            <a:pPr lvl="1"/>
            <a:r>
              <a:rPr lang="de-DE" sz="2000" dirty="0">
                <a:sym typeface="Wingdings" panose="05000000000000000000" pitchFamily="2" charset="2"/>
              </a:rPr>
              <a:t>Der Arbeitsspeicher legt den gespeicherten Wert aus der Adresse 0x0040AB12 auf den Datenbus</a:t>
            </a:r>
          </a:p>
          <a:p>
            <a:pPr lvl="1"/>
            <a:r>
              <a:rPr lang="de-DE" sz="2000" dirty="0">
                <a:sym typeface="Wingdings" panose="05000000000000000000" pitchFamily="2" charset="2"/>
              </a:rPr>
              <a:t>Die CPU übernimmt diese Daten und verarbeitet sie weiter</a:t>
            </a:r>
          </a:p>
          <a:p>
            <a:pPr lvl="1"/>
            <a:r>
              <a:rPr lang="de-DE" sz="2000" dirty="0">
                <a:sym typeface="Wingdings" panose="05000000000000000000" pitchFamily="2" charset="2"/>
              </a:rPr>
              <a:t>Beteiligter Bus: Datenbus | Richtung: RAMCPU</a:t>
            </a:r>
          </a:p>
        </p:txBody>
      </p:sp>
      <p:pic>
        <p:nvPicPr>
          <p:cNvPr id="9" name="Grafik 8">
            <a:extLst>
              <a:ext uri="{FF2B5EF4-FFF2-40B4-BE49-F238E27FC236}">
                <a16:creationId xmlns:a16="http://schemas.microsoft.com/office/drawing/2014/main" id="{C1FDF18F-589F-472B-8104-130A8CAE02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5547" y="261824"/>
            <a:ext cx="1076780" cy="1443263"/>
          </a:xfrm>
          <a:prstGeom prst="rect">
            <a:avLst/>
          </a:prstGeom>
        </p:spPr>
      </p:pic>
      <p:pic>
        <p:nvPicPr>
          <p:cNvPr id="7" name="Grafik 6">
            <a:extLst>
              <a:ext uri="{FF2B5EF4-FFF2-40B4-BE49-F238E27FC236}">
                <a16:creationId xmlns:a16="http://schemas.microsoft.com/office/drawing/2014/main" id="{1A3DDE7A-D22A-4A7F-9EE1-EA5045085A8D}"/>
              </a:ext>
            </a:extLst>
          </p:cNvPr>
          <p:cNvPicPr>
            <a:picLocks noChangeAspect="1"/>
          </p:cNvPicPr>
          <p:nvPr/>
        </p:nvPicPr>
        <p:blipFill>
          <a:blip r:embed="rId3"/>
          <a:stretch>
            <a:fillRect/>
          </a:stretch>
        </p:blipFill>
        <p:spPr>
          <a:xfrm rot="5400000">
            <a:off x="8847370" y="3534490"/>
            <a:ext cx="4665467" cy="490365"/>
          </a:xfrm>
          <a:prstGeom prst="rect">
            <a:avLst/>
          </a:prstGeom>
        </p:spPr>
      </p:pic>
    </p:spTree>
    <p:extLst>
      <p:ext uri="{BB962C8B-B14F-4D97-AF65-F5344CB8AC3E}">
        <p14:creationId xmlns:p14="http://schemas.microsoft.com/office/powerpoint/2010/main" val="62688866"/>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EB491C-F520-4D62-B8E9-C730D4BD1125}"/>
              </a:ext>
            </a:extLst>
          </p:cNvPr>
          <p:cNvSpPr>
            <a:spLocks noGrp="1"/>
          </p:cNvSpPr>
          <p:nvPr>
            <p:ph type="title"/>
          </p:nvPr>
        </p:nvSpPr>
        <p:spPr/>
        <p:txBody>
          <a:bodyPr>
            <a:normAutofit/>
          </a:bodyPr>
          <a:lstStyle/>
          <a:p>
            <a:r>
              <a:rPr lang="de-DE" dirty="0"/>
              <a:t>v. </a:t>
            </a:r>
            <a:r>
              <a:rPr lang="de-DE" dirty="0" err="1"/>
              <a:t>Neumann</a:t>
            </a:r>
            <a:r>
              <a:rPr lang="de-DE" dirty="0" err="1">
                <a:sym typeface="Wingdings" panose="05000000000000000000" pitchFamily="2" charset="2"/>
              </a:rPr>
              <a:t>Harvard</a:t>
            </a:r>
            <a:r>
              <a:rPr lang="de-DE" dirty="0">
                <a:sym typeface="Wingdings" panose="05000000000000000000" pitchFamily="2" charset="2"/>
              </a:rPr>
              <a:t></a:t>
            </a:r>
            <a:br>
              <a:rPr lang="de-DE" dirty="0">
                <a:sym typeface="Wingdings" panose="05000000000000000000" pitchFamily="2" charset="2"/>
              </a:rPr>
            </a:br>
            <a:r>
              <a:rPr lang="de-DE" dirty="0">
                <a:sym typeface="Wingdings" panose="05000000000000000000" pitchFamily="2" charset="2"/>
              </a:rPr>
              <a:t>Quantencomputer</a:t>
            </a:r>
            <a:endParaRPr lang="de-DE" dirty="0"/>
          </a:p>
        </p:txBody>
      </p:sp>
      <p:sp>
        <p:nvSpPr>
          <p:cNvPr id="8" name="Textfeld 7">
            <a:extLst>
              <a:ext uri="{FF2B5EF4-FFF2-40B4-BE49-F238E27FC236}">
                <a16:creationId xmlns:a16="http://schemas.microsoft.com/office/drawing/2014/main" id="{FCE01722-59C6-47CC-AB43-D8AFD5E6327A}"/>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4" name="Inhaltsplatzhalter 3">
            <a:extLst>
              <a:ext uri="{FF2B5EF4-FFF2-40B4-BE49-F238E27FC236}">
                <a16:creationId xmlns:a16="http://schemas.microsoft.com/office/drawing/2014/main" id="{77CDEEFD-77C8-40F8-810A-D14ACD502C08}"/>
              </a:ext>
            </a:extLst>
          </p:cNvPr>
          <p:cNvSpPr>
            <a:spLocks noGrp="1"/>
          </p:cNvSpPr>
          <p:nvPr>
            <p:ph idx="1"/>
          </p:nvPr>
        </p:nvSpPr>
        <p:spPr>
          <a:xfrm>
            <a:off x="160868" y="1825625"/>
            <a:ext cx="4857946" cy="4351338"/>
          </a:xfrm>
        </p:spPr>
        <p:txBody>
          <a:bodyPr>
            <a:normAutofit fontScale="85000" lnSpcReduction="20000"/>
          </a:bodyPr>
          <a:lstStyle/>
          <a:p>
            <a:r>
              <a:rPr lang="de-DE" sz="2000" u="sng" dirty="0">
                <a:sym typeface="Wingdings" panose="05000000000000000000" pitchFamily="2" charset="2"/>
              </a:rPr>
              <a:t>Aufgabenstellung:</a:t>
            </a:r>
          </a:p>
          <a:p>
            <a:r>
              <a:rPr lang="de-DE" sz="2000" dirty="0">
                <a:sym typeface="Wingdings" panose="05000000000000000000" pitchFamily="2" charset="2"/>
              </a:rPr>
              <a:t>In der Informatik gibt es unterschiedliche Konzepte, wie Computer aufgebaut sind und wie sie Informationen verarbeiten</a:t>
            </a:r>
          </a:p>
          <a:p>
            <a:r>
              <a:rPr lang="de-DE" sz="2000" dirty="0">
                <a:sym typeface="Wingdings" panose="05000000000000000000" pitchFamily="2" charset="2"/>
              </a:rPr>
              <a:t>Im Rahmen dieser Aufgabe setzen Sie sich mit drei wichtigen Rechnerarchitekturen auseinander:</a:t>
            </a:r>
          </a:p>
          <a:p>
            <a:pPr lvl="1"/>
            <a:r>
              <a:rPr lang="de-DE" sz="1600" dirty="0">
                <a:sym typeface="Wingdings" panose="05000000000000000000" pitchFamily="2" charset="2"/>
              </a:rPr>
              <a:t>Von-Neumann-Architektur</a:t>
            </a:r>
          </a:p>
          <a:p>
            <a:pPr lvl="1"/>
            <a:r>
              <a:rPr lang="de-DE" sz="1600" dirty="0">
                <a:sym typeface="Wingdings" panose="05000000000000000000" pitchFamily="2" charset="2"/>
              </a:rPr>
              <a:t>Harvard-Architektur</a:t>
            </a:r>
          </a:p>
          <a:p>
            <a:pPr lvl="1"/>
            <a:r>
              <a:rPr lang="de-DE" sz="1600" dirty="0">
                <a:sym typeface="Wingdings" panose="05000000000000000000" pitchFamily="2" charset="2"/>
              </a:rPr>
              <a:t>Quantencomputer</a:t>
            </a:r>
          </a:p>
          <a:p>
            <a:r>
              <a:rPr lang="de-DE" sz="2000" u="sng" dirty="0">
                <a:sym typeface="Wingdings" panose="05000000000000000000" pitchFamily="2" charset="2"/>
              </a:rPr>
              <a:t>Aufgabe:</a:t>
            </a:r>
          </a:p>
          <a:p>
            <a:pPr lvl="1"/>
            <a:r>
              <a:rPr lang="de-DE" sz="1600" dirty="0">
                <a:sym typeface="Wingdings" panose="05000000000000000000" pitchFamily="2" charset="2"/>
              </a:rPr>
              <a:t>Erstellen Sie einen 3–5‑minütigen Kurzvortrag, in dem Sie die drei genannten Architekturen vorstellen, miteinander in Beziehung setzten und vergleichen</a:t>
            </a:r>
          </a:p>
          <a:p>
            <a:pPr lvl="1"/>
            <a:r>
              <a:rPr lang="de-DE" sz="1600" dirty="0">
                <a:sym typeface="Wingdings" panose="05000000000000000000" pitchFamily="2" charset="2"/>
              </a:rPr>
              <a:t>Dabei soll nicht jede Architektur isoliert erklärt werden, sondern klar werden:</a:t>
            </a:r>
          </a:p>
          <a:p>
            <a:pPr marL="457200" lvl="1" indent="0">
              <a:buNone/>
            </a:pPr>
            <a:r>
              <a:rPr lang="de-DE" sz="1600" dirty="0">
                <a:sym typeface="Wingdings" panose="05000000000000000000" pitchFamily="2" charset="2"/>
              </a:rPr>
              <a:t>warum sich Rechnerarchitekturen weiterentwickelt haben und welche Probleme bzw. Anforderungen sie jeweils lösen sollten oder sollen.</a:t>
            </a:r>
          </a:p>
        </p:txBody>
      </p:sp>
      <p:sp>
        <p:nvSpPr>
          <p:cNvPr id="10" name="Textfeld 9">
            <a:extLst>
              <a:ext uri="{FF2B5EF4-FFF2-40B4-BE49-F238E27FC236}">
                <a16:creationId xmlns:a16="http://schemas.microsoft.com/office/drawing/2014/main" id="{DA1C16E4-1D29-4DB1-B0C1-5F066DF6E885}"/>
              </a:ext>
            </a:extLst>
          </p:cNvPr>
          <p:cNvSpPr txBox="1"/>
          <p:nvPr/>
        </p:nvSpPr>
        <p:spPr>
          <a:xfrm>
            <a:off x="6371700" y="1646238"/>
            <a:ext cx="3368500" cy="646331"/>
          </a:xfrm>
          <a:prstGeom prst="rect">
            <a:avLst/>
          </a:prstGeom>
          <a:solidFill>
            <a:srgbClr val="F688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Wie funktioniert die Von-Neumann-Architektur?</a:t>
            </a:r>
          </a:p>
        </p:txBody>
      </p:sp>
      <p:sp>
        <p:nvSpPr>
          <p:cNvPr id="13" name="Textfeld 12">
            <a:extLst>
              <a:ext uri="{FF2B5EF4-FFF2-40B4-BE49-F238E27FC236}">
                <a16:creationId xmlns:a16="http://schemas.microsoft.com/office/drawing/2014/main" id="{E0D29F12-72F1-43D3-B216-C6F3A0E5D2A0}"/>
              </a:ext>
            </a:extLst>
          </p:cNvPr>
          <p:cNvSpPr txBox="1"/>
          <p:nvPr/>
        </p:nvSpPr>
        <p:spPr>
          <a:xfrm>
            <a:off x="8662633" y="2486795"/>
            <a:ext cx="3368500" cy="646331"/>
          </a:xfrm>
          <a:prstGeom prst="rect">
            <a:avLst/>
          </a:prstGeom>
          <a:solidFill>
            <a:srgbClr val="E30051"/>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Worin unterscheidet sich die Harvard-Architektur davon?</a:t>
            </a:r>
          </a:p>
        </p:txBody>
      </p:sp>
      <p:sp>
        <p:nvSpPr>
          <p:cNvPr id="15" name="Textfeld 14">
            <a:extLst>
              <a:ext uri="{FF2B5EF4-FFF2-40B4-BE49-F238E27FC236}">
                <a16:creationId xmlns:a16="http://schemas.microsoft.com/office/drawing/2014/main" id="{9C50CD42-38AD-4724-9CFB-512821BA0274}"/>
              </a:ext>
            </a:extLst>
          </p:cNvPr>
          <p:cNvSpPr txBox="1"/>
          <p:nvPr/>
        </p:nvSpPr>
        <p:spPr>
          <a:xfrm>
            <a:off x="5156473" y="2821026"/>
            <a:ext cx="3368500" cy="923330"/>
          </a:xfrm>
          <a:prstGeom prst="rect">
            <a:avLst/>
          </a:prstGeom>
          <a:solidFill>
            <a:srgbClr val="76B727"/>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Was ist das grundlegende Prinzip eines Quantencomputers?</a:t>
            </a:r>
          </a:p>
        </p:txBody>
      </p:sp>
      <p:sp>
        <p:nvSpPr>
          <p:cNvPr id="17" name="Textfeld 16">
            <a:extLst>
              <a:ext uri="{FF2B5EF4-FFF2-40B4-BE49-F238E27FC236}">
                <a16:creationId xmlns:a16="http://schemas.microsoft.com/office/drawing/2014/main" id="{A0AC4FED-1961-46F5-9E0D-9ACD40FCD902}"/>
              </a:ext>
            </a:extLst>
          </p:cNvPr>
          <p:cNvSpPr txBox="1"/>
          <p:nvPr/>
        </p:nvSpPr>
        <p:spPr>
          <a:xfrm>
            <a:off x="8662633" y="4345442"/>
            <a:ext cx="3368500" cy="923330"/>
          </a:xfrm>
          <a:prstGeom prst="rect">
            <a:avLst/>
          </a:prstGeom>
          <a:solidFill>
            <a:srgbClr val="F688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Welche Probleme der Von-Neumann-Architektur führten zur Harvard-Architektur?</a:t>
            </a:r>
          </a:p>
        </p:txBody>
      </p:sp>
      <p:sp>
        <p:nvSpPr>
          <p:cNvPr id="19" name="Textfeld 18">
            <a:extLst>
              <a:ext uri="{FF2B5EF4-FFF2-40B4-BE49-F238E27FC236}">
                <a16:creationId xmlns:a16="http://schemas.microsoft.com/office/drawing/2014/main" id="{77A5862C-B398-4338-96CE-CDF0522021DC}"/>
              </a:ext>
            </a:extLst>
          </p:cNvPr>
          <p:cNvSpPr txBox="1"/>
          <p:nvPr/>
        </p:nvSpPr>
        <p:spPr>
          <a:xfrm>
            <a:off x="5156473" y="4447335"/>
            <a:ext cx="3368500" cy="1477328"/>
          </a:xfrm>
          <a:prstGeom prst="rect">
            <a:avLst/>
          </a:prstGeom>
          <a:solidFill>
            <a:srgbClr val="E30051"/>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Warum reichen klassische Rechnerarchitekturen (Von Neumann / Harvard) für bestimmte Aufgaben an ihre Grenzen?</a:t>
            </a:r>
          </a:p>
        </p:txBody>
      </p:sp>
      <p:sp>
        <p:nvSpPr>
          <p:cNvPr id="21" name="Textfeld 20">
            <a:extLst>
              <a:ext uri="{FF2B5EF4-FFF2-40B4-BE49-F238E27FC236}">
                <a16:creationId xmlns:a16="http://schemas.microsoft.com/office/drawing/2014/main" id="{C05212DB-5150-49DB-B7E3-FC9725036C29}"/>
              </a:ext>
            </a:extLst>
          </p:cNvPr>
          <p:cNvSpPr txBox="1"/>
          <p:nvPr/>
        </p:nvSpPr>
        <p:spPr>
          <a:xfrm>
            <a:off x="5294133" y="1126131"/>
            <a:ext cx="3368500" cy="369332"/>
          </a:xfrm>
          <a:prstGeom prst="rect">
            <a:avLst/>
          </a:prstGeom>
          <a:solidFill>
            <a:srgbClr val="F68800"/>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Kontext </a:t>
            </a:r>
            <a:r>
              <a:rPr lang="de-DE" dirty="0">
                <a:latin typeface="Arial" panose="020B0604020202020204" pitchFamily="34" charset="0"/>
                <a:cs typeface="Arial" panose="020B0604020202020204" pitchFamily="34" charset="0"/>
                <a:sym typeface="Wingdings" panose="05000000000000000000" pitchFamily="2" charset="2"/>
              </a:rPr>
              <a:t> Quantencomputer?</a:t>
            </a:r>
            <a:endParaRPr lang="de-DE" dirty="0">
              <a:latin typeface="Arial" panose="020B0604020202020204" pitchFamily="34" charset="0"/>
              <a:cs typeface="Arial" panose="020B0604020202020204" pitchFamily="34" charset="0"/>
            </a:endParaRPr>
          </a:p>
        </p:txBody>
      </p:sp>
      <p:sp>
        <p:nvSpPr>
          <p:cNvPr id="22" name="Textfeld 21">
            <a:extLst>
              <a:ext uri="{FF2B5EF4-FFF2-40B4-BE49-F238E27FC236}">
                <a16:creationId xmlns:a16="http://schemas.microsoft.com/office/drawing/2014/main" id="{C0991017-0BD1-4833-9D99-F3425F90AC17}"/>
              </a:ext>
            </a:extLst>
          </p:cNvPr>
          <p:cNvSpPr txBox="1"/>
          <p:nvPr/>
        </p:nvSpPr>
        <p:spPr>
          <a:xfrm>
            <a:off x="4848520" y="2354289"/>
            <a:ext cx="3368500" cy="369332"/>
          </a:xfrm>
          <a:prstGeom prst="rect">
            <a:avLst/>
          </a:prstGeom>
          <a:solidFill>
            <a:srgbClr val="E30051"/>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Anwendungsbereiche?</a:t>
            </a:r>
          </a:p>
        </p:txBody>
      </p:sp>
      <p:sp>
        <p:nvSpPr>
          <p:cNvPr id="23" name="Textfeld 22">
            <a:extLst>
              <a:ext uri="{FF2B5EF4-FFF2-40B4-BE49-F238E27FC236}">
                <a16:creationId xmlns:a16="http://schemas.microsoft.com/office/drawing/2014/main" id="{0274FCCD-B287-4EF2-9D9F-4FC915FD3AC8}"/>
              </a:ext>
            </a:extLst>
          </p:cNvPr>
          <p:cNvSpPr txBox="1"/>
          <p:nvPr/>
        </p:nvSpPr>
        <p:spPr>
          <a:xfrm>
            <a:off x="8662633" y="5408703"/>
            <a:ext cx="3368500" cy="646331"/>
          </a:xfrm>
          <a:prstGeom prst="rect">
            <a:avLst/>
          </a:prstGeom>
          <a:solidFill>
            <a:srgbClr val="76B727"/>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Quantencomputer </a:t>
            </a:r>
            <a:r>
              <a:rPr lang="de-DE" dirty="0">
                <a:latin typeface="Arial" panose="020B0604020202020204" pitchFamily="34" charset="0"/>
                <a:cs typeface="Arial" panose="020B0604020202020204" pitchFamily="34" charset="0"/>
                <a:sym typeface="Wingdings" panose="05000000000000000000" pitchFamily="2" charset="2"/>
              </a:rPr>
              <a:t> Ersatz oder Ergänzung?</a:t>
            </a:r>
            <a:endParaRPr lang="de-DE" dirty="0">
              <a:latin typeface="Arial" panose="020B0604020202020204" pitchFamily="34" charset="0"/>
              <a:cs typeface="Arial" panose="020B0604020202020204" pitchFamily="34" charset="0"/>
            </a:endParaRPr>
          </a:p>
        </p:txBody>
      </p:sp>
      <p:sp>
        <p:nvSpPr>
          <p:cNvPr id="24" name="Textfeld 23">
            <a:extLst>
              <a:ext uri="{FF2B5EF4-FFF2-40B4-BE49-F238E27FC236}">
                <a16:creationId xmlns:a16="http://schemas.microsoft.com/office/drawing/2014/main" id="{3081E424-886F-4A61-831D-18D0DAAA821B}"/>
              </a:ext>
            </a:extLst>
          </p:cNvPr>
          <p:cNvSpPr txBox="1"/>
          <p:nvPr/>
        </p:nvSpPr>
        <p:spPr>
          <a:xfrm>
            <a:off x="8662632" y="3282691"/>
            <a:ext cx="3368500" cy="923330"/>
          </a:xfrm>
          <a:prstGeom prst="rect">
            <a:avLst/>
          </a:prstGeom>
          <a:solidFill>
            <a:srgbClr val="76B727"/>
          </a:solidFill>
          <a:ln w="38100">
            <a:solidFill>
              <a:schemeClr val="tx1"/>
            </a:solidFill>
          </a:ln>
        </p:spPr>
        <p:txBody>
          <a:bodyPr wrap="square" rtlCol="0">
            <a:spAutoFit/>
          </a:bodyPr>
          <a:lstStyle/>
          <a:p>
            <a:pPr algn="ctr"/>
            <a:r>
              <a:rPr lang="de-DE" dirty="0">
                <a:latin typeface="Arial" panose="020B0604020202020204" pitchFamily="34" charset="0"/>
                <a:cs typeface="Arial" panose="020B0604020202020204" pitchFamily="34" charset="0"/>
              </a:rPr>
              <a:t>Warum sind Von-Neumann- und Harvard-Architektur heute noch relevant?</a:t>
            </a:r>
          </a:p>
        </p:txBody>
      </p:sp>
    </p:spTree>
    <p:extLst>
      <p:ext uri="{BB962C8B-B14F-4D97-AF65-F5344CB8AC3E}">
        <p14:creationId xmlns:p14="http://schemas.microsoft.com/office/powerpoint/2010/main" val="2589606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000"/>
                                        <p:tgtEl>
                                          <p:spTgt spid="17"/>
                                        </p:tgtEl>
                                      </p:cBhvr>
                                    </p:animEffect>
                                    <p:anim calcmode="lin" valueType="num">
                                      <p:cBhvr>
                                        <p:cTn id="23" dur="1000" fill="hold"/>
                                        <p:tgtEl>
                                          <p:spTgt spid="17"/>
                                        </p:tgtEl>
                                        <p:attrNameLst>
                                          <p:attrName>ppt_x</p:attrName>
                                        </p:attrNameLst>
                                      </p:cBhvr>
                                      <p:tavLst>
                                        <p:tav tm="0">
                                          <p:val>
                                            <p:strVal val="#ppt_x"/>
                                          </p:val>
                                        </p:tav>
                                        <p:tav tm="100000">
                                          <p:val>
                                            <p:strVal val="#ppt_x"/>
                                          </p:val>
                                        </p:tav>
                                      </p:tavLst>
                                    </p:anim>
                                    <p:anim calcmode="lin" valueType="num">
                                      <p:cBhvr>
                                        <p:cTn id="24" dur="1000" fill="hold"/>
                                        <p:tgtEl>
                                          <p:spTgt spid="1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1000"/>
                                        <p:tgtEl>
                                          <p:spTgt spid="19"/>
                                        </p:tgtEl>
                                      </p:cBhvr>
                                    </p:animEffect>
                                    <p:anim calcmode="lin" valueType="num">
                                      <p:cBhvr>
                                        <p:cTn id="28" dur="1000" fill="hold"/>
                                        <p:tgtEl>
                                          <p:spTgt spid="19"/>
                                        </p:tgtEl>
                                        <p:attrNameLst>
                                          <p:attrName>ppt_x</p:attrName>
                                        </p:attrNameLst>
                                      </p:cBhvr>
                                      <p:tavLst>
                                        <p:tav tm="0">
                                          <p:val>
                                            <p:strVal val="#ppt_x"/>
                                          </p:val>
                                        </p:tav>
                                        <p:tav tm="100000">
                                          <p:val>
                                            <p:strVal val="#ppt_x"/>
                                          </p:val>
                                        </p:tav>
                                      </p:tavLst>
                                    </p:anim>
                                    <p:anim calcmode="lin" valueType="num">
                                      <p:cBhvr>
                                        <p:cTn id="29" dur="1000" fill="hold"/>
                                        <p:tgtEl>
                                          <p:spTgt spid="1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1000"/>
                                        <p:tgtEl>
                                          <p:spTgt spid="21"/>
                                        </p:tgtEl>
                                      </p:cBhvr>
                                    </p:animEffect>
                                    <p:anim calcmode="lin" valueType="num">
                                      <p:cBhvr>
                                        <p:cTn id="33" dur="1000" fill="hold"/>
                                        <p:tgtEl>
                                          <p:spTgt spid="21"/>
                                        </p:tgtEl>
                                        <p:attrNameLst>
                                          <p:attrName>ppt_x</p:attrName>
                                        </p:attrNameLst>
                                      </p:cBhvr>
                                      <p:tavLst>
                                        <p:tav tm="0">
                                          <p:val>
                                            <p:strVal val="#ppt_x"/>
                                          </p:val>
                                        </p:tav>
                                        <p:tav tm="100000">
                                          <p:val>
                                            <p:strVal val="#ppt_x"/>
                                          </p:val>
                                        </p:tav>
                                      </p:tavLst>
                                    </p:anim>
                                    <p:anim calcmode="lin" valueType="num">
                                      <p:cBhvr>
                                        <p:cTn id="34" dur="1000" fill="hold"/>
                                        <p:tgtEl>
                                          <p:spTgt spid="2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1000"/>
                                        <p:tgtEl>
                                          <p:spTgt spid="22"/>
                                        </p:tgtEl>
                                      </p:cBhvr>
                                    </p:animEffect>
                                    <p:anim calcmode="lin" valueType="num">
                                      <p:cBhvr>
                                        <p:cTn id="38" dur="1000" fill="hold"/>
                                        <p:tgtEl>
                                          <p:spTgt spid="22"/>
                                        </p:tgtEl>
                                        <p:attrNameLst>
                                          <p:attrName>ppt_x</p:attrName>
                                        </p:attrNameLst>
                                      </p:cBhvr>
                                      <p:tavLst>
                                        <p:tav tm="0">
                                          <p:val>
                                            <p:strVal val="#ppt_x"/>
                                          </p:val>
                                        </p:tav>
                                        <p:tav tm="100000">
                                          <p:val>
                                            <p:strVal val="#ppt_x"/>
                                          </p:val>
                                        </p:tav>
                                      </p:tavLst>
                                    </p:anim>
                                    <p:anim calcmode="lin" valueType="num">
                                      <p:cBhvr>
                                        <p:cTn id="39" dur="1000" fill="hold"/>
                                        <p:tgtEl>
                                          <p:spTgt spid="2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1000"/>
                                        <p:tgtEl>
                                          <p:spTgt spid="24"/>
                                        </p:tgtEl>
                                      </p:cBhvr>
                                    </p:animEffect>
                                    <p:anim calcmode="lin" valueType="num">
                                      <p:cBhvr>
                                        <p:cTn id="48" dur="1000" fill="hold"/>
                                        <p:tgtEl>
                                          <p:spTgt spid="24"/>
                                        </p:tgtEl>
                                        <p:attrNameLst>
                                          <p:attrName>ppt_x</p:attrName>
                                        </p:attrNameLst>
                                      </p:cBhvr>
                                      <p:tavLst>
                                        <p:tav tm="0">
                                          <p:val>
                                            <p:strVal val="#ppt_x"/>
                                          </p:val>
                                        </p:tav>
                                        <p:tav tm="100000">
                                          <p:val>
                                            <p:strVal val="#ppt_x"/>
                                          </p:val>
                                        </p:tav>
                                      </p:tavLst>
                                    </p:anim>
                                    <p:anim calcmode="lin" valueType="num">
                                      <p:cBhvr>
                                        <p:cTn id="4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5" grpId="0" animBg="1"/>
      <p:bldP spid="17" grpId="0" animBg="1"/>
      <p:bldP spid="19" grpId="0" animBg="1"/>
      <p:bldP spid="21" grpId="0" animBg="1"/>
      <p:bldP spid="22" grpId="0" animBg="1"/>
      <p:bldP spid="23" grpId="0" animBg="1"/>
      <p:bldP spid="24" grpId="0" animBg="1"/>
    </p:bld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EB491C-F520-4D62-B8E9-C730D4BD1125}"/>
              </a:ext>
            </a:extLst>
          </p:cNvPr>
          <p:cNvSpPr>
            <a:spLocks noGrp="1"/>
          </p:cNvSpPr>
          <p:nvPr>
            <p:ph type="title"/>
          </p:nvPr>
        </p:nvSpPr>
        <p:spPr/>
        <p:txBody>
          <a:bodyPr/>
          <a:lstStyle/>
          <a:p>
            <a:r>
              <a:rPr lang="de-DE" dirty="0"/>
              <a:t>Formale Vorgaben</a:t>
            </a:r>
          </a:p>
        </p:txBody>
      </p:sp>
      <p:sp>
        <p:nvSpPr>
          <p:cNvPr id="8" name="Textfeld 7">
            <a:extLst>
              <a:ext uri="{FF2B5EF4-FFF2-40B4-BE49-F238E27FC236}">
                <a16:creationId xmlns:a16="http://schemas.microsoft.com/office/drawing/2014/main" id="{FCE01722-59C6-47CC-AB43-D8AFD5E6327A}"/>
              </a:ext>
            </a:extLst>
          </p:cNvPr>
          <p:cNvSpPr txBox="1"/>
          <p:nvPr/>
        </p:nvSpPr>
        <p:spPr>
          <a:xfrm>
            <a:off x="160867" y="6321456"/>
            <a:ext cx="7606820" cy="307777"/>
          </a:xfrm>
          <a:prstGeom prst="rect">
            <a:avLst/>
          </a:prstGeom>
          <a:noFill/>
        </p:spPr>
        <p:txBody>
          <a:bodyPr wrap="square" rtlCol="0">
            <a:spAutoFit/>
          </a:bodyPr>
          <a:lstStyle/>
          <a:p>
            <a:r>
              <a:rPr lang="de-DE" sz="1400" dirty="0">
                <a:latin typeface="Arial" panose="020B0604020202020204" pitchFamily="34" charset="0"/>
                <a:cs typeface="Arial" panose="020B0604020202020204" pitchFamily="34" charset="0"/>
              </a:rPr>
              <a:t>Datenbanken – Lernbereich 1: Architektur und Betrieb von </a:t>
            </a:r>
            <a:r>
              <a:rPr lang="de-DE" sz="1400" dirty="0" err="1">
                <a:latin typeface="Arial" panose="020B0604020202020204" pitchFamily="34" charset="0"/>
                <a:cs typeface="Arial" panose="020B0604020202020204" pitchFamily="34" charset="0"/>
              </a:rPr>
              <a:t>IuK</a:t>
            </a:r>
            <a:r>
              <a:rPr lang="de-DE" sz="1400" dirty="0">
                <a:latin typeface="Arial" panose="020B0604020202020204" pitchFamily="34" charset="0"/>
                <a:cs typeface="Arial" panose="020B0604020202020204" pitchFamily="34" charset="0"/>
              </a:rPr>
              <a:t>-Systemen - Rechnerarchitektur</a:t>
            </a:r>
          </a:p>
        </p:txBody>
      </p:sp>
      <p:sp>
        <p:nvSpPr>
          <p:cNvPr id="4" name="Inhaltsplatzhalter 3">
            <a:extLst>
              <a:ext uri="{FF2B5EF4-FFF2-40B4-BE49-F238E27FC236}">
                <a16:creationId xmlns:a16="http://schemas.microsoft.com/office/drawing/2014/main" id="{77CDEEFD-77C8-40F8-810A-D14ACD502C08}"/>
              </a:ext>
            </a:extLst>
          </p:cNvPr>
          <p:cNvSpPr>
            <a:spLocks noGrp="1"/>
          </p:cNvSpPr>
          <p:nvPr>
            <p:ph idx="1"/>
          </p:nvPr>
        </p:nvSpPr>
        <p:spPr/>
        <p:txBody>
          <a:bodyPr>
            <a:normAutofit/>
          </a:bodyPr>
          <a:lstStyle/>
          <a:p>
            <a:r>
              <a:rPr lang="de-DE" sz="2000" dirty="0">
                <a:sym typeface="Wingdings" panose="05000000000000000000" pitchFamily="2" charset="2"/>
              </a:rPr>
              <a:t>Vortragsdauer: 3-5 Minuten</a:t>
            </a:r>
          </a:p>
          <a:p>
            <a:r>
              <a:rPr lang="de-DE" sz="2000" dirty="0">
                <a:sym typeface="Wingdings" panose="05000000000000000000" pitchFamily="2" charset="2"/>
              </a:rPr>
              <a:t>Power Point </a:t>
            </a:r>
            <a:r>
              <a:rPr lang="de-DE" sz="2000" dirty="0" err="1">
                <a:sym typeface="Wingdings" panose="05000000000000000000" pitchFamily="2" charset="2"/>
              </a:rPr>
              <a:t>u.ä.</a:t>
            </a:r>
            <a:r>
              <a:rPr lang="de-DE" sz="2000" dirty="0">
                <a:sym typeface="Wingdings" panose="05000000000000000000" pitchFamily="2" charset="2"/>
              </a:rPr>
              <a:t> Programme verboten (Digitale Präsentation aber </a:t>
            </a:r>
            <a:r>
              <a:rPr lang="de-DE" sz="2000" dirty="0" err="1">
                <a:sym typeface="Wingdings" panose="05000000000000000000" pitchFamily="2" charset="2"/>
              </a:rPr>
              <a:t>i.o</a:t>
            </a:r>
            <a:r>
              <a:rPr lang="de-DE" sz="2000" dirty="0">
                <a:sym typeface="Wingdings" panose="05000000000000000000" pitchFamily="2" charset="2"/>
              </a:rPr>
              <a:t>)</a:t>
            </a:r>
          </a:p>
          <a:p>
            <a:r>
              <a:rPr lang="de-DE" sz="2000" dirty="0">
                <a:sym typeface="Wingdings" panose="05000000000000000000" pitchFamily="2" charset="2"/>
              </a:rPr>
              <a:t>Zusammenhänge erklären, nicht nur Definitionen erzählen</a:t>
            </a:r>
          </a:p>
          <a:p>
            <a:r>
              <a:rPr lang="de-DE" sz="2000" dirty="0">
                <a:sym typeface="Wingdings" panose="05000000000000000000" pitchFamily="2" charset="2"/>
              </a:rPr>
              <a:t>Sonstiger Leistungsnachweis</a:t>
            </a:r>
          </a:p>
          <a:p>
            <a:endParaRPr lang="de-DE" sz="2000" dirty="0">
              <a:sym typeface="Wingdings" panose="05000000000000000000" pitchFamily="2" charset="2"/>
            </a:endParaRPr>
          </a:p>
          <a:p>
            <a:r>
              <a:rPr lang="de-DE" sz="2000" dirty="0">
                <a:sym typeface="Wingdings" panose="05000000000000000000" pitchFamily="2" charset="2"/>
              </a:rPr>
              <a:t>Bewertungsschwerpunkte:</a:t>
            </a:r>
          </a:p>
          <a:p>
            <a:pPr lvl="1"/>
            <a:r>
              <a:rPr lang="de-DE" sz="1600" dirty="0">
                <a:sym typeface="Wingdings" panose="05000000000000000000" pitchFamily="2" charset="2"/>
              </a:rPr>
              <a:t>Fachliche Richtigkeit</a:t>
            </a:r>
          </a:p>
          <a:p>
            <a:pPr lvl="1"/>
            <a:r>
              <a:rPr lang="de-DE" sz="1600" dirty="0">
                <a:sym typeface="Wingdings" panose="05000000000000000000" pitchFamily="2" charset="2"/>
              </a:rPr>
              <a:t>Verständliche Erklärung der Zusammenhänge</a:t>
            </a:r>
          </a:p>
          <a:p>
            <a:pPr lvl="1"/>
            <a:r>
              <a:rPr lang="de-DE" sz="1600" dirty="0">
                <a:sym typeface="Wingdings" panose="05000000000000000000" pitchFamily="2" charset="2"/>
              </a:rPr>
              <a:t>Sinnvoller Vergleich der Architekturen</a:t>
            </a:r>
          </a:p>
          <a:p>
            <a:pPr lvl="1"/>
            <a:r>
              <a:rPr lang="de-DE" sz="1600" dirty="0">
                <a:sym typeface="Wingdings" panose="05000000000000000000" pitchFamily="2" charset="2"/>
              </a:rPr>
              <a:t>Klare Struktur und Einhaltung der Zeit</a:t>
            </a:r>
          </a:p>
        </p:txBody>
      </p:sp>
    </p:spTree>
    <p:extLst>
      <p:ext uri="{BB962C8B-B14F-4D97-AF65-F5344CB8AC3E}">
        <p14:creationId xmlns:p14="http://schemas.microsoft.com/office/powerpoint/2010/main" val="8694478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ENSWF_SLIDE_UID" val="{B0E1247B-B6A4-444B-8F15-3F0984AC4795}:11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17471</Words>
  <Application>Microsoft Office PowerPoint</Application>
  <PresentationFormat>Breitbild</PresentationFormat>
  <Paragraphs>2994</Paragraphs>
  <Slides>252</Slides>
  <Notes>1</Notes>
  <HiddenSlides>0</HiddenSlides>
  <MMClips>0</MMClips>
  <ScaleCrop>false</ScaleCrop>
  <HeadingPairs>
    <vt:vector size="8" baseType="variant">
      <vt:variant>
        <vt:lpstr>Verwendete Schriftarten</vt:lpstr>
      </vt:variant>
      <vt:variant>
        <vt:i4>11</vt:i4>
      </vt:variant>
      <vt:variant>
        <vt:lpstr>Design</vt:lpstr>
      </vt:variant>
      <vt:variant>
        <vt:i4>1</vt:i4>
      </vt:variant>
      <vt:variant>
        <vt:lpstr>Eingebettete OLE-Server</vt:lpstr>
      </vt:variant>
      <vt:variant>
        <vt:i4>1</vt:i4>
      </vt:variant>
      <vt:variant>
        <vt:lpstr>Folientitel</vt:lpstr>
      </vt:variant>
      <vt:variant>
        <vt:i4>252</vt:i4>
      </vt:variant>
    </vt:vector>
  </HeadingPairs>
  <TitlesOfParts>
    <vt:vector size="265" baseType="lpstr">
      <vt:lpstr>Arial</vt:lpstr>
      <vt:lpstr>Artifakt Element Heavy</vt:lpstr>
      <vt:lpstr>Calibri</vt:lpstr>
      <vt:lpstr>Cambria Math</vt:lpstr>
      <vt:lpstr>Courier New</vt:lpstr>
      <vt:lpstr>Symbol</vt:lpstr>
      <vt:lpstr>Syntno</vt:lpstr>
      <vt:lpstr>Tahoma</vt:lpstr>
      <vt:lpstr>Times New Roman</vt:lpstr>
      <vt:lpstr>Verdana</vt:lpstr>
      <vt:lpstr>Wingdings</vt:lpstr>
      <vt:lpstr>Office Theme</vt:lpstr>
      <vt:lpstr>Equation</vt:lpstr>
      <vt:lpstr>PowerPoint-Präsentation</vt:lpstr>
      <vt:lpstr>PowerPoint-Präsentation</vt:lpstr>
      <vt:lpstr>Symbolik / Legende</vt:lpstr>
      <vt:lpstr>Gliederung</vt:lpstr>
      <vt:lpstr>„kleines“ Brainstorming zu Datenbanken und deren Begrifflichkeiten </vt:lpstr>
      <vt:lpstr>Theoretisches Wissen </vt:lpstr>
      <vt:lpstr>Datenbank (DB) </vt:lpstr>
      <vt:lpstr>Datenbankmanagementsystem (DMBS) </vt:lpstr>
      <vt:lpstr> Größte Datenbank –  managementsysteme (DMBS) – Stand 2024 </vt:lpstr>
      <vt:lpstr>Datenbanksystem (DBS) </vt:lpstr>
      <vt:lpstr>Weekly Tasks (Kahoot) </vt:lpstr>
      <vt:lpstr>Wo werden Datenbanken eingesetzt?  </vt:lpstr>
      <vt:lpstr> Welche Unternehmen speichern die meisten Daten?   </vt:lpstr>
      <vt:lpstr>  Beispiel: Datenbanken im E-Commerce (Webshop)  </vt:lpstr>
      <vt:lpstr>Vorteile eines Datenbanksystems  </vt:lpstr>
      <vt:lpstr> Aufgaben eines  Datenbanksystems  </vt:lpstr>
      <vt:lpstr>  Architektur eines DB-Systems 3 Ebenen-Modell  </vt:lpstr>
      <vt:lpstr> Akteure einer Datenbank </vt:lpstr>
      <vt:lpstr>  Ziele der Datenorganisation in Datenbanken  </vt:lpstr>
      <vt:lpstr>  Sicherheit in Datenbanken  </vt:lpstr>
      <vt:lpstr>PowerPoint-Präsentation</vt:lpstr>
      <vt:lpstr> Datenbankmodelle  </vt:lpstr>
      <vt:lpstr>Datenbankmodelle </vt:lpstr>
      <vt:lpstr> Hierarchisches Modell  </vt:lpstr>
      <vt:lpstr>Datenbankmodelle </vt:lpstr>
      <vt:lpstr> Netzwerkmodell  </vt:lpstr>
      <vt:lpstr>Datenbankmodelle </vt:lpstr>
      <vt:lpstr> Objektorientiertes Modell  </vt:lpstr>
      <vt:lpstr>Datenbankmodelle </vt:lpstr>
      <vt:lpstr> Relationales Modell  </vt:lpstr>
      <vt:lpstr> ER – Modell  Relationsmodell  </vt:lpstr>
      <vt:lpstr> Relationales Modell  </vt:lpstr>
      <vt:lpstr>PowerPoint-Präsentation</vt:lpstr>
      <vt:lpstr>  Entity Relationship Modell (ERM, ERD)  </vt:lpstr>
      <vt:lpstr>  Entity Relationship Modell (ERM, ERD)  </vt:lpstr>
      <vt:lpstr>  Entity Relationship Modell (ERM, ERD)  </vt:lpstr>
      <vt:lpstr>  Datenmodellierung Vorüberlegung  </vt:lpstr>
      <vt:lpstr>  Datenmodell Bestandteile  </vt:lpstr>
      <vt:lpstr>PowerPoint-Präsentation</vt:lpstr>
      <vt:lpstr> Normalisierung in Datenbanken  </vt:lpstr>
      <vt:lpstr> Normalisierung nach Codd  </vt:lpstr>
      <vt:lpstr>  Normalisierung in Datenbanken Anomalien  </vt:lpstr>
      <vt:lpstr>  Normalisierung in Datenbanken Anomalien - Einfügeanomalie  </vt:lpstr>
      <vt:lpstr>  Normalisierung in Datenbanken Anomalien - Updateanomalie  </vt:lpstr>
      <vt:lpstr>  Normalisierung in Datenbanken Anomalien - Löschanomalie  </vt:lpstr>
      <vt:lpstr> Normalisierung in Datenbanken  </vt:lpstr>
      <vt:lpstr>  Normalisierung nach Codd 1. Normalform  </vt:lpstr>
      <vt:lpstr>  Normalisierung nach Codd 2. Normalform  </vt:lpstr>
      <vt:lpstr> Primärschlüssel  </vt:lpstr>
      <vt:lpstr>  Normalisierung nach Codd 3. Normalform  </vt:lpstr>
      <vt:lpstr>  Bilden einer „Verknüpfungstabelle“ bzw. „Junction Table“  </vt:lpstr>
      <vt:lpstr>  Bilden einer „Verknüpfungstabelle“ bzw. „Junction Table“  </vt:lpstr>
      <vt:lpstr>  Normalisierung  Übung  </vt:lpstr>
      <vt:lpstr>  Normalisierung  Übung 1. Normalform  </vt:lpstr>
      <vt:lpstr>  Normalisierung  Übung 2. Normalform  </vt:lpstr>
      <vt:lpstr>  Normalisierung  Übung 3. Normalform  </vt:lpstr>
      <vt:lpstr>  Microsoft ACCESS - Formulare  </vt:lpstr>
      <vt:lpstr>Elektronische Krankenakte  Übung</vt:lpstr>
      <vt:lpstr>Import über CSV-Übung Übung</vt:lpstr>
      <vt:lpstr>Navigationsformular Übung</vt:lpstr>
      <vt:lpstr>Zusammenfassung</vt:lpstr>
      <vt:lpstr>Übung Datenbank KFZ</vt:lpstr>
      <vt:lpstr>Übung Datenbank KFZ Definition von Primär- und Sekundärschlüssel</vt:lpstr>
      <vt:lpstr>Übung Datenbank KFZ ERMRDBM</vt:lpstr>
      <vt:lpstr>Übung Datenbank KFZ ERMRDBM - Umwandlung</vt:lpstr>
      <vt:lpstr>Übung Datenbank KFZ Daten füllen</vt:lpstr>
      <vt:lpstr>Übung Datenbank KFZ Abschluss &amp; Zusammenfassung</vt:lpstr>
      <vt:lpstr>Komplexe DB Aufgabe (Abgabe)</vt:lpstr>
      <vt:lpstr>Komplexe DB Aufgabe (Abgabe)</vt:lpstr>
      <vt:lpstr>Abfragen</vt:lpstr>
      <vt:lpstr>Abfragen</vt:lpstr>
      <vt:lpstr>Abfragen</vt:lpstr>
      <vt:lpstr>PowerPoint-Präsentation</vt:lpstr>
      <vt:lpstr>SQL</vt:lpstr>
      <vt:lpstr>SQL-Möglichkeiten</vt:lpstr>
      <vt:lpstr>SQL-Bestandteile</vt:lpstr>
      <vt:lpstr>SQL-Bestandteile</vt:lpstr>
      <vt:lpstr>DDL – Data Definition Language</vt:lpstr>
      <vt:lpstr>CREATE - Befehl</vt:lpstr>
      <vt:lpstr>ALTER - Befehl</vt:lpstr>
      <vt:lpstr>DROP - Befehl</vt:lpstr>
      <vt:lpstr>TRUNCATE - Befehl</vt:lpstr>
      <vt:lpstr>RENAME - Befehl</vt:lpstr>
      <vt:lpstr>CREATE in Anwendung</vt:lpstr>
      <vt:lpstr>CREATE in Anwendung Häufig genutzte Datentypen</vt:lpstr>
      <vt:lpstr>CREATE in Anwendung Primär –und Fremdschlüssel</vt:lpstr>
      <vt:lpstr>SQL-Bestandteile</vt:lpstr>
      <vt:lpstr>DML – Data Manipulation Language</vt:lpstr>
      <vt:lpstr>DML – Data Manipulation Language</vt:lpstr>
      <vt:lpstr>INSERT - Befehl</vt:lpstr>
      <vt:lpstr>UPDATE - Befehl</vt:lpstr>
      <vt:lpstr>DELETE - Befehl</vt:lpstr>
      <vt:lpstr>SELECT - Befehl</vt:lpstr>
      <vt:lpstr>INSERT - Befehl</vt:lpstr>
      <vt:lpstr>INSERT – Befehl - Übung</vt:lpstr>
      <vt:lpstr>SELECT - Befehl</vt:lpstr>
      <vt:lpstr>SELECT - Befehl</vt:lpstr>
      <vt:lpstr>FROM - BEFEHL</vt:lpstr>
      <vt:lpstr>WHERE - BEFEHL</vt:lpstr>
      <vt:lpstr>WHERE – BEFEHL  Vergleichsoperatoren</vt:lpstr>
      <vt:lpstr>WHERE – BEFEHL  Übung</vt:lpstr>
      <vt:lpstr>JOIN - BEFEHL</vt:lpstr>
      <vt:lpstr>INNER JOIN - BEFEHL</vt:lpstr>
      <vt:lpstr>LEFT JOIN - BEFEHL</vt:lpstr>
      <vt:lpstr>RIGHT JOIN - BEFEHL</vt:lpstr>
      <vt:lpstr>FULL JOIN - BEFEHL</vt:lpstr>
      <vt:lpstr>JOIN – BEFEHL Zusammenfassung</vt:lpstr>
      <vt:lpstr>JOIN – BEFEHL Erkundung</vt:lpstr>
      <vt:lpstr>JOIN – BEFEHL Erkundung</vt:lpstr>
      <vt:lpstr>JOIN - Mehrfachnutzung</vt:lpstr>
      <vt:lpstr>JOIN – BEFEHL Übung</vt:lpstr>
      <vt:lpstr>Abfragen mit Aliassen</vt:lpstr>
      <vt:lpstr>PowerPoint-Präsentation</vt:lpstr>
      <vt:lpstr>SQL – Nutzung in Java</vt:lpstr>
      <vt:lpstr>Datenbankumgebung</vt:lpstr>
      <vt:lpstr>SQLITE  Datenbankumgebung erstellen</vt:lpstr>
      <vt:lpstr>SQLITE  Datenbankumgebung erstellen</vt:lpstr>
      <vt:lpstr>SQLITE Rollen und Berechtigungen</vt:lpstr>
      <vt:lpstr>SQLITE Rollen und Berechtigungen</vt:lpstr>
      <vt:lpstr>SQLITE Rollen und Berechtigungen</vt:lpstr>
      <vt:lpstr>SQLITE Erstellen des Nutzers und Zuweisung zur Rolle, sowie Berechtigung festlegen</vt:lpstr>
      <vt:lpstr>SQLITE Berechtigung in Java überprüfen und Authentifizierung (an späterer Stelle)</vt:lpstr>
      <vt:lpstr>Datenbankverbindung zu unserer lokalen SQLite Datenbank herstellen</vt:lpstr>
      <vt:lpstr>Datenbankverbindung zu unserer lokalen SQLite Datenbank herstellen</vt:lpstr>
      <vt:lpstr>Datenbankverbindung zu unserer lokalen SQLite Datenbank herstellen</vt:lpstr>
      <vt:lpstr>Datenbankfunktionalität über JAVA</vt:lpstr>
      <vt:lpstr>Datenbankfunktionalität Übungen</vt:lpstr>
      <vt:lpstr>Praktikum Datenbanken</vt:lpstr>
      <vt:lpstr>Praktikum Datenbanken</vt:lpstr>
      <vt:lpstr>1. Absolvieren des Schüler Für Schüler - Praktikums</vt:lpstr>
      <vt:lpstr>2. Selbstudium mithilfe des JavaFX Übungsblatts</vt:lpstr>
      <vt:lpstr>3. Erstellen der JAVA-Anwendung</vt:lpstr>
      <vt:lpstr>Hilfestellungen</vt:lpstr>
      <vt:lpstr>Abgaben</vt:lpstr>
      <vt:lpstr>PowerPoint-Präsentation</vt:lpstr>
      <vt:lpstr>PowerPoint-Präsentation</vt:lpstr>
      <vt:lpstr>Symbolik / Legende</vt:lpstr>
      <vt:lpstr>PowerPoint-Präsentation</vt:lpstr>
      <vt:lpstr>Teil 1 - Logische Grundoperationen</vt:lpstr>
      <vt:lpstr>Binäre Kodierung und Schaltvariablen</vt:lpstr>
      <vt:lpstr>Logik-basierte Systembeschreibung</vt:lpstr>
      <vt:lpstr>Darstellungsarten Logik &amp; Elektronik</vt:lpstr>
      <vt:lpstr>Logik-basierte Systembeschreibung in 3 Schritten</vt:lpstr>
      <vt:lpstr> Der UND - Operator</vt:lpstr>
      <vt:lpstr>Aufgabe: Der n-Türöffner</vt:lpstr>
      <vt:lpstr>Lösung: Der ODER-Operator</vt:lpstr>
      <vt:lpstr>Der ODER-Operator</vt:lpstr>
      <vt:lpstr>Übung 1</vt:lpstr>
      <vt:lpstr>Übung 2</vt:lpstr>
      <vt:lpstr>Übung 3</vt:lpstr>
      <vt:lpstr>Übung 3</vt:lpstr>
      <vt:lpstr>Problemstellung: Der Kühlschrank</vt:lpstr>
      <vt:lpstr>NICHT - Operator</vt:lpstr>
      <vt:lpstr>De-Morgan‘sche Regeln</vt:lpstr>
      <vt:lpstr>De-Morgan‘sche Regeln (Augustus De Morgan)</vt:lpstr>
      <vt:lpstr>De-Morgan‘sche Regeln</vt:lpstr>
      <vt:lpstr>Übersicht: Grundoperationen</vt:lpstr>
      <vt:lpstr>Übung 4: Die Kaffeemaschine</vt:lpstr>
      <vt:lpstr>„Gruppendenken“</vt:lpstr>
      <vt:lpstr>Entweder / Oder</vt:lpstr>
      <vt:lpstr>Entweder / Oder</vt:lpstr>
      <vt:lpstr>Übung 5 – Das Bitschloss</vt:lpstr>
      <vt:lpstr>Parität (Parity)</vt:lpstr>
      <vt:lpstr>Parität Schritt für Schritt</vt:lpstr>
      <vt:lpstr>Die XNOR Äquivalenzverknüpfung</vt:lpstr>
      <vt:lpstr>Zusammenfassung XOR und XNOR</vt:lpstr>
      <vt:lpstr>PowerPoint-Präsentation</vt:lpstr>
      <vt:lpstr>Zahlendarstellung</vt:lpstr>
      <vt:lpstr>Quipu Knotenschnüre der Inca (ca. ab 7. Jh. n. C.)</vt:lpstr>
      <vt:lpstr>Leibniz</vt:lpstr>
      <vt:lpstr>Stellenwertsysteme</vt:lpstr>
      <vt:lpstr>Mit 10 Fingern bis 1023 zählen</vt:lpstr>
      <vt:lpstr>Binärsystem | Dualsystem I</vt:lpstr>
      <vt:lpstr>Binärsystem | Dualsystem II</vt:lpstr>
      <vt:lpstr>Binärsystem / Dualsystem III ..und der Volksirrglaube</vt:lpstr>
      <vt:lpstr>Gilt für alle Zahlensysteme:  Rechnung in Potenzschreibweise</vt:lpstr>
      <vt:lpstr>Umrechnung Dual  Dezimal</vt:lpstr>
      <vt:lpstr>Umrechnung Dual  Dezimal</vt:lpstr>
      <vt:lpstr>Umrechnung Dual  Dezimal</vt:lpstr>
      <vt:lpstr>Umrechnung Dual  Dezimal</vt:lpstr>
      <vt:lpstr>TIC TAC TALK</vt:lpstr>
      <vt:lpstr>Umrechnung Dezimal  Dual</vt:lpstr>
      <vt:lpstr>Umrechnung Dezimal  Dual</vt:lpstr>
      <vt:lpstr>Umrechnung Dezimal  Dual</vt:lpstr>
      <vt:lpstr>Zahlenumwandlung programmieren</vt:lpstr>
      <vt:lpstr>PowerPoint-Präsentation</vt:lpstr>
      <vt:lpstr>Weitere Zahlensysteme</vt:lpstr>
      <vt:lpstr>Umrechnung Dezimal  Hexadezimal</vt:lpstr>
      <vt:lpstr>Umrechnung Hexadezimal  Dezimal</vt:lpstr>
      <vt:lpstr>Zusammenhang zwischen Binärsystem  und Hexadezimalsystem</vt:lpstr>
      <vt:lpstr>Beispiel Alphabet in Binärkodierung</vt:lpstr>
      <vt:lpstr>Zeichendarstellung im ASCII  CODE</vt:lpstr>
      <vt:lpstr>Binärzeichen verstehen</vt:lpstr>
      <vt:lpstr>vom ASCII zum Unicode</vt:lpstr>
      <vt:lpstr>Anwendungsbeispiel: Farben in Hexadezimaldarstellung</vt:lpstr>
      <vt:lpstr>Übungen zu Zahlensystemen</vt:lpstr>
      <vt:lpstr>Umrechnung Dez  Bin, Okt, Hex</vt:lpstr>
      <vt:lpstr>Umrechnung Dez  Bin, Okt, Hex</vt:lpstr>
      <vt:lpstr>PowerPoint-Präsentation</vt:lpstr>
      <vt:lpstr>Addieren von Dezimal- und  Dualzahlen</vt:lpstr>
      <vt:lpstr>Addieren von Dezimal- und  Dualzahlen</vt:lpstr>
      <vt:lpstr>Addieren Binärzahlen</vt:lpstr>
      <vt:lpstr>Die Addierschaltung</vt:lpstr>
      <vt:lpstr>Halbaddierer (Half Adder)</vt:lpstr>
      <vt:lpstr>Addierschaltung Rechenbeispiel</vt:lpstr>
      <vt:lpstr>Addierschaltung: Halbaddierer</vt:lpstr>
      <vt:lpstr>Addierschaltung: Halbaddierer</vt:lpstr>
      <vt:lpstr>Volladdierer (Full Adder) </vt:lpstr>
      <vt:lpstr>Addieren mehrstelliger Binärzahlen</vt:lpstr>
      <vt:lpstr>Addierschaltung: Volladdierer</vt:lpstr>
      <vt:lpstr>Addierschaltung: Volladdierer</vt:lpstr>
      <vt:lpstr>Addierschaltung: Volladdierer</vt:lpstr>
      <vt:lpstr>Volladdierer für zwei 3bit Zahlen</vt:lpstr>
      <vt:lpstr>Volladdierer für zwei 3bit Zahlen</vt:lpstr>
      <vt:lpstr>PowerPoint-Präsentation</vt:lpstr>
      <vt:lpstr>4-Bit-Paralleladdierer mit Bausteinen</vt:lpstr>
      <vt:lpstr>4 Bit… Inkrementierer &amp; Komparator</vt:lpstr>
      <vt:lpstr>PowerPoint-Präsentation</vt:lpstr>
      <vt:lpstr>Bisher: Schaltnetze</vt:lpstr>
      <vt:lpstr>Problem: Fehlende Rückkopplung</vt:lpstr>
      <vt:lpstr>Alarmanlage als zustandsbasiertes System</vt:lpstr>
      <vt:lpstr>Alarmanlage als zustandsbasiertes System</vt:lpstr>
      <vt:lpstr>ODER-Selbsthalteschaltung</vt:lpstr>
      <vt:lpstr>ODER-Selbsthalteschaltung ... mit Rücksetz-Eingang</vt:lpstr>
      <vt:lpstr>R/S-Flipflop: Zustandsdiagramm</vt:lpstr>
      <vt:lpstr>Zeitverhalten</vt:lpstr>
      <vt:lpstr>Vorträge zu unterschiedlichen Themen  aus dem Bereich Schaltungen</vt:lpstr>
      <vt:lpstr>PowerPoint-Präsentation</vt:lpstr>
      <vt:lpstr>Rechnerarchitektur</vt:lpstr>
      <vt:lpstr>Rechnerarchitektur</vt:lpstr>
      <vt:lpstr>Rechnerarchitektur - Ebenen</vt:lpstr>
      <vt:lpstr>Rechnerarchitektur Architekturen (Historisch/Klassisch)</vt:lpstr>
      <vt:lpstr>Rechnerarchitektur Architekturen (Historisch/Klassisch)</vt:lpstr>
      <vt:lpstr>Rechnerarchitektur von – Neumann-Architektur</vt:lpstr>
      <vt:lpstr>von-Neumann-Architektur 5 Hauptkomponenten</vt:lpstr>
      <vt:lpstr>von-Neumann-Architektur CPU</vt:lpstr>
      <vt:lpstr>von-Neumann-Architektur Hauptspeicher (RAM)</vt:lpstr>
      <vt:lpstr>von-Neumann-Architektur Ein-Ausgabegeräte (I/O)</vt:lpstr>
      <vt:lpstr>von-Neumann-Architektur BUS-System</vt:lpstr>
      <vt:lpstr>von-Neumann-Architektur Speicher und Speicher????</vt:lpstr>
      <vt:lpstr>von-Neumann-Architektur Flaschenhals (Bottleneck)</vt:lpstr>
      <vt:lpstr>von-Neumann-Architektur Heutige Systeme</vt:lpstr>
      <vt:lpstr>Mainboard Herzstück des Computers</vt:lpstr>
      <vt:lpstr>Mainboard Bestandteile</vt:lpstr>
      <vt:lpstr>Mainboard Bestandteile</vt:lpstr>
      <vt:lpstr>Mainboard Konfiguration eines  Z590 Boards (2022)</vt:lpstr>
      <vt:lpstr>BUS-SYSTEM seriell vs. parallel</vt:lpstr>
      <vt:lpstr>BUS-SYSTEM Systembus</vt:lpstr>
      <vt:lpstr>BUS-SYSTEM</vt:lpstr>
      <vt:lpstr>Lösung</vt:lpstr>
      <vt:lpstr>v. NeumannHarvard Quantencomputer</vt:lpstr>
      <vt:lpstr>Formale Vorgaben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Nico Schulze</dc:creator>
  <cp:lastModifiedBy>Schulze, Nico</cp:lastModifiedBy>
  <cp:revision>451</cp:revision>
  <dcterms:created xsi:type="dcterms:W3CDTF">2017-06-09T08:02:53Z</dcterms:created>
  <dcterms:modified xsi:type="dcterms:W3CDTF">2026-04-16T08:39:53Z</dcterms:modified>
</cp:coreProperties>
</file>